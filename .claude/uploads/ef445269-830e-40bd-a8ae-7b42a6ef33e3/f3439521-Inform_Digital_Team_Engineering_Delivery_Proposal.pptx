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91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am proposing a standard Engineering Delivery Process for The Inform Team. The Digital Team owns engineering delivery. My research and our earlier bootstrap work point to a practical model: reusable architecture, durable repository state, bounded agent work and explicit evidence at release gates. Hypervelocity is the ambition; this deck proposes how we test it. This is a proposal, not a claim that the complete process or productivity benefits are already deployed.</a:t>
            </a:r>
          </a:p>
          <a:p>
            <a:endParaRPr/>
          </a:p>
          <a:p>
            <a:r>
              <a:t>[Sources]</a:t>
            </a:r>
          </a:p>
          <a:p>
            <a:r>
              <a:t>- Template: Content_examples [09.25] (2).potx, supplied by Darach Sharkey.</a:t>
            </a:r>
          </a:p>
          <a:p>
            <a:r>
              <a:t>- User-provided Content_examples [09.25] (2).potx — The Inform Team branding, layouts and photographs.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Microsoft’s 2025 Frontier Firm model described three overlapping phases: human with assistant; human-agent teams; and human-led, agent-operated processes. The 2026 Work Trend Index develops this into a capability gap and an operating-model gap, with learning systems that turn experience into owned intelligence. Our repository records, component library and reviewed feedback are an engineering implementation of that learning principle.</a:t>
            </a:r>
          </a:p>
          <a:p>
            <a:r>
              <a:t>For this proposal, I define hypervelocity operationally as substantially shorter time from an approved need to a validated, releasable outcome while quality and accountable decision making are maintained. It is a measurable target, not a claimed result or a Microsoft-issued productivity multiplier.</a:t>
            </a:r>
          </a:p>
          <a:p>
            <a:r>
              <a:t>The official programme name is Frontier Transformation Engineer. The badge shown is an ambition for all engineers, not a credential claimed by the presenter. The certification foundation is AB-100 (Agentic AI Business Solutions Architect), AI-103 (Azure AI Apps and Agents Developer) and GH-300 (GitHub Copilot). The current LevelUp route also requires Project Ready assessments and a Hypervelocity Engineering assessment at its stated pass threshold. The programme currently accepts active AI-102 as an alternative to AI-103; I recommend AI-103 for the forward plan. Engineers should check current eligibility and assessment access before booking.</a:t>
            </a:r>
          </a:p>
          <a:p>
            <a:endParaRPr/>
          </a:p>
          <a:p>
            <a:r>
              <a:t>[Sources]</a:t>
            </a:r>
          </a:p>
          <a:p>
            <a:r>
              <a:t>- Template: Content_examples [09.25] (2).potx, supplied by Darach Sharkey.</a:t>
            </a:r>
          </a:p>
          <a:p>
            <a:r>
              <a:t>- https://www.microsoft.com/en-us/worklab/work-trend-index/agents-human-agency-and-the-opportunity-for-every-organization</a:t>
            </a:r>
          </a:p>
          <a:p>
            <a:r>
              <a:t>- https://www.microsoft.com/en-us/worklab/work-trend-index/2025-the-year-the-frontier-firm-is-born</a:t>
            </a:r>
          </a:p>
          <a:p>
            <a:r>
              <a:t>- https://skillupwithlevelup.com/frontier</a:t>
            </a:r>
          </a:p>
          <a:p>
            <a:r>
              <a:t>- Asset frontier-badge.png: https://skillupwithlevelup.com/frontier</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Bridgehead is our working name for the initial foothold. The earlier local PowerShell bootstrap created .vscode, .github/agents and .github/skills plus source and documentation folders. It recommended the Copilot, Power Platform, YAML, PowerShell and pull-request extensions and configured Microsoft Learn MCP access. That local scaffold did not itself authenticate, alter Dataverse or publish anything.</a:t>
            </a:r>
          </a:p>
          <a:p>
            <a:r>
              <a:t>The later Delivery Command prompt required read-only inspection of the repository, CLI capabilities, active authentication profile, environment, existing solutions and publishers. It restricted implementation to the named personal Developer environment and required confirmation of material environment and ALM decisions.</a:t>
            </a:r>
          </a:p>
          <a:p>
            <a:r>
              <a:t>A real example of the earlier proving prompt: “Use the Copilot Studio Builder agent and the Copilot Studio YAML skill. Create a greeting topic for a professional council housing assistant with compact quick replies.” We can now generalise that approach for a reusable Inform delivery standard. Do not infer that a successful end-to-end deployment was independently verified from the existence of these prompts.</a:t>
            </a:r>
          </a:p>
          <a:p>
            <a:endParaRPr/>
          </a:p>
          <a:p>
            <a:r>
              <a:t>[Sources]</a:t>
            </a:r>
          </a:p>
          <a:p>
            <a:r>
              <a:t>- Template: Content_examples [09.25] (2).potx, supplied by Darach Sharkey.</a:t>
            </a:r>
          </a:p>
          <a:p>
            <a:r>
              <a:t>- Internal source: THE_BUCKET_generalised_bootstrap_prompt.md (9 August 2026); Delivery-Command-Code-App-Initial-Project-Prompt.md (28 August 2026); bootstrap-vscode-copilot-powerplatform.ps1 (9 June 2026). These substantiate prior prompt design, not independently measured delivery outcomes.</a:t>
            </a:r>
          </a:p>
          <a:p>
            <a:r>
              <a:t>- Asset vscode.png: https://code.visualstudio.com/brand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verbatim excerpts from THE_BUCKET_generalised_bootstrap_prompt.md, not fabricated transcripts. The original was written for Claude Code; the proposed Inform standard generalises the same operating contract to approved agents inside VS Code, with tool-specific entry points.</a:t>
            </a:r>
          </a:p>
          <a:p>
            <a:r>
              <a:t>Phase I creates a lean, domain-neutral constitution, tickets, reusable skills, isolated specialist agents only where useful, model-routing rules, intake boundary and context handover. The existing prompt says not to begin substantive project implementation or guess what the project is.</a:t>
            </a:r>
          </a:p>
          <a:p>
            <a:r>
              <a:t>Phase II inspects supplied Bucket material and derives the source register, project profile, decisions, dependency-aware backlog and validation approach. Existing work is refined instead of blindly overwritten.</a:t>
            </a:r>
          </a:p>
          <a:p>
            <a:r>
              <a:t>Suggested operational invocation for Phase I, adapted for the Inform standard: “Inspect this repo and preserve existing work. Establish the lean Inform harness, tracked tickets, skills, source intake and handover contract. Probe installed capabilities. Do not infer requirements or begin product implementation.”</a:t>
            </a:r>
          </a:p>
          <a:p>
            <a:r>
              <a:t>Suggested Phase II invocation, adapted: “Read THE BUCKET and the existing repo. Separate evidence, assumptions and open decisions. Produce the project profile and Wayfinder. Resolve material questions, then create a specification and small dependency-aware tickets with acceptance criteria and validation commands. Record the next eligible action.”</a:t>
            </a:r>
          </a:p>
          <a:p>
            <a:r>
              <a:t>These condensed invocations preserve the approach; the original full prompts remain the detailed source. The screenshot/photo is supplied brand imagery, not a fabricated VS Code screenshot.</a:t>
            </a:r>
          </a:p>
          <a:p>
            <a:endParaRPr/>
          </a:p>
          <a:p>
            <a:r>
              <a:t>[Sources]</a:t>
            </a:r>
          </a:p>
          <a:p>
            <a:r>
              <a:t>- Template: Content_examples [09.25] (2).potx, supplied by Darach Sharkey.</a:t>
            </a:r>
          </a:p>
          <a:p>
            <a:r>
              <a:t>- Internal source: THE_BUCKET_generalised_bootstrap_prompt.md (9 August 2026); Delivery-Command-Code-App-Initial-Project-Prompt.md (28 August 2026); bootstrap-vscode-copilot-powerplatform.ps1 (9 June 2026). These substantiate prior prompt design, not independently measured delivery outcomes.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harness is the surrounding operating system for the coding agent: instructions, project context, tools, skills, ticket state, validation commands and release boundaries.</a:t>
            </a:r>
          </a:p>
          <a:p>
            <a:r>
              <a:t>AGENTS.md is an open convention for repository guidance. Use thin tool-specific entry points, such as CLAUDE.md or Copilot instructions, to point to one maintained contract rather than allowing contradictory copies. Custom agent files define specialist responsibilities and tool access; skills supply reusable procedures through progressive disclosure.</a:t>
            </a:r>
          </a:p>
          <a:p>
            <a:r>
              <a:t>The proposal adapts Matt Pocock’s composable skills, the open AGENTS.md/Agent Skills conventions, and broader bounded agent practices. Pin and review third-party skill versions, record licences and wrap upstream procedures with Inform-specific conventions. Do not let upstream updates silently change the approved delivery process.</a:t>
            </a:r>
          </a:p>
          <a:p>
            <a:r>
              <a:t>Instruction files guide agent behaviour. Actual access controls, environment identities, tests and branch policies enforce it. The Chief Architect owns the standard and delegated maintainers own its components. More agents are useful only when isolation or independent review improves the work.</a:t>
            </a:r>
          </a:p>
          <a:p>
            <a:endParaRPr/>
          </a:p>
          <a:p>
            <a:r>
              <a:t>[Sources]</a:t>
            </a:r>
          </a:p>
          <a:p>
            <a:r>
              <a:t>- Template: Content_examples [09.25] (2).potx, supplied by Darach Sharkey.</a:t>
            </a:r>
          </a:p>
          <a:p>
            <a:r>
              <a:t>- https://github.com/mattpocock/skills</a:t>
            </a:r>
          </a:p>
          <a:p>
            <a:r>
              <a:t>- https://code.visualstudio.com/docs/agent-customization/agent-skills</a:t>
            </a:r>
          </a:p>
          <a:p>
            <a:r>
              <a:t>- https://agents.md/</a:t>
            </a:r>
          </a:p>
          <a:p>
            <a:r>
              <a:t>- https://code.visualstudio.com/docs/agent-customization/custom-instructions</a:t>
            </a:r>
          </a:p>
          <a:p>
            <a:r>
              <a:t>- Internal source: THE_BUCKET_generalised_bootstrap_prompt.md (9 August 2026); Delivery-Command-Code-App-Initial-Project-Prompt.md (28 August 2026); bootstrap-vscode-copilot-powerplatform.ps1 (9 June 2026). These substantiate prior prompt design, not independently measured delivery outcomes.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Wayfinder resolves uncertain work through linked decision tickets. It is not itself the implementation backlog. Use grill-with-docs for a focused change, or Wayfinder for a larger uncertain effort. The transition is settled decisions → /to-spec → /to-tickets → implementation.</a:t>
            </a:r>
          </a:p>
          <a:p>
            <a:r>
              <a:t>Our earlier Delivery Command workflow records Draft → Grilling/Decision → Ready → In Progress → Review → Validation → Done. Definition of Ready includes a clear scope, dependencies, acceptance criteria and validation approach. Definition of Done requires reviewed implementation, appropriate evidence, updated documentation and a durable checkpoint.</a:t>
            </a:r>
          </a:p>
          <a:p>
            <a:r>
              <a:t>Loops are bounded by a ticket, time or iteration budget, allowed tools and a stop condition. If validation fails, investigate and iterate. If scope, permissions, an architectural decision or a release gate blocks progress, stop and record the dependency. Do not use an unbounded loop to force a green result. Geoffrey Huntley’s Ralph work is a separate influence; we adapt it with these company controls.</a:t>
            </a:r>
          </a:p>
          <a:p>
            <a:r>
              <a:t>The original bootstrap emphasised early context handovers and next-action records. The reusable standard should carry that principle across agents, rather than rely on a particular model’s context-size thresholds.</a:t>
            </a:r>
          </a:p>
          <a:p>
            <a:endParaRPr/>
          </a:p>
          <a:p>
            <a:r>
              <a:t>[Sources]</a:t>
            </a:r>
          </a:p>
          <a:p>
            <a:r>
              <a:t>- Template: Content_examples [09.25] (2).potx, supplied by Darach Sharkey.</a:t>
            </a:r>
          </a:p>
          <a:p>
            <a:r>
              <a:t>- https://github.com/mattpocock/skills</a:t>
            </a:r>
          </a:p>
          <a:p>
            <a:r>
              <a:t>- https://www.aihero.dev/skills-wayfinder</a:t>
            </a:r>
          </a:p>
          <a:p>
            <a:r>
              <a:t>- https://www.aihero.dev/skills-grill-with-docs</a:t>
            </a:r>
          </a:p>
          <a:p>
            <a:r>
              <a:t>- https://www.aihero.dev/skills-to-tickets</a:t>
            </a:r>
          </a:p>
          <a:p>
            <a:r>
              <a:t>- https://ghuntley.com/ralph/</a:t>
            </a:r>
          </a:p>
          <a:p>
            <a:r>
              <a:t>- Internal source: THE_BUCKET_generalised_bootstrap_prompt.md (9 August 2026); Delivery-Command-Code-App-Initial-Project-Prompt.md (28 August 2026); bootstrap-vscode-copilot-powerplatform.ps1 (9 June 2026). These substantiate prior prompt design, not independently measured delivery outcomes.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central design choice. The repository is the engineering record, including implementation tickets and their active progress. A clone should recover the latest committed source, specification, decisions, dependency map, blockers, evidence manifest and next action. It does not recover uncommitted work, chat history or access credentials.</a:t>
            </a:r>
          </a:p>
          <a:p>
            <a:r>
              <a:t>The earlier Bucket prompt already made continuity ticket-owned: update the active ticket, append Session Handovers, use docs/handoffs/&lt;TICKET-ID&gt;/ when needed and update docs/control/NEXT_ACTION.md. Standardise a tracked tickets/ folder and schema. A ticket should include stable ID, title, scope, acceptance criteria, dependency IDs, owner, status, current checkpoint, next action, validation evidence, related commit and board item IDs.</a:t>
            </a:r>
          </a:p>
          <a:p>
            <a:r>
              <a:t>Keep small sanitised evidence with the repo where appropriate; use durable controlled storage for large screenshots/traces and commit their manifest and links. Browser authentication state and secrets stay outside Git. Setup instructions and an environment-variable template make rehydration repeatable without embedding identities.</a:t>
            </a:r>
          </a:p>
          <a:p>
            <a:r>
              <a:t>Pocock supports local Markdown workflows, but deliberate tracked persistence is Inform’s company adaptation. A PR check can validate required fields and state transitions. Developers commit and push progress at useful checkpoints, including blocked work, so continuity is real rather than aspirational.</a:t>
            </a:r>
          </a:p>
          <a:p>
            <a:endParaRPr/>
          </a:p>
          <a:p>
            <a:r>
              <a:t>[Sources]</a:t>
            </a:r>
          </a:p>
          <a:p>
            <a:r>
              <a:t>- Template: Content_examples [09.25] (2).potx, supplied by Darach Sharkey.</a:t>
            </a:r>
          </a:p>
          <a:p>
            <a:r>
              <a:t>- Internal source: THE_BUCKET_generalised_bootstrap_prompt.md (9 August 2026); Delivery-Command-Code-App-Initial-Project-Prompt.md (28 August 2026); bootstrap-vscode-copilot-powerplatform.ps1 (9 June 2026). These substantiate prior prompt design, not independently measured delivery outcomes.</a:t>
            </a:r>
          </a:p>
          <a:p>
            <a:r>
              <a:t>- https://github.com/mattpocock/skills</a:t>
            </a:r>
          </a:p>
          <a:p>
            <a:r>
              <a:t>- Asset github-white.png: https://brand.github.com/foundations/logo</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VS Code is the engineering workspace; Git stores unpacked solution source and the harness. The Power Platform CLI provides authentication, solution export/unpack/pack/import and checking commands. Inspect installed versions and command help first. pac solution and pac copilot expose supported operations; do not assume every visual designer operation has an equivalent CLI command.</a:t>
            </a:r>
          </a:p>
          <a:p>
            <a:r>
              <a:t>A normal path is to authenticate to the named Developer environment, inspect the active profile and solution, export and unpack changes into Git, review the diff, build/pack and run checks, then promote a versioned managed solution downstream through the chosen ALM pipeline. The Copilot Studio VS Code extension can clone and edit supported agent files; portal operations remain part of the flow where required.</a:t>
            </a:r>
          </a:p>
          <a:p>
            <a:r>
              <a:t>Build in The Inform Team tenant with isolated Developer environments and controlled integration/test/UAT environments. Use explicit environment variables and connection references. Do not create the client solution in Default Solution. Use supported pipelines or Power Platform Build Tools for Azure DevOps and human approvals at agreed milestones.</a:t>
            </a:r>
          </a:p>
          <a:p>
            <a:r>
              <a:t>Copilot Studio import requires authentication configuration again. Connection bindings, source permissions, DLP and environment-specific settings must be validated in the destination. A successful pack or import does not prove the agent is usable or authorised for its audience. The Azure DevOps MCP connection on slide 13 is separate from Power Platform CLI access.</a:t>
            </a:r>
          </a:p>
          <a:p>
            <a:endParaRPr/>
          </a:p>
          <a:p>
            <a:r>
              <a:t>[Sources]</a:t>
            </a:r>
          </a:p>
          <a:p>
            <a:r>
              <a:t>- Template: Content_examples [09.25] (2).potx, supplied by Darach Sharkey.</a:t>
            </a:r>
          </a:p>
          <a:p>
            <a:r>
              <a:t>- https://learn.microsoft.com/en-us/power-platform/developer/cli/introduction</a:t>
            </a:r>
          </a:p>
          <a:p>
            <a:r>
              <a:t>- https://learn.microsoft.com/en-us/power-platform/developer/cli/reference/solution</a:t>
            </a:r>
          </a:p>
          <a:p>
            <a:r>
              <a:t>- https://learn.microsoft.com/en-us/power-platform/developer/cli/reference/copilot</a:t>
            </a:r>
          </a:p>
          <a:p>
            <a:r>
              <a:t>- https://learn.microsoft.com/en-us/power-platform/alm/devops-build-tools</a:t>
            </a:r>
          </a:p>
          <a:p>
            <a:r>
              <a:t>- https://learn.microsoft.com/en-us/microsoft-copilot-studio/authoring-solutions-import-export</a:t>
            </a:r>
          </a:p>
          <a:p>
            <a:r>
              <a:t>- Asset dataverse.png: https://learn.microsoft.com/en-us/power-platform/guidance/icons</a:t>
            </a:r>
          </a:p>
          <a:p>
            <a:r>
              <a:t>- Asset copilot-studio.png: https://learn.microsoft.com/en-us/power-platform/guidance/icons</a:t>
            </a:r>
          </a:p>
          <a:p>
            <a:r>
              <a:t>- Asset azure-devops.png: https://learn.microsoft.com/en-us/azure/architecture/icons/</a:t>
            </a:r>
          </a:p>
          <a:p>
            <a:r>
              <a:t>- Asset vscode.png: https://code.visualstudio.com/brand</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component library turns modular architecture into a repeatable starting point for existing and future developers. The acting Chief Architect owns its architecture, admission criteria, versioning, compatibility, deprecation and exceptions; named maintainers support individual modules.</a:t>
            </a:r>
          </a:p>
          <a:p>
            <a:r>
              <a:t>Knowledge modules should distinguish public web content, permission-trimmed enterprise content, Dataverse and other supported source patterns. Each should specify intended use, data classification, identity model, refresh behaviour, retrieval limitations, grounding tests and a reference eval set. Tools should include contracts, connection references, timeouts/retries, error paths and observability conventions. Security modules capture proven identity, role, team, ownership, DLP and column-security patterns. Dataverse modules package schemas, relationships, solution layering and dependencies.</a:t>
            </a:r>
          </a:p>
          <a:p>
            <a:r>
              <a:t>Every approved module should have an owner, version, compatibility statement, configuration contract, security assumptions, automated tests/evals where applicable, known limitations and a deployment checklist. A module earns admission through a reviewed example, not merely because generated code exists.</a:t>
            </a:r>
          </a:p>
          <a:p>
            <a:r>
              <a:t>Lift/shift/decorate/specify is shorthand for reuse, not a promise that credentials or permissions transfer. Bind the correct identities, sources, environment variables and connection references, then revalidate each environment. Package configuration and tested patterns; never clone secrets or blindly copy customer data. Initial development occurs in our tenant. Any later destination migration needs its own deployment and access validation.</a:t>
            </a:r>
          </a:p>
          <a:p>
            <a:endParaRPr/>
          </a:p>
          <a:p>
            <a:r>
              <a:t>[Sources]</a:t>
            </a:r>
          </a:p>
          <a:p>
            <a:r>
              <a:t>- Template: Content_examples [09.25] (2).potx, supplied by Darach Sharkey.</a:t>
            </a:r>
          </a:p>
          <a:p>
            <a:r>
              <a:t>- https://learn.microsoft.com/en-us/microsoft-copilot-studio/authoring-solutions-import-export</a:t>
            </a:r>
          </a:p>
          <a:p>
            <a:r>
              <a:t>- https://learn.microsoft.com/en-us/microsoft-copilot-studio/knowledge-copilot-studio</a:t>
            </a:r>
          </a:p>
          <a:p>
            <a:r>
              <a:t>- https://learn.microsoft.com/en-us/power-platform/alm/conn-ref-env-variables-build-tools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Development testing should be substantial before the first formal UAT milestone. Use small scoped browser sessions to explore and verify a named scenario; encode stable journeys as Playwright tests and link evidence to acceptance criteria.</a:t>
            </a:r>
          </a:p>
          <a:p>
            <a:r>
              <a:t>A new browser context isolates cookies and browser storage. It does not by itself restrict server permissions or isolate shared Dataverse data. Use the right identity, named environment, approved actions and scenario-specific test records. Reset state between tests and apply least-privilege accounts for role checks. Never commit stored authentication state.</a:t>
            </a:r>
          </a:p>
          <a:p>
            <a:r>
              <a:t>Trace Viewer can show actions, screenshots, DOM snapshots, console and network activity. Capture only the evidence appropriate to the scenario, redact sensitive content, apply retention rules, and store large traces in controlled artefact storage. Generated documentation must follow verified behaviour and record the tested version.</a:t>
            </a:r>
          </a:p>
          <a:p>
            <a:r>
              <a:t>Unit and integration tests cover deterministic paths and external contracts; browser tests verify the user journey and access boundaries; evals assess AI behaviour across scenarios. Add manual accessibility, exploratory and security checks where automation is insufficient. Treat flaky tests as defects in the evidence pipeline, not permission to retry until green.</a:t>
            </a:r>
          </a:p>
          <a:p>
            <a:r>
              <a:t>At the milestone, create a versioned candidate with test results, known issues, deployment settings and rollback information. Formal UAT is the business acceptance of that candidate by named owners. A later material change requires impact analysis and rerunning affected evidence.</a:t>
            </a:r>
          </a:p>
          <a:p>
            <a:endParaRPr/>
          </a:p>
          <a:p>
            <a:r>
              <a:t>[Sources]</a:t>
            </a:r>
          </a:p>
          <a:p>
            <a:r>
              <a:t>- Template: Content_examples [09.25] (2).potx, supplied by Darach Sharkey.</a:t>
            </a:r>
          </a:p>
          <a:p>
            <a:r>
              <a:t>- https://playwright.dev/docs/browser-contexts</a:t>
            </a:r>
          </a:p>
          <a:p>
            <a:r>
              <a:t>- https://playwright.dev/docs/auth</a:t>
            </a:r>
          </a:p>
          <a:p>
            <a:r>
              <a:t>- https://playwright.dev/docs/trace-viewer</a:t>
            </a:r>
          </a:p>
          <a:p>
            <a:r>
              <a:t>- Asset playwright.png: https://github.com/microsoft/playwright/blob/main/packages/recorder/public/playwright-logo.svg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distinction is about the behaviour under test and the evidence required. Deterministic unit tests control their inputs and dependencies and use exact assertions. Examples include a priority calculation, a missing-field rule, schema validation and deterministic routing. A unit test that calls a live uncontrolled model is not reliably deterministic.</a:t>
            </a:r>
          </a:p>
          <a:p>
            <a:r>
              <a:t>Evals assess variable AI behaviour across representative cases: correctness, groundedness, task completion, tool selection and the quality of refusals or escalations. Keep datasets, rubrics, model/agent configuration, knowledge version, test identity and thresholds versioned. Repeat the relevant cases so one fortunate response does not determine readiness. Use exact checks where possible, with calibrated rubric/model-based judgements and human review where needed.</a:t>
            </a:r>
          </a:p>
          <a:p>
            <a:r>
              <a:t>An eval is a testing artefact; it can contain deterministic graders. The probabilistic aspect lies in the system and sometimes the grader. Report distribution/pass rates with sample counts and variability, and investigate critical failures separately. Do not combine a deterministic test pass count and an eval average into one misleading score.</a:t>
            </a:r>
          </a:p>
          <a:p>
            <a:r>
              <a:t>The proposed UAT Excel workbook has linked Cases, Deterministic Runs, Eval Runs, Defects and Sign-off records. The executable tests and versioned datasets remain in the repository; the workbook is the monitored review register and business acceptance record. The next slide explains the monitoring.</a:t>
            </a:r>
          </a:p>
          <a:p>
            <a:endParaRPr/>
          </a:p>
          <a:p>
            <a:r>
              <a:t>[Sources]</a:t>
            </a:r>
          </a:p>
          <a:p>
            <a:r>
              <a:t>- Template: Content_examples [09.25] (2).potx, supplied by Darach Sharkey.</a:t>
            </a:r>
          </a:p>
          <a:p>
            <a:r>
              <a:t>- https://learn.microsoft.com/en-us/microsoft-copilot-studio/analytics-agent-evaluation-intro</a:t>
            </a:r>
          </a:p>
          <a:p>
            <a:r>
              <a:t>- https://learn.microsoft.com/en-us/microsoft-copilot-studio/analytics-agent-evaluation-overview</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the proposed standardisation of the monitored workbook, not a claim that an automation is already deployed. Keep one controlled UAT Excel workbook in the agreed collaboration location, using named tables and stable case IDs. Organise Cases, Deterministic Runs, Eval Runs, Defects and Sign-off as related registers rather than overwriting a single pass/fail column.</a:t>
            </a:r>
          </a:p>
          <a:p>
            <a:r>
              <a:t>Executables and canonical eval datasets are versioned in Git; the workbook holds the review and acceptance view and durable evidence links. Each result identifies case, ticket, run, commit/build, solution version, environment, account/role, timestamp, result and defect ID. Eval runs also capture dataset/rubric/configuration versions, score, threshold, sample count and human adjudication where relevant.</a:t>
            </a:r>
          </a:p>
          <a:p>
            <a:r>
              <a:t>Implement a scheduled Power Automate flow or pipeline result adapter with one writer, idempotent run IDs, a queue or serialised updates and explicit refresh/error status. This avoids competing writes and lets QA see stale automation rather than mistake it for a clean run. It should monitor failures, coverage gaps, regressions, missing evidence, critical-case failures and overdue actions, with a defined owner and agreed notification route. No message or workbook integration has been activated as part of producing this presentation.</a:t>
            </a:r>
          </a:p>
          <a:p>
            <a:r>
              <a:t>Copilot Studio supports importing question/expected-response test cases through CSV or text and exporting results to CSV. It also documents evaluation runs through APIs/connectors. The native UI currently retains results for 89 days, so durable retention needs controlled exports. Export/import is not a native live synchronisation of an arbitrary Excel workbook: the adapter is our implementation.</a:t>
            </a:r>
          </a:p>
          <a:p>
            <a:r>
              <a:t>At a formal milestone, retain a candidate-specific evidence snapshot and named sign-off. Business acceptance is never inferred solely from a green workbook.</a:t>
            </a:r>
          </a:p>
          <a:p>
            <a:endParaRPr/>
          </a:p>
          <a:p>
            <a:r>
              <a:t>[Sources]</a:t>
            </a:r>
          </a:p>
          <a:p>
            <a:r>
              <a:t>- Template: Content_examples [09.25] (2).potx, supplied by Darach Sharkey.</a:t>
            </a:r>
          </a:p>
          <a:p>
            <a:r>
              <a:t>- https://learn.microsoft.com/en-us/microsoft-copilot-studio/analytics-agent-evaluation-create</a:t>
            </a:r>
          </a:p>
          <a:p>
            <a:r>
              <a:t>- https://learn.microsoft.com/en-us/microsoft-copilot-studio/analytics-agent-evaluation-results</a:t>
            </a:r>
          </a:p>
          <a:p>
            <a:r>
              <a:t>- https://learn.microsoft.com/en-us/connectors/excelonlinebusiness/</a:t>
            </a:r>
          </a:p>
          <a:p>
            <a:r>
              <a:t>- Asset excel.png: https://www.microsoft.com/en-us/microsoft-365/excel</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agent and our mapping skill perform the distillation; the MCP server supplies access to work-item operations. This is a proposed adapter with explicit ownership, not an automatic property of MCP.</a:t>
            </a:r>
          </a:p>
          <a:p>
            <a:r>
              <a:t>Read the latest committed tickets, their acceptance criteria and evidence. Prepare concise business-facing descriptions of outcomes, readiness, blockers and dependencies. Map them to the project’s configured process. In the Azure DevOps Agile process, Epic → Feature → User Story → Task is a normal hierarchy, with Bugs represented according to the project configuration. Other process templates use different names, such as Product Backlog Item.</a:t>
            </a:r>
          </a:p>
          <a:p>
            <a:r>
              <a:t>Use stable engineering IDs and Azure work-item IDs, idempotent upserts, related links and a last-synced commit/hash. Repo tickets own technical scope, execution detail and evidence. The PM board owns business priority, commitments and acceptance ownership. Preserve PM-authored fields and reconcile changes that affect engineering via a reviewed repo update. Do not create a new item every loop or allow silent last-write-wins conflicts.</a:t>
            </a:r>
          </a:p>
          <a:p>
            <a:r>
              <a:t>Microsoft currently recommends the remote Azure DevOps MCP server for supported clients. Configure the organisation and only required toolsets; use least-privilege identities and review material board mutations according to our delivery policy. The documented service is Azure DevOps Services. The official MCP FAQ excludes on-premises Azure DevOps Server; this proposal does not promise on-prem support. No board writes have been performed for this presentation.</a:t>
            </a:r>
          </a:p>
          <a:p>
            <a:endParaRPr/>
          </a:p>
          <a:p>
            <a:r>
              <a:t>[Sources]</a:t>
            </a:r>
          </a:p>
          <a:p>
            <a:r>
              <a:t>- Template: Content_examples [09.25] (2).potx, supplied by Darach Sharkey.</a:t>
            </a:r>
          </a:p>
          <a:p>
            <a:r>
              <a:t>- https://learn.microsoft.com/en-us/azure/devops/mcp-server/remote-mcp-server?view=azure-devops</a:t>
            </a:r>
          </a:p>
          <a:p>
            <a:r>
              <a:t>- https://github.com/microsoft/azure-devops-mcp/blob/main/docs/FAQ.md</a:t>
            </a:r>
          </a:p>
          <a:p>
            <a:r>
              <a:t>- https://learn.microsoft.com/en-us/azure/devops/boards/backlogs/define-features-epics?view=azure-devops</a:t>
            </a:r>
          </a:p>
          <a:p>
            <a:r>
              <a:t>- Asset azure-devops.png: https://learn.microsoft.com/en-us/azure/architecture/icons/</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My recommendation is Azure Boards as the standard PM-facing delivery board for this proposal. That is a judgement based on our Microsoft delivery context and the proposed MCP mapping, not evidence that every existing Inform project already uses it. Validate licences, PM preferences, integrations and current organisation setup during the pilot.</a:t>
            </a:r>
          </a:p>
          <a:p>
            <a:r>
              <a:t>Azure DevOps offers structured work-item types, backlogs, boards and delivery traceability. Jira is compelling where the organisation already invests in Atlassian planning and cross-team workflows; we should not migrate a functioning PM process without a concrete benefit. GitHub Projects connects issues and pull requests through flexible views and automation, particularly attractive to developer-led teams. Its flexibility still needs a deliberate business reporting model.</a:t>
            </a:r>
          </a:p>
          <a:p>
            <a:r>
              <a:t>Choose one authoritative business board per project. The engineering ticket record remains in Git whichever board is selected. Repo hosting is a separate decision on the next slide.</a:t>
            </a:r>
          </a:p>
          <a:p>
            <a:endParaRPr/>
          </a:p>
          <a:p>
            <a:r>
              <a:t>[Sources]</a:t>
            </a:r>
          </a:p>
          <a:p>
            <a:r>
              <a:t>- Template: Content_examples [09.25] (2).potx, supplied by Darach Sharkey.</a:t>
            </a:r>
          </a:p>
          <a:p>
            <a:r>
              <a:t>- https://learn.microsoft.com/en-us/azure/devops/boards/get-started/what-is-azure-boards?view=azure-devops</a:t>
            </a:r>
          </a:p>
          <a:p>
            <a:r>
              <a:t>- https://www.atlassian.com/software/jira/features</a:t>
            </a:r>
          </a:p>
          <a:p>
            <a:r>
              <a:t>- https://docs.github.com/issues/planning-and-tracking-with-projects/learning-about-projects/about-projects</a:t>
            </a:r>
          </a:p>
          <a:p>
            <a:r>
              <a:t>- Asset azure-devops.png: https://learn.microsoft.com/en-us/azure/architecture/icons/</a:t>
            </a:r>
          </a:p>
          <a:p>
            <a:r>
              <a:t>- Asset jira.png: https://atlassian.design/foundations/logos</a:t>
            </a:r>
          </a:p>
          <a:p>
            <a:r>
              <a:t>- Asset github.png: https://brand.github.com/foundations/logo</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repository management, retain Azure Repos where the Microsoft delivery stack is established and it meets the team’s needs. It supports standard Git, pull requests and branch policies and can keep repository and pipeline governance together.</a:t>
            </a:r>
          </a:p>
          <a:p>
            <a:r>
              <a:t>GitHub is a strong candidate for new agent-centred engineering work, particularly where Copilot, Actions and reusable workflows offer a concrete benefit. Azure Boards officially integrates with GitHub, so choosing GitHub does not require asking PMs to move to GitHub Projects. Decide on identity, security, automation, cost and operational fit, then record an ADR.</a:t>
            </a:r>
          </a:p>
          <a:p>
            <a:r>
              <a:t>Jira is a work-management product, not a Git repository host. An Atlassian repository decision means Bitbucket or Jira integrated with another host. Presenting Jira as a repository alternative would be a category error.</a:t>
            </a:r>
          </a:p>
          <a:p>
            <a:r>
              <a:t>The standard should define one canonical remote repository per project, consistent branch/review rules and portable repository-resident state. The Chief Architect should approve the default and exceptions after the pilot. Avoid a forced migration merely for uniform branding.</a:t>
            </a:r>
          </a:p>
          <a:p>
            <a:endParaRPr/>
          </a:p>
          <a:p>
            <a:r>
              <a:t>[Sources]</a:t>
            </a:r>
          </a:p>
          <a:p>
            <a:r>
              <a:t>- Template: Content_examples [09.25] (2).potx, supplied by Darach Sharkey.</a:t>
            </a:r>
          </a:p>
          <a:p>
            <a:r>
              <a:t>- https://learn.microsoft.com/en-us/azure/devops/repos/get-started/what-is-repos?view=azure-devops</a:t>
            </a:r>
          </a:p>
          <a:p>
            <a:r>
              <a:t>- https://www.atlassian.com/software/bitbucket</a:t>
            </a:r>
          </a:p>
          <a:p>
            <a:r>
              <a:t>- https://docs.github.com/en/actions</a:t>
            </a:r>
          </a:p>
          <a:p>
            <a:r>
              <a:t>- https://learn.microsoft.com/en-us/azure/devops/boards/github/link-to-from-github?view=azure-devops</a:t>
            </a:r>
          </a:p>
          <a:p>
            <a:r>
              <a:t>- Asset azure-devops.png: https://learn.microsoft.com/en-us/azure/architecture/icons/</a:t>
            </a:r>
          </a:p>
          <a:p>
            <a:r>
              <a:t>- Asset jira.png: https://atlassian.design/foundations/logos</a:t>
            </a:r>
          </a:p>
          <a:p>
            <a:r>
              <a:t>- Asset github.png: https://brand.github.com/foundations/logo</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decision I am asking for is a bounded pilot and accountable ownership. The acting Chief Architect owns the architecture and the reusable standard. Digital Team leadership sponsors adoption; the pilot engineer owns execution, QA owns evidence integrity, and the PM/business acceptance owner controls UAT acceptance.</a:t>
            </a:r>
          </a:p>
          <a:p>
            <a:r>
              <a:t>Choose one representative vertical slice with a known outcome and manageable integrations. Establish the baseline before the pilot. Track elapsed time from approved ticket to validated candidate, rework, escaped defects, reuse of approved components, time for a new developer to resume work and time spent on reporting. Record the context and sample size so one success does not become an unjustified company-wide productivity claim.</a:t>
            </a:r>
          </a:p>
          <a:p>
            <a:r>
              <a:t>Set success thresholds with leaders before execution. Exit criteria should include a repeatable bootstrap, one governed deployment to UAT, both deterministic and AI quality evidence, a functioning repo-to-board mapping, and a second-developer handover demonstration. Do not declare success solely because code was generated faster.</a:t>
            </a:r>
          </a:p>
          <a:p>
            <a:r>
              <a:t>The reusable outputs are the starter repository, versioned harness, approved component library v1, ticket/board contract, test/eval/workbook standard and release checklist. Use the results to decide adoption and exceptions. The Frontier Transformation Engineer pathway is an individual development goal alongside practical delivery competence.</a:t>
            </a:r>
          </a:p>
          <a:p>
            <a:r>
              <a:t>Closing message: I am proposing that we make each delivery improve the next one. That is how hypervelocity can become an organisational capability rather than an individual working style.</a:t>
            </a:r>
          </a:p>
          <a:p>
            <a:endParaRPr/>
          </a:p>
          <a:p>
            <a:r>
              <a:t>[Sources]</a:t>
            </a:r>
          </a:p>
          <a:p>
            <a:r>
              <a:t>- Template: Content_examples [09.25] (2).potx, supplied by Darach Sharkey.</a:t>
            </a:r>
          </a:p>
          <a:p>
            <a:r>
              <a:t>- https://skillupwithlevelup.com/frontier</a:t>
            </a:r>
          </a:p>
          <a:p>
            <a:r>
              <a:t>- https://www.microsoft.com/en-us/worklab/work-trend-index/agents-human-agency-and-the-opportunity-for-every-organization</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LIGHT01">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D63E79AF-CB68-D6C4-70EA-86219EE2A208}"/>
              </a:ext>
            </a:extLst>
          </p:cNvPr>
          <p:cNvSpPr>
            <a:spLocks noGrp="1"/>
          </p:cNvSpPr>
          <p:nvPr>
            <p:ph type="body" idx="10" hasCustomPrompt="1"/>
          </p:nvPr>
        </p:nvSpPr>
        <p:spPr>
          <a:xfrm>
            <a:off x="696910" y="4865154"/>
            <a:ext cx="4970243" cy="360000"/>
          </a:xfrm>
        </p:spPr>
        <p:txBody>
          <a:bodyPr anchor="ctr">
            <a:noAutofit/>
          </a:bodyPr>
          <a:lstStyle>
            <a:lvl1pPr marL="0" indent="0">
              <a:buNone/>
              <a:defRPr sz="1800" b="0" i="0" spc="500" baseline="0">
                <a:solidFill>
                  <a:schemeClr val="bg1"/>
                </a:solidFill>
                <a:latin typeface="Montserrat"/>
                <a:ea typeface="Montserrat"/>
                <a:cs typeface="Montserrat"/>
              </a:defRPr>
            </a:lvl1pPr>
          </a:lstStyle>
          <a:p>
            <a:pPr lvl="0">
              <a:buNone/>
            </a:pPr>
            <a:r>
              <a:t>SUBTITLE</a:t>
            </a:r>
          </a:p>
        </p:txBody>
      </p:sp>
      <p:sp>
        <p:nvSpPr>
          <p:cNvPr id="7" name="Title 5">
            <a:extLst>
              <a:ext uri="{FF2B5EF4-FFF2-40B4-BE49-F238E27FC236}">
                <a16:creationId xmlns:a16="http://schemas.microsoft.com/office/drawing/2014/main" id="{97FE8B4D-EC7A-41D0-248E-CDD86937D25C}"/>
              </a:ext>
            </a:extLst>
          </p:cNvPr>
          <p:cNvSpPr>
            <a:spLocks noGrp="1"/>
          </p:cNvSpPr>
          <p:nvPr>
            <p:ph type="title" hasCustomPrompt="1"/>
          </p:nvPr>
        </p:nvSpPr>
        <p:spPr>
          <a:xfrm>
            <a:off x="696910" y="3428999"/>
            <a:ext cx="4970243" cy="1408467"/>
          </a:xfrm>
        </p:spPr>
        <p:txBody>
          <a:bodyPr anchor="b">
            <a:noAutofit/>
          </a:bodyPr>
          <a:lstStyle>
            <a:lvl1pPr>
              <a:buNone/>
              <a:defRPr sz="3600"/>
            </a:lvl1pPr>
          </a:lstStyle>
          <a:p>
            <a:r>
              <a:t>TITLE</a:t>
            </a:r>
          </a:p>
        </p:txBody>
      </p:sp>
      <p:sp>
        <p:nvSpPr>
          <p:cNvPr id="17" name="Text Placeholder 7">
            <a:extLst>
              <a:ext uri="{FF2B5EF4-FFF2-40B4-BE49-F238E27FC236}">
                <a16:creationId xmlns:a16="http://schemas.microsoft.com/office/drawing/2014/main" id="{2251FC30-D981-D20F-9F3D-83312F855260}"/>
              </a:ext>
            </a:extLst>
          </p:cNvPr>
          <p:cNvSpPr>
            <a:spLocks noGrp="1"/>
          </p:cNvSpPr>
          <p:nvPr>
            <p:ph type="body" idx="11" hasCustomPrompt="1"/>
          </p:nvPr>
        </p:nvSpPr>
        <p:spPr>
          <a:xfrm>
            <a:off x="695325" y="5769338"/>
            <a:ext cx="4970243" cy="360000"/>
          </a:xfrm>
        </p:spPr>
        <p:txBody>
          <a:bodyPr anchor="ctr">
            <a:noAutofit/>
          </a:bodyPr>
          <a:lstStyle>
            <a:lvl1pPr marL="0" indent="0">
              <a:buNone/>
              <a:defRPr sz="1100" b="0" i="0">
                <a:solidFill>
                  <a:schemeClr val="tx1"/>
                </a:solidFill>
                <a:latin typeface="Montserrat"/>
                <a:ea typeface="Montserrat"/>
                <a:cs typeface="Montserrat"/>
              </a:defRPr>
            </a:lvl1pPr>
          </a:lstStyle>
          <a:p>
            <a:pPr lvl="0">
              <a:buNone/>
            </a:pPr>
            <a:r>
              <a:t>Date / Speaker</a:t>
            </a:r>
          </a:p>
        </p:txBody>
      </p:sp>
      <p:pic>
        <p:nvPicPr>
          <p:cNvPr id="24" name="Graphic 18"/>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4350" y="539773"/>
            <a:ext cx="1800000" cy="1135115"/>
          </a:xfrm>
          <a:prstGeom prst="rect">
            <a:avLst/>
          </a:prstGeom>
        </p:spPr>
      </p:pic>
      <p:pic>
        <p:nvPicPr>
          <p:cNvPr id="25" name="Picture 1"/>
          <p:cNvPicPr>
            <a:picLocks noChangeAspect="1"/>
          </p:cNvPicPr>
          <p:nvPr/>
        </p:nvPicPr>
        <p:blipFill rotWithShape="1">
          <a:blip r:embed="rId3"/>
          <a:srcRect/>
          <a:stretch/>
        </p:blipFill>
        <p:spPr>
          <a:xfrm>
            <a:off x="7359163" y="0"/>
            <a:ext cx="4832838" cy="6858000"/>
          </a:xfrm>
          <a:prstGeom prst="rect">
            <a:avLst/>
          </a:prstGeom>
        </p:spPr>
      </p:pic>
      <p:sp>
        <p:nvSpPr>
          <p:cNvPr id="3" name="Rectangle 2">
            <a:extLst>
              <a:ext uri="{FF2B5EF4-FFF2-40B4-BE49-F238E27FC236}">
                <a16:creationId xmlns:a16="http://schemas.microsoft.com/office/drawing/2014/main" id="{9CC940BC-C811-7BDF-5E42-8849BE91C35D}"/>
              </a:ext>
            </a:extLst>
          </p:cNvPr>
          <p:cNvSpPr>
            <a:spLocks noGrp="1"/>
          </p:cNvSpPr>
          <p:nvPr/>
        </p:nvSpPr>
        <p:spPr>
          <a:xfrm>
            <a:off x="7359164" y="1"/>
            <a:ext cx="4832836" cy="6858000"/>
          </a:xfrm>
          <a:prstGeom prst="rect">
            <a:avLst/>
          </a:prstGeom>
          <a:gradFill>
            <a:gsLst>
              <a:gs pos="0">
                <a:srgbClr val="FF275B">
                  <a:alpha val="53261"/>
                </a:srgbClr>
              </a:gs>
              <a:gs pos="98000">
                <a:srgbClr val="3003F5">
                  <a:alpha val="5101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Rectangle 5">
            <a:extLst>
              <a:ext uri="{FF2B5EF4-FFF2-40B4-BE49-F238E27FC236}">
                <a16:creationId xmlns:a16="http://schemas.microsoft.com/office/drawing/2014/main" id="{295B370E-84D5-6059-F71F-5A8AEDDC80A8}"/>
              </a:ext>
            </a:extLst>
          </p:cNvPr>
          <p:cNvSpPr>
            <a:spLocks noGrp="1"/>
          </p:cNvSpPr>
          <p:nvPr/>
        </p:nvSpPr>
        <p:spPr>
          <a:xfrm>
            <a:off x="6736907" y="-3175"/>
            <a:ext cx="3018060" cy="6861175"/>
          </a:xfrm>
          <a:custGeom>
            <a:avLst/>
            <a:gdLst>
              <a:gd name="connsiteX0" fmla="*/ 0 w 655455"/>
              <a:gd name="connsiteY0" fmla="*/ 0 h 6858000"/>
              <a:gd name="connsiteX1" fmla="*/ 655455 w 655455"/>
              <a:gd name="connsiteY1" fmla="*/ 0 h 6858000"/>
              <a:gd name="connsiteX2" fmla="*/ 655455 w 655455"/>
              <a:gd name="connsiteY2" fmla="*/ 6858000 h 6858000"/>
              <a:gd name="connsiteX3" fmla="*/ 0 w 655455"/>
              <a:gd name="connsiteY3" fmla="*/ 6858000 h 6858000"/>
              <a:gd name="connsiteX4" fmla="*/ 0 w 655455"/>
              <a:gd name="connsiteY4" fmla="*/ 0 h 6858000"/>
              <a:gd name="connsiteX0" fmla="*/ 0 w 655455"/>
              <a:gd name="connsiteY0" fmla="*/ 0 h 6858000"/>
              <a:gd name="connsiteX1" fmla="*/ 655455 w 655455"/>
              <a:gd name="connsiteY1" fmla="*/ 0 h 6858000"/>
              <a:gd name="connsiteX2" fmla="*/ 647363 w 655455"/>
              <a:gd name="connsiteY2" fmla="*/ 4458712 h 6858000"/>
              <a:gd name="connsiteX3" fmla="*/ 655455 w 655455"/>
              <a:gd name="connsiteY3" fmla="*/ 6858000 h 6858000"/>
              <a:gd name="connsiteX4" fmla="*/ 0 w 655455"/>
              <a:gd name="connsiteY4" fmla="*/ 6858000 h 6858000"/>
              <a:gd name="connsiteX5" fmla="*/ 0 w 655455"/>
              <a:gd name="connsiteY5" fmla="*/ 0 h 6858000"/>
              <a:gd name="connsiteX0" fmla="*/ 0 w 699208"/>
              <a:gd name="connsiteY0" fmla="*/ 0 h 6858000"/>
              <a:gd name="connsiteX1" fmla="*/ 655455 w 699208"/>
              <a:gd name="connsiteY1" fmla="*/ 0 h 6858000"/>
              <a:gd name="connsiteX2" fmla="*/ 647363 w 699208"/>
              <a:gd name="connsiteY2" fmla="*/ 4458712 h 6858000"/>
              <a:gd name="connsiteX3" fmla="*/ 639271 w 699208"/>
              <a:gd name="connsiteY3" fmla="*/ 4944234 h 6858000"/>
              <a:gd name="connsiteX4" fmla="*/ 655455 w 699208"/>
              <a:gd name="connsiteY4" fmla="*/ 6858000 h 6858000"/>
              <a:gd name="connsiteX5" fmla="*/ 0 w 699208"/>
              <a:gd name="connsiteY5" fmla="*/ 6858000 h 6858000"/>
              <a:gd name="connsiteX6" fmla="*/ 0 w 699208"/>
              <a:gd name="connsiteY6" fmla="*/ 0 h 6858000"/>
              <a:gd name="connsiteX0" fmla="*/ 0 w 776878"/>
              <a:gd name="connsiteY0" fmla="*/ 0 h 6858000"/>
              <a:gd name="connsiteX1" fmla="*/ 655455 w 776878"/>
              <a:gd name="connsiteY1" fmla="*/ 0 h 6858000"/>
              <a:gd name="connsiteX2" fmla="*/ 776836 w 776878"/>
              <a:gd name="connsiteY2" fmla="*/ 3722337 h 6858000"/>
              <a:gd name="connsiteX3" fmla="*/ 639271 w 776878"/>
              <a:gd name="connsiteY3" fmla="*/ 4944234 h 6858000"/>
              <a:gd name="connsiteX4" fmla="*/ 655455 w 776878"/>
              <a:gd name="connsiteY4" fmla="*/ 6858000 h 6858000"/>
              <a:gd name="connsiteX5" fmla="*/ 0 w 776878"/>
              <a:gd name="connsiteY5" fmla="*/ 6858000 h 6858000"/>
              <a:gd name="connsiteX6" fmla="*/ 0 w 776878"/>
              <a:gd name="connsiteY6" fmla="*/ 0 h 6858000"/>
              <a:gd name="connsiteX0" fmla="*/ 0 w 776878"/>
              <a:gd name="connsiteY0" fmla="*/ 0 h 6858000"/>
              <a:gd name="connsiteX1" fmla="*/ 655455 w 776878"/>
              <a:gd name="connsiteY1" fmla="*/ 0 h 6858000"/>
              <a:gd name="connsiteX2" fmla="*/ 776836 w 776878"/>
              <a:gd name="connsiteY2" fmla="*/ 3722337 h 6858000"/>
              <a:gd name="connsiteX3" fmla="*/ 639271 w 776878"/>
              <a:gd name="connsiteY3" fmla="*/ 4944234 h 6858000"/>
              <a:gd name="connsiteX4" fmla="*/ 655455 w 776878"/>
              <a:gd name="connsiteY4" fmla="*/ 6858000 h 6858000"/>
              <a:gd name="connsiteX5" fmla="*/ 0 w 776878"/>
              <a:gd name="connsiteY5" fmla="*/ 6858000 h 6858000"/>
              <a:gd name="connsiteX6" fmla="*/ 0 w 776878"/>
              <a:gd name="connsiteY6" fmla="*/ 0 h 6858000"/>
              <a:gd name="connsiteX0" fmla="*/ 0 w 776836"/>
              <a:gd name="connsiteY0" fmla="*/ 0 h 6858000"/>
              <a:gd name="connsiteX1" fmla="*/ 655455 w 776836"/>
              <a:gd name="connsiteY1" fmla="*/ 0 h 6858000"/>
              <a:gd name="connsiteX2" fmla="*/ 776836 w 776836"/>
              <a:gd name="connsiteY2" fmla="*/ 3722337 h 6858000"/>
              <a:gd name="connsiteX3" fmla="*/ 639271 w 776836"/>
              <a:gd name="connsiteY3" fmla="*/ 4944234 h 6858000"/>
              <a:gd name="connsiteX4" fmla="*/ 655455 w 776836"/>
              <a:gd name="connsiteY4" fmla="*/ 6858000 h 6858000"/>
              <a:gd name="connsiteX5" fmla="*/ 0 w 776836"/>
              <a:gd name="connsiteY5" fmla="*/ 6858000 h 6858000"/>
              <a:gd name="connsiteX6" fmla="*/ 0 w 776836"/>
              <a:gd name="connsiteY6" fmla="*/ 0 h 6858000"/>
              <a:gd name="connsiteX0" fmla="*/ 0 w 825388"/>
              <a:gd name="connsiteY0" fmla="*/ 0 h 6858000"/>
              <a:gd name="connsiteX1" fmla="*/ 655455 w 825388"/>
              <a:gd name="connsiteY1" fmla="*/ 0 h 6858000"/>
              <a:gd name="connsiteX2" fmla="*/ 825388 w 825388"/>
              <a:gd name="connsiteY2" fmla="*/ 3940822 h 6858000"/>
              <a:gd name="connsiteX3" fmla="*/ 639271 w 825388"/>
              <a:gd name="connsiteY3" fmla="*/ 4944234 h 6858000"/>
              <a:gd name="connsiteX4" fmla="*/ 655455 w 825388"/>
              <a:gd name="connsiteY4" fmla="*/ 6858000 h 6858000"/>
              <a:gd name="connsiteX5" fmla="*/ 0 w 825388"/>
              <a:gd name="connsiteY5" fmla="*/ 6858000 h 6858000"/>
              <a:gd name="connsiteX6" fmla="*/ 0 w 825388"/>
              <a:gd name="connsiteY6" fmla="*/ 0 h 6858000"/>
              <a:gd name="connsiteX0" fmla="*/ 0 w 825388"/>
              <a:gd name="connsiteY0" fmla="*/ 0 h 6858000"/>
              <a:gd name="connsiteX1" fmla="*/ 655455 w 825388"/>
              <a:gd name="connsiteY1" fmla="*/ 0 h 6858000"/>
              <a:gd name="connsiteX2" fmla="*/ 825388 w 825388"/>
              <a:gd name="connsiteY2" fmla="*/ 3940822 h 6858000"/>
              <a:gd name="connsiteX3" fmla="*/ 639271 w 825388"/>
              <a:gd name="connsiteY3" fmla="*/ 4944234 h 6858000"/>
              <a:gd name="connsiteX4" fmla="*/ 655455 w 825388"/>
              <a:gd name="connsiteY4" fmla="*/ 6858000 h 6858000"/>
              <a:gd name="connsiteX5" fmla="*/ 0 w 825388"/>
              <a:gd name="connsiteY5" fmla="*/ 6858000 h 6858000"/>
              <a:gd name="connsiteX6" fmla="*/ 0 w 825388"/>
              <a:gd name="connsiteY6" fmla="*/ 0 h 6858000"/>
              <a:gd name="connsiteX0" fmla="*/ 0 w 809204"/>
              <a:gd name="connsiteY0" fmla="*/ 0 h 6858000"/>
              <a:gd name="connsiteX1" fmla="*/ 655455 w 809204"/>
              <a:gd name="connsiteY1" fmla="*/ 0 h 6858000"/>
              <a:gd name="connsiteX2" fmla="*/ 809204 w 809204"/>
              <a:gd name="connsiteY2" fmla="*/ 4135031 h 6858000"/>
              <a:gd name="connsiteX3" fmla="*/ 639271 w 809204"/>
              <a:gd name="connsiteY3" fmla="*/ 4944234 h 6858000"/>
              <a:gd name="connsiteX4" fmla="*/ 655455 w 809204"/>
              <a:gd name="connsiteY4" fmla="*/ 6858000 h 6858000"/>
              <a:gd name="connsiteX5" fmla="*/ 0 w 809204"/>
              <a:gd name="connsiteY5" fmla="*/ 6858000 h 6858000"/>
              <a:gd name="connsiteX6" fmla="*/ 0 w 809204"/>
              <a:gd name="connsiteY6" fmla="*/ 0 h 6858000"/>
              <a:gd name="connsiteX0" fmla="*/ 0 w 812512"/>
              <a:gd name="connsiteY0" fmla="*/ 0 h 6858000"/>
              <a:gd name="connsiteX1" fmla="*/ 655455 w 812512"/>
              <a:gd name="connsiteY1" fmla="*/ 0 h 6858000"/>
              <a:gd name="connsiteX2" fmla="*/ 744466 w 812512"/>
              <a:gd name="connsiteY2" fmla="*/ 3358195 h 6858000"/>
              <a:gd name="connsiteX3" fmla="*/ 809204 w 812512"/>
              <a:gd name="connsiteY3" fmla="*/ 4135031 h 6858000"/>
              <a:gd name="connsiteX4" fmla="*/ 639271 w 812512"/>
              <a:gd name="connsiteY4" fmla="*/ 4944234 h 6858000"/>
              <a:gd name="connsiteX5" fmla="*/ 655455 w 812512"/>
              <a:gd name="connsiteY5" fmla="*/ 6858000 h 6858000"/>
              <a:gd name="connsiteX6" fmla="*/ 0 w 812512"/>
              <a:gd name="connsiteY6" fmla="*/ 6858000 h 6858000"/>
              <a:gd name="connsiteX7" fmla="*/ 0 w 812512"/>
              <a:gd name="connsiteY7" fmla="*/ 0 h 6858000"/>
              <a:gd name="connsiteX0" fmla="*/ 0 w 1094019"/>
              <a:gd name="connsiteY0" fmla="*/ 0 h 6858000"/>
              <a:gd name="connsiteX1" fmla="*/ 655455 w 1094019"/>
              <a:gd name="connsiteY1" fmla="*/ 0 h 6858000"/>
              <a:gd name="connsiteX2" fmla="*/ 1092424 w 1094019"/>
              <a:gd name="connsiteY2" fmla="*/ 3625232 h 6858000"/>
              <a:gd name="connsiteX3" fmla="*/ 809204 w 1094019"/>
              <a:gd name="connsiteY3" fmla="*/ 4135031 h 6858000"/>
              <a:gd name="connsiteX4" fmla="*/ 639271 w 1094019"/>
              <a:gd name="connsiteY4" fmla="*/ 4944234 h 6858000"/>
              <a:gd name="connsiteX5" fmla="*/ 655455 w 1094019"/>
              <a:gd name="connsiteY5" fmla="*/ 6858000 h 6858000"/>
              <a:gd name="connsiteX6" fmla="*/ 0 w 1094019"/>
              <a:gd name="connsiteY6" fmla="*/ 6858000 h 6858000"/>
              <a:gd name="connsiteX7" fmla="*/ 0 w 1094019"/>
              <a:gd name="connsiteY7" fmla="*/ 0 h 6858000"/>
              <a:gd name="connsiteX0" fmla="*/ 0 w 1092429"/>
              <a:gd name="connsiteY0" fmla="*/ 0 h 6858000"/>
              <a:gd name="connsiteX1" fmla="*/ 655455 w 1092429"/>
              <a:gd name="connsiteY1" fmla="*/ 0 h 6858000"/>
              <a:gd name="connsiteX2" fmla="*/ 1092424 w 1092429"/>
              <a:gd name="connsiteY2" fmla="*/ 3625232 h 6858000"/>
              <a:gd name="connsiteX3" fmla="*/ 809204 w 1092429"/>
              <a:gd name="connsiteY3" fmla="*/ 4135031 h 6858000"/>
              <a:gd name="connsiteX4" fmla="*/ 639271 w 1092429"/>
              <a:gd name="connsiteY4" fmla="*/ 4944234 h 6858000"/>
              <a:gd name="connsiteX5" fmla="*/ 655455 w 1092429"/>
              <a:gd name="connsiteY5" fmla="*/ 6858000 h 6858000"/>
              <a:gd name="connsiteX6" fmla="*/ 0 w 1092429"/>
              <a:gd name="connsiteY6" fmla="*/ 6858000 h 6858000"/>
              <a:gd name="connsiteX7" fmla="*/ 0 w 1092429"/>
              <a:gd name="connsiteY7" fmla="*/ 0 h 6858000"/>
              <a:gd name="connsiteX0" fmla="*/ 0 w 1092529"/>
              <a:gd name="connsiteY0" fmla="*/ 0 h 6858000"/>
              <a:gd name="connsiteX1" fmla="*/ 655455 w 1092529"/>
              <a:gd name="connsiteY1" fmla="*/ 0 h 6858000"/>
              <a:gd name="connsiteX2" fmla="*/ 1092424 w 1092529"/>
              <a:gd name="connsiteY2" fmla="*/ 3625232 h 6858000"/>
              <a:gd name="connsiteX3" fmla="*/ 809204 w 1092529"/>
              <a:gd name="connsiteY3" fmla="*/ 4135031 h 6858000"/>
              <a:gd name="connsiteX4" fmla="*/ 639271 w 1092529"/>
              <a:gd name="connsiteY4" fmla="*/ 4944234 h 6858000"/>
              <a:gd name="connsiteX5" fmla="*/ 655455 w 1092529"/>
              <a:gd name="connsiteY5" fmla="*/ 6858000 h 6858000"/>
              <a:gd name="connsiteX6" fmla="*/ 0 w 1092529"/>
              <a:gd name="connsiteY6" fmla="*/ 6858000 h 6858000"/>
              <a:gd name="connsiteX7" fmla="*/ 0 w 1092529"/>
              <a:gd name="connsiteY7" fmla="*/ 0 h 6858000"/>
              <a:gd name="connsiteX0" fmla="*/ 0 w 1569896"/>
              <a:gd name="connsiteY0" fmla="*/ 0 h 6858000"/>
              <a:gd name="connsiteX1" fmla="*/ 655455 w 1569896"/>
              <a:gd name="connsiteY1" fmla="*/ 0 h 6858000"/>
              <a:gd name="connsiteX2" fmla="*/ 1569854 w 1569896"/>
              <a:gd name="connsiteY2" fmla="*/ 3528127 h 6858000"/>
              <a:gd name="connsiteX3" fmla="*/ 809204 w 1569896"/>
              <a:gd name="connsiteY3" fmla="*/ 4135031 h 6858000"/>
              <a:gd name="connsiteX4" fmla="*/ 639271 w 1569896"/>
              <a:gd name="connsiteY4" fmla="*/ 4944234 h 6858000"/>
              <a:gd name="connsiteX5" fmla="*/ 655455 w 1569896"/>
              <a:gd name="connsiteY5" fmla="*/ 6858000 h 6858000"/>
              <a:gd name="connsiteX6" fmla="*/ 0 w 1569896"/>
              <a:gd name="connsiteY6" fmla="*/ 6858000 h 6858000"/>
              <a:gd name="connsiteX7" fmla="*/ 0 w 1569896"/>
              <a:gd name="connsiteY7" fmla="*/ 0 h 6858000"/>
              <a:gd name="connsiteX0" fmla="*/ 0 w 1569896"/>
              <a:gd name="connsiteY0" fmla="*/ 0 h 6858000"/>
              <a:gd name="connsiteX1" fmla="*/ 655455 w 1569896"/>
              <a:gd name="connsiteY1" fmla="*/ 0 h 6858000"/>
              <a:gd name="connsiteX2" fmla="*/ 1569854 w 1569896"/>
              <a:gd name="connsiteY2" fmla="*/ 3528127 h 6858000"/>
              <a:gd name="connsiteX3" fmla="*/ 809204 w 1569896"/>
              <a:gd name="connsiteY3" fmla="*/ 4135031 h 6858000"/>
              <a:gd name="connsiteX4" fmla="*/ 639271 w 1569896"/>
              <a:gd name="connsiteY4" fmla="*/ 4944234 h 6858000"/>
              <a:gd name="connsiteX5" fmla="*/ 655455 w 1569896"/>
              <a:gd name="connsiteY5" fmla="*/ 6858000 h 6858000"/>
              <a:gd name="connsiteX6" fmla="*/ 0 w 1569896"/>
              <a:gd name="connsiteY6" fmla="*/ 6858000 h 6858000"/>
              <a:gd name="connsiteX7" fmla="*/ 0 w 1569896"/>
              <a:gd name="connsiteY7" fmla="*/ 0 h 6858000"/>
              <a:gd name="connsiteX0" fmla="*/ 0 w 963125"/>
              <a:gd name="connsiteY0" fmla="*/ 0 h 6858000"/>
              <a:gd name="connsiteX1" fmla="*/ 655455 w 963125"/>
              <a:gd name="connsiteY1" fmla="*/ 0 h 6858000"/>
              <a:gd name="connsiteX2" fmla="*/ 962951 w 963125"/>
              <a:gd name="connsiteY2" fmla="*/ 3730428 h 6858000"/>
              <a:gd name="connsiteX3" fmla="*/ 809204 w 963125"/>
              <a:gd name="connsiteY3" fmla="*/ 4135031 h 6858000"/>
              <a:gd name="connsiteX4" fmla="*/ 639271 w 963125"/>
              <a:gd name="connsiteY4" fmla="*/ 4944234 h 6858000"/>
              <a:gd name="connsiteX5" fmla="*/ 655455 w 963125"/>
              <a:gd name="connsiteY5" fmla="*/ 6858000 h 6858000"/>
              <a:gd name="connsiteX6" fmla="*/ 0 w 963125"/>
              <a:gd name="connsiteY6" fmla="*/ 6858000 h 6858000"/>
              <a:gd name="connsiteX7" fmla="*/ 0 w 963125"/>
              <a:gd name="connsiteY7" fmla="*/ 0 h 6858000"/>
              <a:gd name="connsiteX0" fmla="*/ 0 w 1011643"/>
              <a:gd name="connsiteY0" fmla="*/ 0 h 6858000"/>
              <a:gd name="connsiteX1" fmla="*/ 655455 w 1011643"/>
              <a:gd name="connsiteY1" fmla="*/ 0 h 6858000"/>
              <a:gd name="connsiteX2" fmla="*/ 1011504 w 1011643"/>
              <a:gd name="connsiteY2" fmla="*/ 3843717 h 6858000"/>
              <a:gd name="connsiteX3" fmla="*/ 809204 w 1011643"/>
              <a:gd name="connsiteY3" fmla="*/ 4135031 h 6858000"/>
              <a:gd name="connsiteX4" fmla="*/ 639271 w 1011643"/>
              <a:gd name="connsiteY4" fmla="*/ 4944234 h 6858000"/>
              <a:gd name="connsiteX5" fmla="*/ 655455 w 1011643"/>
              <a:gd name="connsiteY5" fmla="*/ 6858000 h 6858000"/>
              <a:gd name="connsiteX6" fmla="*/ 0 w 1011643"/>
              <a:gd name="connsiteY6" fmla="*/ 6858000 h 6858000"/>
              <a:gd name="connsiteX7" fmla="*/ 0 w 1011643"/>
              <a:gd name="connsiteY7" fmla="*/ 0 h 6858000"/>
              <a:gd name="connsiteX0" fmla="*/ 0 w 1019439"/>
              <a:gd name="connsiteY0" fmla="*/ 0 h 6858000"/>
              <a:gd name="connsiteX1" fmla="*/ 655455 w 1019439"/>
              <a:gd name="connsiteY1" fmla="*/ 0 h 6858000"/>
              <a:gd name="connsiteX2" fmla="*/ 946767 w 1019439"/>
              <a:gd name="connsiteY2" fmla="*/ 3220630 h 6858000"/>
              <a:gd name="connsiteX3" fmla="*/ 1011504 w 1019439"/>
              <a:gd name="connsiteY3" fmla="*/ 3843717 h 6858000"/>
              <a:gd name="connsiteX4" fmla="*/ 809204 w 1019439"/>
              <a:gd name="connsiteY4" fmla="*/ 4135031 h 6858000"/>
              <a:gd name="connsiteX5" fmla="*/ 639271 w 1019439"/>
              <a:gd name="connsiteY5" fmla="*/ 4944234 h 6858000"/>
              <a:gd name="connsiteX6" fmla="*/ 655455 w 1019439"/>
              <a:gd name="connsiteY6" fmla="*/ 6858000 h 6858000"/>
              <a:gd name="connsiteX7" fmla="*/ 0 w 1019439"/>
              <a:gd name="connsiteY7" fmla="*/ 6858000 h 6858000"/>
              <a:gd name="connsiteX8" fmla="*/ 0 w 1019439"/>
              <a:gd name="connsiteY8" fmla="*/ 0 h 6858000"/>
              <a:gd name="connsiteX0" fmla="*/ 0 w 1011510"/>
              <a:gd name="connsiteY0" fmla="*/ 0 h 6858000"/>
              <a:gd name="connsiteX1" fmla="*/ 655455 w 1011510"/>
              <a:gd name="connsiteY1" fmla="*/ 0 h 6858000"/>
              <a:gd name="connsiteX2" fmla="*/ 946767 w 1011510"/>
              <a:gd name="connsiteY2" fmla="*/ 3220630 h 6858000"/>
              <a:gd name="connsiteX3" fmla="*/ 1011504 w 1011510"/>
              <a:gd name="connsiteY3" fmla="*/ 3843717 h 6858000"/>
              <a:gd name="connsiteX4" fmla="*/ 809204 w 1011510"/>
              <a:gd name="connsiteY4" fmla="*/ 4135031 h 6858000"/>
              <a:gd name="connsiteX5" fmla="*/ 639271 w 1011510"/>
              <a:gd name="connsiteY5" fmla="*/ 4944234 h 6858000"/>
              <a:gd name="connsiteX6" fmla="*/ 655455 w 1011510"/>
              <a:gd name="connsiteY6" fmla="*/ 6858000 h 6858000"/>
              <a:gd name="connsiteX7" fmla="*/ 0 w 1011510"/>
              <a:gd name="connsiteY7" fmla="*/ 6858000 h 6858000"/>
              <a:gd name="connsiteX8" fmla="*/ 0 w 1011510"/>
              <a:gd name="connsiteY8" fmla="*/ 0 h 6858000"/>
              <a:gd name="connsiteX0" fmla="*/ 0 w 1381329"/>
              <a:gd name="connsiteY0" fmla="*/ 0 h 6858000"/>
              <a:gd name="connsiteX1" fmla="*/ 655455 w 1381329"/>
              <a:gd name="connsiteY1" fmla="*/ 0 h 6858000"/>
              <a:gd name="connsiteX2" fmla="*/ 1375645 w 1381329"/>
              <a:gd name="connsiteY2" fmla="*/ 3042605 h 6858000"/>
              <a:gd name="connsiteX3" fmla="*/ 1011504 w 1381329"/>
              <a:gd name="connsiteY3" fmla="*/ 3843717 h 6858000"/>
              <a:gd name="connsiteX4" fmla="*/ 809204 w 1381329"/>
              <a:gd name="connsiteY4" fmla="*/ 4135031 h 6858000"/>
              <a:gd name="connsiteX5" fmla="*/ 639271 w 1381329"/>
              <a:gd name="connsiteY5" fmla="*/ 4944234 h 6858000"/>
              <a:gd name="connsiteX6" fmla="*/ 655455 w 1381329"/>
              <a:gd name="connsiteY6" fmla="*/ 6858000 h 6858000"/>
              <a:gd name="connsiteX7" fmla="*/ 0 w 1381329"/>
              <a:gd name="connsiteY7" fmla="*/ 6858000 h 6858000"/>
              <a:gd name="connsiteX8" fmla="*/ 0 w 1381329"/>
              <a:gd name="connsiteY8" fmla="*/ 0 h 6858000"/>
              <a:gd name="connsiteX0" fmla="*/ 0 w 1375645"/>
              <a:gd name="connsiteY0" fmla="*/ 0 h 6858000"/>
              <a:gd name="connsiteX1" fmla="*/ 655455 w 1375645"/>
              <a:gd name="connsiteY1" fmla="*/ 0 h 6858000"/>
              <a:gd name="connsiteX2" fmla="*/ 1375645 w 1375645"/>
              <a:gd name="connsiteY2" fmla="*/ 3042605 h 6858000"/>
              <a:gd name="connsiteX3" fmla="*/ 1011504 w 1375645"/>
              <a:gd name="connsiteY3" fmla="*/ 3843717 h 6858000"/>
              <a:gd name="connsiteX4" fmla="*/ 809204 w 1375645"/>
              <a:gd name="connsiteY4" fmla="*/ 4135031 h 6858000"/>
              <a:gd name="connsiteX5" fmla="*/ 639271 w 1375645"/>
              <a:gd name="connsiteY5" fmla="*/ 4944234 h 6858000"/>
              <a:gd name="connsiteX6" fmla="*/ 655455 w 1375645"/>
              <a:gd name="connsiteY6" fmla="*/ 6858000 h 6858000"/>
              <a:gd name="connsiteX7" fmla="*/ 0 w 1375645"/>
              <a:gd name="connsiteY7" fmla="*/ 6858000 h 6858000"/>
              <a:gd name="connsiteX8" fmla="*/ 0 w 1375645"/>
              <a:gd name="connsiteY8" fmla="*/ 0 h 6858000"/>
              <a:gd name="connsiteX0" fmla="*/ 0 w 1375645"/>
              <a:gd name="connsiteY0" fmla="*/ 0 h 6858000"/>
              <a:gd name="connsiteX1" fmla="*/ 655455 w 1375645"/>
              <a:gd name="connsiteY1" fmla="*/ 0 h 6858000"/>
              <a:gd name="connsiteX2" fmla="*/ 1375645 w 1375645"/>
              <a:gd name="connsiteY2" fmla="*/ 3042605 h 6858000"/>
              <a:gd name="connsiteX3" fmla="*/ 1011504 w 1375645"/>
              <a:gd name="connsiteY3" fmla="*/ 3843717 h 6858000"/>
              <a:gd name="connsiteX4" fmla="*/ 809204 w 1375645"/>
              <a:gd name="connsiteY4" fmla="*/ 4135031 h 6858000"/>
              <a:gd name="connsiteX5" fmla="*/ 639271 w 1375645"/>
              <a:gd name="connsiteY5" fmla="*/ 4944234 h 6858000"/>
              <a:gd name="connsiteX6" fmla="*/ 655455 w 1375645"/>
              <a:gd name="connsiteY6" fmla="*/ 6858000 h 6858000"/>
              <a:gd name="connsiteX7" fmla="*/ 0 w 1375645"/>
              <a:gd name="connsiteY7" fmla="*/ 6858000 h 6858000"/>
              <a:gd name="connsiteX8" fmla="*/ 0 w 1375645"/>
              <a:gd name="connsiteY8" fmla="*/ 0 h 6858000"/>
              <a:gd name="connsiteX0" fmla="*/ 0 w 1294725"/>
              <a:gd name="connsiteY0" fmla="*/ 0 h 6858000"/>
              <a:gd name="connsiteX1" fmla="*/ 655455 w 1294725"/>
              <a:gd name="connsiteY1" fmla="*/ 0 h 6858000"/>
              <a:gd name="connsiteX2" fmla="*/ 1294725 w 1294725"/>
              <a:gd name="connsiteY2" fmla="*/ 3681876 h 6858000"/>
              <a:gd name="connsiteX3" fmla="*/ 1011504 w 1294725"/>
              <a:gd name="connsiteY3" fmla="*/ 3843717 h 6858000"/>
              <a:gd name="connsiteX4" fmla="*/ 809204 w 1294725"/>
              <a:gd name="connsiteY4" fmla="*/ 4135031 h 6858000"/>
              <a:gd name="connsiteX5" fmla="*/ 639271 w 1294725"/>
              <a:gd name="connsiteY5" fmla="*/ 4944234 h 6858000"/>
              <a:gd name="connsiteX6" fmla="*/ 655455 w 1294725"/>
              <a:gd name="connsiteY6" fmla="*/ 6858000 h 6858000"/>
              <a:gd name="connsiteX7" fmla="*/ 0 w 1294725"/>
              <a:gd name="connsiteY7" fmla="*/ 6858000 h 6858000"/>
              <a:gd name="connsiteX8" fmla="*/ 0 w 1294725"/>
              <a:gd name="connsiteY8" fmla="*/ 0 h 6858000"/>
              <a:gd name="connsiteX0" fmla="*/ 0 w 1309909"/>
              <a:gd name="connsiteY0" fmla="*/ 0 h 6858000"/>
              <a:gd name="connsiteX1" fmla="*/ 655455 w 1309909"/>
              <a:gd name="connsiteY1" fmla="*/ 0 h 6858000"/>
              <a:gd name="connsiteX2" fmla="*/ 1205713 w 1309909"/>
              <a:gd name="connsiteY2" fmla="*/ 3196354 h 6858000"/>
              <a:gd name="connsiteX3" fmla="*/ 1294725 w 1309909"/>
              <a:gd name="connsiteY3" fmla="*/ 3681876 h 6858000"/>
              <a:gd name="connsiteX4" fmla="*/ 1011504 w 1309909"/>
              <a:gd name="connsiteY4" fmla="*/ 3843717 h 6858000"/>
              <a:gd name="connsiteX5" fmla="*/ 809204 w 1309909"/>
              <a:gd name="connsiteY5" fmla="*/ 4135031 h 6858000"/>
              <a:gd name="connsiteX6" fmla="*/ 639271 w 1309909"/>
              <a:gd name="connsiteY6" fmla="*/ 4944234 h 6858000"/>
              <a:gd name="connsiteX7" fmla="*/ 655455 w 1309909"/>
              <a:gd name="connsiteY7" fmla="*/ 6858000 h 6858000"/>
              <a:gd name="connsiteX8" fmla="*/ 0 w 1309909"/>
              <a:gd name="connsiteY8" fmla="*/ 6858000 h 6858000"/>
              <a:gd name="connsiteX9" fmla="*/ 0 w 1309909"/>
              <a:gd name="connsiteY9" fmla="*/ 0 h 6858000"/>
              <a:gd name="connsiteX0" fmla="*/ 0 w 1300262"/>
              <a:gd name="connsiteY0" fmla="*/ 0 h 6858000"/>
              <a:gd name="connsiteX1" fmla="*/ 655455 w 1300262"/>
              <a:gd name="connsiteY1" fmla="*/ 0 h 6858000"/>
              <a:gd name="connsiteX2" fmla="*/ 1205713 w 1300262"/>
              <a:gd name="connsiteY2" fmla="*/ 3196354 h 6858000"/>
              <a:gd name="connsiteX3" fmla="*/ 1294725 w 1300262"/>
              <a:gd name="connsiteY3" fmla="*/ 3681876 h 6858000"/>
              <a:gd name="connsiteX4" fmla="*/ 1011504 w 1300262"/>
              <a:gd name="connsiteY4" fmla="*/ 3843717 h 6858000"/>
              <a:gd name="connsiteX5" fmla="*/ 809204 w 1300262"/>
              <a:gd name="connsiteY5" fmla="*/ 4135031 h 6858000"/>
              <a:gd name="connsiteX6" fmla="*/ 639271 w 1300262"/>
              <a:gd name="connsiteY6" fmla="*/ 4944234 h 6858000"/>
              <a:gd name="connsiteX7" fmla="*/ 655455 w 1300262"/>
              <a:gd name="connsiteY7" fmla="*/ 6858000 h 6858000"/>
              <a:gd name="connsiteX8" fmla="*/ 0 w 1300262"/>
              <a:gd name="connsiteY8" fmla="*/ 6858000 h 6858000"/>
              <a:gd name="connsiteX9" fmla="*/ 0 w 1300262"/>
              <a:gd name="connsiteY9" fmla="*/ 0 h 6858000"/>
              <a:gd name="connsiteX0" fmla="*/ 0 w 1300262"/>
              <a:gd name="connsiteY0" fmla="*/ 0 h 6858000"/>
              <a:gd name="connsiteX1" fmla="*/ 655455 w 1300262"/>
              <a:gd name="connsiteY1" fmla="*/ 0 h 6858000"/>
              <a:gd name="connsiteX2" fmla="*/ 1205713 w 1300262"/>
              <a:gd name="connsiteY2" fmla="*/ 3196354 h 6858000"/>
              <a:gd name="connsiteX3" fmla="*/ 1294725 w 1300262"/>
              <a:gd name="connsiteY3" fmla="*/ 3681876 h 6858000"/>
              <a:gd name="connsiteX4" fmla="*/ 1011504 w 1300262"/>
              <a:gd name="connsiteY4" fmla="*/ 3843717 h 6858000"/>
              <a:gd name="connsiteX5" fmla="*/ 809204 w 1300262"/>
              <a:gd name="connsiteY5" fmla="*/ 4135031 h 6858000"/>
              <a:gd name="connsiteX6" fmla="*/ 639271 w 1300262"/>
              <a:gd name="connsiteY6" fmla="*/ 4944234 h 6858000"/>
              <a:gd name="connsiteX7" fmla="*/ 655455 w 1300262"/>
              <a:gd name="connsiteY7" fmla="*/ 6858000 h 6858000"/>
              <a:gd name="connsiteX8" fmla="*/ 0 w 1300262"/>
              <a:gd name="connsiteY8" fmla="*/ 6858000 h 6858000"/>
              <a:gd name="connsiteX9" fmla="*/ 0 w 1300262"/>
              <a:gd name="connsiteY9" fmla="*/ 0 h 6858000"/>
              <a:gd name="connsiteX0" fmla="*/ 0 w 2152605"/>
              <a:gd name="connsiteY0" fmla="*/ 0 h 6858000"/>
              <a:gd name="connsiteX1" fmla="*/ 655455 w 2152605"/>
              <a:gd name="connsiteY1" fmla="*/ 0 h 6858000"/>
              <a:gd name="connsiteX2" fmla="*/ 2152481 w 2152605"/>
              <a:gd name="connsiteY2" fmla="*/ 3544311 h 6858000"/>
              <a:gd name="connsiteX3" fmla="*/ 1294725 w 2152605"/>
              <a:gd name="connsiteY3" fmla="*/ 3681876 h 6858000"/>
              <a:gd name="connsiteX4" fmla="*/ 1011504 w 2152605"/>
              <a:gd name="connsiteY4" fmla="*/ 3843717 h 6858000"/>
              <a:gd name="connsiteX5" fmla="*/ 809204 w 2152605"/>
              <a:gd name="connsiteY5" fmla="*/ 4135031 h 6858000"/>
              <a:gd name="connsiteX6" fmla="*/ 639271 w 2152605"/>
              <a:gd name="connsiteY6" fmla="*/ 4944234 h 6858000"/>
              <a:gd name="connsiteX7" fmla="*/ 655455 w 2152605"/>
              <a:gd name="connsiteY7" fmla="*/ 6858000 h 6858000"/>
              <a:gd name="connsiteX8" fmla="*/ 0 w 2152605"/>
              <a:gd name="connsiteY8" fmla="*/ 6858000 h 6858000"/>
              <a:gd name="connsiteX9" fmla="*/ 0 w 2152605"/>
              <a:gd name="connsiteY9" fmla="*/ 0 h 6858000"/>
              <a:gd name="connsiteX0" fmla="*/ 0 w 2197211"/>
              <a:gd name="connsiteY0" fmla="*/ 0 h 6858000"/>
              <a:gd name="connsiteX1" fmla="*/ 655455 w 2197211"/>
              <a:gd name="connsiteY1" fmla="*/ 0 h 6858000"/>
              <a:gd name="connsiteX2" fmla="*/ 1925904 w 2197211"/>
              <a:gd name="connsiteY2" fmla="*/ 3042605 h 6858000"/>
              <a:gd name="connsiteX3" fmla="*/ 2152481 w 2197211"/>
              <a:gd name="connsiteY3" fmla="*/ 3544311 h 6858000"/>
              <a:gd name="connsiteX4" fmla="*/ 1294725 w 2197211"/>
              <a:gd name="connsiteY4" fmla="*/ 3681876 h 6858000"/>
              <a:gd name="connsiteX5" fmla="*/ 1011504 w 2197211"/>
              <a:gd name="connsiteY5" fmla="*/ 3843717 h 6858000"/>
              <a:gd name="connsiteX6" fmla="*/ 809204 w 2197211"/>
              <a:gd name="connsiteY6" fmla="*/ 4135031 h 6858000"/>
              <a:gd name="connsiteX7" fmla="*/ 639271 w 2197211"/>
              <a:gd name="connsiteY7" fmla="*/ 4944234 h 6858000"/>
              <a:gd name="connsiteX8" fmla="*/ 655455 w 2197211"/>
              <a:gd name="connsiteY8" fmla="*/ 6858000 h 6858000"/>
              <a:gd name="connsiteX9" fmla="*/ 0 w 2197211"/>
              <a:gd name="connsiteY9" fmla="*/ 6858000 h 6858000"/>
              <a:gd name="connsiteX10" fmla="*/ 0 w 2197211"/>
              <a:gd name="connsiteY10" fmla="*/ 0 h 6858000"/>
              <a:gd name="connsiteX0" fmla="*/ 0 w 2173832"/>
              <a:gd name="connsiteY0" fmla="*/ 0 h 6858000"/>
              <a:gd name="connsiteX1" fmla="*/ 655455 w 2173832"/>
              <a:gd name="connsiteY1" fmla="*/ 0 h 6858000"/>
              <a:gd name="connsiteX2" fmla="*/ 1925904 w 2173832"/>
              <a:gd name="connsiteY2" fmla="*/ 3042605 h 6858000"/>
              <a:gd name="connsiteX3" fmla="*/ 2152481 w 2173832"/>
              <a:gd name="connsiteY3" fmla="*/ 3544311 h 6858000"/>
              <a:gd name="connsiteX4" fmla="*/ 1294725 w 2173832"/>
              <a:gd name="connsiteY4" fmla="*/ 3681876 h 6858000"/>
              <a:gd name="connsiteX5" fmla="*/ 1011504 w 2173832"/>
              <a:gd name="connsiteY5" fmla="*/ 3843717 h 6858000"/>
              <a:gd name="connsiteX6" fmla="*/ 809204 w 2173832"/>
              <a:gd name="connsiteY6" fmla="*/ 4135031 h 6858000"/>
              <a:gd name="connsiteX7" fmla="*/ 639271 w 2173832"/>
              <a:gd name="connsiteY7" fmla="*/ 4944234 h 6858000"/>
              <a:gd name="connsiteX8" fmla="*/ 655455 w 2173832"/>
              <a:gd name="connsiteY8" fmla="*/ 6858000 h 6858000"/>
              <a:gd name="connsiteX9" fmla="*/ 0 w 2173832"/>
              <a:gd name="connsiteY9" fmla="*/ 6858000 h 6858000"/>
              <a:gd name="connsiteX10" fmla="*/ 0 w 2173832"/>
              <a:gd name="connsiteY10" fmla="*/ 0 h 6858000"/>
              <a:gd name="connsiteX0" fmla="*/ 0 w 2509126"/>
              <a:gd name="connsiteY0" fmla="*/ 0 h 6858000"/>
              <a:gd name="connsiteX1" fmla="*/ 655455 w 2509126"/>
              <a:gd name="connsiteY1" fmla="*/ 0 h 6858000"/>
              <a:gd name="connsiteX2" fmla="*/ 2508530 w 2509126"/>
              <a:gd name="connsiteY2" fmla="*/ 3382471 h 6858000"/>
              <a:gd name="connsiteX3" fmla="*/ 2152481 w 2509126"/>
              <a:gd name="connsiteY3" fmla="*/ 3544311 h 6858000"/>
              <a:gd name="connsiteX4" fmla="*/ 1294725 w 2509126"/>
              <a:gd name="connsiteY4" fmla="*/ 3681876 h 6858000"/>
              <a:gd name="connsiteX5" fmla="*/ 1011504 w 2509126"/>
              <a:gd name="connsiteY5" fmla="*/ 3843717 h 6858000"/>
              <a:gd name="connsiteX6" fmla="*/ 809204 w 2509126"/>
              <a:gd name="connsiteY6" fmla="*/ 4135031 h 6858000"/>
              <a:gd name="connsiteX7" fmla="*/ 639271 w 2509126"/>
              <a:gd name="connsiteY7" fmla="*/ 4944234 h 6858000"/>
              <a:gd name="connsiteX8" fmla="*/ 655455 w 2509126"/>
              <a:gd name="connsiteY8" fmla="*/ 6858000 h 6858000"/>
              <a:gd name="connsiteX9" fmla="*/ 0 w 2509126"/>
              <a:gd name="connsiteY9" fmla="*/ 6858000 h 6858000"/>
              <a:gd name="connsiteX10" fmla="*/ 0 w 2509126"/>
              <a:gd name="connsiteY10" fmla="*/ 0 h 6858000"/>
              <a:gd name="connsiteX0" fmla="*/ 0 w 2509126"/>
              <a:gd name="connsiteY0" fmla="*/ 0 h 6858000"/>
              <a:gd name="connsiteX1" fmla="*/ 655455 w 2509126"/>
              <a:gd name="connsiteY1" fmla="*/ 0 h 6858000"/>
              <a:gd name="connsiteX2" fmla="*/ 2508530 w 2509126"/>
              <a:gd name="connsiteY2" fmla="*/ 3382471 h 6858000"/>
              <a:gd name="connsiteX3" fmla="*/ 2152481 w 2509126"/>
              <a:gd name="connsiteY3" fmla="*/ 3544311 h 6858000"/>
              <a:gd name="connsiteX4" fmla="*/ 1294725 w 2509126"/>
              <a:gd name="connsiteY4" fmla="*/ 3681876 h 6858000"/>
              <a:gd name="connsiteX5" fmla="*/ 1011504 w 2509126"/>
              <a:gd name="connsiteY5" fmla="*/ 3843717 h 6858000"/>
              <a:gd name="connsiteX6" fmla="*/ 809204 w 2509126"/>
              <a:gd name="connsiteY6" fmla="*/ 4135031 h 6858000"/>
              <a:gd name="connsiteX7" fmla="*/ 639271 w 2509126"/>
              <a:gd name="connsiteY7" fmla="*/ 4944234 h 6858000"/>
              <a:gd name="connsiteX8" fmla="*/ 655455 w 2509126"/>
              <a:gd name="connsiteY8" fmla="*/ 6858000 h 6858000"/>
              <a:gd name="connsiteX9" fmla="*/ 0 w 2509126"/>
              <a:gd name="connsiteY9" fmla="*/ 6858000 h 6858000"/>
              <a:gd name="connsiteX10" fmla="*/ 0 w 2509126"/>
              <a:gd name="connsiteY10" fmla="*/ 0 h 6858000"/>
              <a:gd name="connsiteX0" fmla="*/ 0 w 2509670"/>
              <a:gd name="connsiteY0" fmla="*/ 0 h 6858000"/>
              <a:gd name="connsiteX1" fmla="*/ 655455 w 2509670"/>
              <a:gd name="connsiteY1" fmla="*/ 0 h 6858000"/>
              <a:gd name="connsiteX2" fmla="*/ 2192941 w 2509670"/>
              <a:gd name="connsiteY2" fmla="*/ 2767476 h 6858000"/>
              <a:gd name="connsiteX3" fmla="*/ 2508530 w 2509670"/>
              <a:gd name="connsiteY3" fmla="*/ 3382471 h 6858000"/>
              <a:gd name="connsiteX4" fmla="*/ 2152481 w 2509670"/>
              <a:gd name="connsiteY4" fmla="*/ 3544311 h 6858000"/>
              <a:gd name="connsiteX5" fmla="*/ 1294725 w 2509670"/>
              <a:gd name="connsiteY5" fmla="*/ 3681876 h 6858000"/>
              <a:gd name="connsiteX6" fmla="*/ 1011504 w 2509670"/>
              <a:gd name="connsiteY6" fmla="*/ 3843717 h 6858000"/>
              <a:gd name="connsiteX7" fmla="*/ 809204 w 2509670"/>
              <a:gd name="connsiteY7" fmla="*/ 4135031 h 6858000"/>
              <a:gd name="connsiteX8" fmla="*/ 639271 w 2509670"/>
              <a:gd name="connsiteY8" fmla="*/ 4944234 h 6858000"/>
              <a:gd name="connsiteX9" fmla="*/ 655455 w 2509670"/>
              <a:gd name="connsiteY9" fmla="*/ 6858000 h 6858000"/>
              <a:gd name="connsiteX10" fmla="*/ 0 w 2509670"/>
              <a:gd name="connsiteY10" fmla="*/ 6858000 h 6858000"/>
              <a:gd name="connsiteX11" fmla="*/ 0 w 2509670"/>
              <a:gd name="connsiteY11" fmla="*/ 0 h 6858000"/>
              <a:gd name="connsiteX0" fmla="*/ 0 w 2509126"/>
              <a:gd name="connsiteY0" fmla="*/ 0 h 6858000"/>
              <a:gd name="connsiteX1" fmla="*/ 655455 w 2509126"/>
              <a:gd name="connsiteY1" fmla="*/ 0 h 6858000"/>
              <a:gd name="connsiteX2" fmla="*/ 2192941 w 2509126"/>
              <a:gd name="connsiteY2" fmla="*/ 2767476 h 6858000"/>
              <a:gd name="connsiteX3" fmla="*/ 2508530 w 2509126"/>
              <a:gd name="connsiteY3" fmla="*/ 3382471 h 6858000"/>
              <a:gd name="connsiteX4" fmla="*/ 2152481 w 2509126"/>
              <a:gd name="connsiteY4" fmla="*/ 3544311 h 6858000"/>
              <a:gd name="connsiteX5" fmla="*/ 1294725 w 2509126"/>
              <a:gd name="connsiteY5" fmla="*/ 3681876 h 6858000"/>
              <a:gd name="connsiteX6" fmla="*/ 1011504 w 2509126"/>
              <a:gd name="connsiteY6" fmla="*/ 3843717 h 6858000"/>
              <a:gd name="connsiteX7" fmla="*/ 809204 w 2509126"/>
              <a:gd name="connsiteY7" fmla="*/ 4135031 h 6858000"/>
              <a:gd name="connsiteX8" fmla="*/ 639271 w 2509126"/>
              <a:gd name="connsiteY8" fmla="*/ 4944234 h 6858000"/>
              <a:gd name="connsiteX9" fmla="*/ 655455 w 2509126"/>
              <a:gd name="connsiteY9" fmla="*/ 6858000 h 6858000"/>
              <a:gd name="connsiteX10" fmla="*/ 0 w 2509126"/>
              <a:gd name="connsiteY10" fmla="*/ 6858000 h 6858000"/>
              <a:gd name="connsiteX11" fmla="*/ 0 w 2509126"/>
              <a:gd name="connsiteY11" fmla="*/ 0 h 6858000"/>
              <a:gd name="connsiteX0" fmla="*/ 0 w 2509126"/>
              <a:gd name="connsiteY0" fmla="*/ 0 h 6858000"/>
              <a:gd name="connsiteX1" fmla="*/ 655455 w 2509126"/>
              <a:gd name="connsiteY1" fmla="*/ 0 h 6858000"/>
              <a:gd name="connsiteX2" fmla="*/ 2192941 w 2509126"/>
              <a:gd name="connsiteY2" fmla="*/ 2767476 h 6858000"/>
              <a:gd name="connsiteX3" fmla="*/ 2508530 w 2509126"/>
              <a:gd name="connsiteY3" fmla="*/ 3382471 h 6858000"/>
              <a:gd name="connsiteX4" fmla="*/ 2152481 w 2509126"/>
              <a:gd name="connsiteY4" fmla="*/ 3544311 h 6858000"/>
              <a:gd name="connsiteX5" fmla="*/ 1294725 w 2509126"/>
              <a:gd name="connsiteY5" fmla="*/ 3681876 h 6858000"/>
              <a:gd name="connsiteX6" fmla="*/ 1011504 w 2509126"/>
              <a:gd name="connsiteY6" fmla="*/ 3843717 h 6858000"/>
              <a:gd name="connsiteX7" fmla="*/ 809204 w 2509126"/>
              <a:gd name="connsiteY7" fmla="*/ 4135031 h 6858000"/>
              <a:gd name="connsiteX8" fmla="*/ 639271 w 2509126"/>
              <a:gd name="connsiteY8" fmla="*/ 4944234 h 6858000"/>
              <a:gd name="connsiteX9" fmla="*/ 655455 w 2509126"/>
              <a:gd name="connsiteY9" fmla="*/ 6858000 h 6858000"/>
              <a:gd name="connsiteX10" fmla="*/ 0 w 2509126"/>
              <a:gd name="connsiteY10" fmla="*/ 6858000 h 6858000"/>
              <a:gd name="connsiteX11" fmla="*/ 0 w 2509126"/>
              <a:gd name="connsiteY11" fmla="*/ 0 h 6858000"/>
              <a:gd name="connsiteX0" fmla="*/ 0 w 2646550"/>
              <a:gd name="connsiteY0" fmla="*/ 0 h 6858000"/>
              <a:gd name="connsiteX1" fmla="*/ 655455 w 2646550"/>
              <a:gd name="connsiteY1" fmla="*/ 0 h 6858000"/>
              <a:gd name="connsiteX2" fmla="*/ 2646095 w 2646550"/>
              <a:gd name="connsiteY2" fmla="*/ 3123526 h 6858000"/>
              <a:gd name="connsiteX3" fmla="*/ 2508530 w 2646550"/>
              <a:gd name="connsiteY3" fmla="*/ 3382471 h 6858000"/>
              <a:gd name="connsiteX4" fmla="*/ 2152481 w 2646550"/>
              <a:gd name="connsiteY4" fmla="*/ 3544311 h 6858000"/>
              <a:gd name="connsiteX5" fmla="*/ 1294725 w 2646550"/>
              <a:gd name="connsiteY5" fmla="*/ 3681876 h 6858000"/>
              <a:gd name="connsiteX6" fmla="*/ 1011504 w 2646550"/>
              <a:gd name="connsiteY6" fmla="*/ 3843717 h 6858000"/>
              <a:gd name="connsiteX7" fmla="*/ 809204 w 2646550"/>
              <a:gd name="connsiteY7" fmla="*/ 4135031 h 6858000"/>
              <a:gd name="connsiteX8" fmla="*/ 639271 w 2646550"/>
              <a:gd name="connsiteY8" fmla="*/ 4944234 h 6858000"/>
              <a:gd name="connsiteX9" fmla="*/ 655455 w 2646550"/>
              <a:gd name="connsiteY9" fmla="*/ 6858000 h 6858000"/>
              <a:gd name="connsiteX10" fmla="*/ 0 w 2646550"/>
              <a:gd name="connsiteY10" fmla="*/ 6858000 h 6858000"/>
              <a:gd name="connsiteX11" fmla="*/ 0 w 2646550"/>
              <a:gd name="connsiteY11" fmla="*/ 0 h 6858000"/>
              <a:gd name="connsiteX0" fmla="*/ 0 w 2646550"/>
              <a:gd name="connsiteY0" fmla="*/ 0 h 6858000"/>
              <a:gd name="connsiteX1" fmla="*/ 655455 w 2646550"/>
              <a:gd name="connsiteY1" fmla="*/ 0 h 6858000"/>
              <a:gd name="connsiteX2" fmla="*/ 2306229 w 2646550"/>
              <a:gd name="connsiteY2" fmla="*/ 2557083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711542"/>
              <a:gd name="connsiteY0" fmla="*/ 0 h 6858000"/>
              <a:gd name="connsiteX1" fmla="*/ 655455 w 2711542"/>
              <a:gd name="connsiteY1" fmla="*/ 0 h 6858000"/>
              <a:gd name="connsiteX2" fmla="*/ 2540898 w 2711542"/>
              <a:gd name="connsiteY2" fmla="*/ 2322414 h 6858000"/>
              <a:gd name="connsiteX3" fmla="*/ 2646095 w 2711542"/>
              <a:gd name="connsiteY3" fmla="*/ 3123526 h 6858000"/>
              <a:gd name="connsiteX4" fmla="*/ 2508530 w 2711542"/>
              <a:gd name="connsiteY4" fmla="*/ 3382471 h 6858000"/>
              <a:gd name="connsiteX5" fmla="*/ 2152481 w 2711542"/>
              <a:gd name="connsiteY5" fmla="*/ 3544311 h 6858000"/>
              <a:gd name="connsiteX6" fmla="*/ 1294725 w 2711542"/>
              <a:gd name="connsiteY6" fmla="*/ 3681876 h 6858000"/>
              <a:gd name="connsiteX7" fmla="*/ 1011504 w 2711542"/>
              <a:gd name="connsiteY7" fmla="*/ 3843717 h 6858000"/>
              <a:gd name="connsiteX8" fmla="*/ 809204 w 2711542"/>
              <a:gd name="connsiteY8" fmla="*/ 4135031 h 6858000"/>
              <a:gd name="connsiteX9" fmla="*/ 639271 w 2711542"/>
              <a:gd name="connsiteY9" fmla="*/ 4944234 h 6858000"/>
              <a:gd name="connsiteX10" fmla="*/ 655455 w 2711542"/>
              <a:gd name="connsiteY10" fmla="*/ 6858000 h 6858000"/>
              <a:gd name="connsiteX11" fmla="*/ 0 w 2711542"/>
              <a:gd name="connsiteY11" fmla="*/ 6858000 h 6858000"/>
              <a:gd name="connsiteX12" fmla="*/ 0 w 2711542"/>
              <a:gd name="connsiteY12" fmla="*/ 0 h 6858000"/>
              <a:gd name="connsiteX0" fmla="*/ 0 w 2646550"/>
              <a:gd name="connsiteY0" fmla="*/ 0 h 6858000"/>
              <a:gd name="connsiteX1" fmla="*/ 655455 w 2646550"/>
              <a:gd name="connsiteY1" fmla="*/ 0 h 6858000"/>
              <a:gd name="connsiteX2" fmla="*/ 2540898 w 2646550"/>
              <a:gd name="connsiteY2" fmla="*/ 2322414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646550"/>
              <a:gd name="connsiteY0" fmla="*/ 0 h 6858000"/>
              <a:gd name="connsiteX1" fmla="*/ 655455 w 2646550"/>
              <a:gd name="connsiteY1" fmla="*/ 0 h 6858000"/>
              <a:gd name="connsiteX2" fmla="*/ 2540898 w 2646550"/>
              <a:gd name="connsiteY2" fmla="*/ 2322414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719333"/>
              <a:gd name="connsiteY0" fmla="*/ 0 h 6858000"/>
              <a:gd name="connsiteX1" fmla="*/ 655455 w 2719333"/>
              <a:gd name="connsiteY1" fmla="*/ 0 h 6858000"/>
              <a:gd name="connsiteX2" fmla="*/ 2718923 w 2719333"/>
              <a:gd name="connsiteY2" fmla="*/ 2937409 h 6858000"/>
              <a:gd name="connsiteX3" fmla="*/ 2646095 w 2719333"/>
              <a:gd name="connsiteY3" fmla="*/ 3123526 h 6858000"/>
              <a:gd name="connsiteX4" fmla="*/ 2508530 w 2719333"/>
              <a:gd name="connsiteY4" fmla="*/ 3382471 h 6858000"/>
              <a:gd name="connsiteX5" fmla="*/ 2152481 w 2719333"/>
              <a:gd name="connsiteY5" fmla="*/ 3544311 h 6858000"/>
              <a:gd name="connsiteX6" fmla="*/ 1294725 w 2719333"/>
              <a:gd name="connsiteY6" fmla="*/ 3681876 h 6858000"/>
              <a:gd name="connsiteX7" fmla="*/ 1011504 w 2719333"/>
              <a:gd name="connsiteY7" fmla="*/ 3843717 h 6858000"/>
              <a:gd name="connsiteX8" fmla="*/ 809204 w 2719333"/>
              <a:gd name="connsiteY8" fmla="*/ 4135031 h 6858000"/>
              <a:gd name="connsiteX9" fmla="*/ 639271 w 2719333"/>
              <a:gd name="connsiteY9" fmla="*/ 4944234 h 6858000"/>
              <a:gd name="connsiteX10" fmla="*/ 655455 w 2719333"/>
              <a:gd name="connsiteY10" fmla="*/ 6858000 h 6858000"/>
              <a:gd name="connsiteX11" fmla="*/ 0 w 2719333"/>
              <a:gd name="connsiteY11" fmla="*/ 6858000 h 6858000"/>
              <a:gd name="connsiteX12" fmla="*/ 0 w 2719333"/>
              <a:gd name="connsiteY12"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21188"/>
              <a:gd name="connsiteY0" fmla="*/ 0 h 6858000"/>
              <a:gd name="connsiteX1" fmla="*/ 655455 w 2721188"/>
              <a:gd name="connsiteY1" fmla="*/ 0 h 6858000"/>
              <a:gd name="connsiteX2" fmla="*/ 2395242 w 2721188"/>
              <a:gd name="connsiteY2" fmla="*/ 2435703 h 6858000"/>
              <a:gd name="connsiteX3" fmla="*/ 2718923 w 2721188"/>
              <a:gd name="connsiteY3" fmla="*/ 2937409 h 6858000"/>
              <a:gd name="connsiteX4" fmla="*/ 2646095 w 2721188"/>
              <a:gd name="connsiteY4" fmla="*/ 3123526 h 6858000"/>
              <a:gd name="connsiteX5" fmla="*/ 2508530 w 2721188"/>
              <a:gd name="connsiteY5" fmla="*/ 3382471 h 6858000"/>
              <a:gd name="connsiteX6" fmla="*/ 2152481 w 2721188"/>
              <a:gd name="connsiteY6" fmla="*/ 3544311 h 6858000"/>
              <a:gd name="connsiteX7" fmla="*/ 1294725 w 2721188"/>
              <a:gd name="connsiteY7" fmla="*/ 3681876 h 6858000"/>
              <a:gd name="connsiteX8" fmla="*/ 1011504 w 2721188"/>
              <a:gd name="connsiteY8" fmla="*/ 3843717 h 6858000"/>
              <a:gd name="connsiteX9" fmla="*/ 809204 w 2721188"/>
              <a:gd name="connsiteY9" fmla="*/ 4135031 h 6858000"/>
              <a:gd name="connsiteX10" fmla="*/ 639271 w 2721188"/>
              <a:gd name="connsiteY10" fmla="*/ 4944234 h 6858000"/>
              <a:gd name="connsiteX11" fmla="*/ 655455 w 2721188"/>
              <a:gd name="connsiteY11" fmla="*/ 6858000 h 6858000"/>
              <a:gd name="connsiteX12" fmla="*/ 0 w 2721188"/>
              <a:gd name="connsiteY12" fmla="*/ 6858000 h 6858000"/>
              <a:gd name="connsiteX13" fmla="*/ 0 w 2721188"/>
              <a:gd name="connsiteY13"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19531"/>
              <a:gd name="connsiteY0" fmla="*/ 0 h 6858000"/>
              <a:gd name="connsiteX1" fmla="*/ 655455 w 2719531"/>
              <a:gd name="connsiteY1" fmla="*/ 0 h 6858000"/>
              <a:gd name="connsiteX2" fmla="*/ 2662279 w 2719531"/>
              <a:gd name="connsiteY2" fmla="*/ 2484255 h 6858000"/>
              <a:gd name="connsiteX3" fmla="*/ 2718923 w 2719531"/>
              <a:gd name="connsiteY3" fmla="*/ 2937409 h 6858000"/>
              <a:gd name="connsiteX4" fmla="*/ 2646095 w 2719531"/>
              <a:gd name="connsiteY4" fmla="*/ 3123526 h 6858000"/>
              <a:gd name="connsiteX5" fmla="*/ 2508530 w 2719531"/>
              <a:gd name="connsiteY5" fmla="*/ 3382471 h 6858000"/>
              <a:gd name="connsiteX6" fmla="*/ 2152481 w 2719531"/>
              <a:gd name="connsiteY6" fmla="*/ 3544311 h 6858000"/>
              <a:gd name="connsiteX7" fmla="*/ 1294725 w 2719531"/>
              <a:gd name="connsiteY7" fmla="*/ 3681876 h 6858000"/>
              <a:gd name="connsiteX8" fmla="*/ 1011504 w 2719531"/>
              <a:gd name="connsiteY8" fmla="*/ 3843717 h 6858000"/>
              <a:gd name="connsiteX9" fmla="*/ 809204 w 2719531"/>
              <a:gd name="connsiteY9" fmla="*/ 4135031 h 6858000"/>
              <a:gd name="connsiteX10" fmla="*/ 639271 w 2719531"/>
              <a:gd name="connsiteY10" fmla="*/ 4944234 h 6858000"/>
              <a:gd name="connsiteX11" fmla="*/ 655455 w 2719531"/>
              <a:gd name="connsiteY11" fmla="*/ 6858000 h 6858000"/>
              <a:gd name="connsiteX12" fmla="*/ 0 w 2719531"/>
              <a:gd name="connsiteY12" fmla="*/ 6858000 h 6858000"/>
              <a:gd name="connsiteX13" fmla="*/ 0 w 2719531"/>
              <a:gd name="connsiteY13"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524714 w 2719531"/>
              <a:gd name="connsiteY2" fmla="*/ 1885444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524714 w 2719531"/>
              <a:gd name="connsiteY2" fmla="*/ 1885444 h 6858000"/>
              <a:gd name="connsiteX3" fmla="*/ 2662279 w 2719531"/>
              <a:gd name="connsiteY3" fmla="*/ 244379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55455 w 2719348"/>
              <a:gd name="connsiteY12" fmla="*/ 6858000 h 6858000"/>
              <a:gd name="connsiteX13" fmla="*/ 0 w 2719348"/>
              <a:gd name="connsiteY13" fmla="*/ 6858000 h 6858000"/>
              <a:gd name="connsiteX14" fmla="*/ 0 w 2719348"/>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55455 w 2719348"/>
              <a:gd name="connsiteY12" fmla="*/ 6858000 h 6858000"/>
              <a:gd name="connsiteX13" fmla="*/ 0 w 2719348"/>
              <a:gd name="connsiteY13" fmla="*/ 6858000 h 6858000"/>
              <a:gd name="connsiteX14" fmla="*/ 0 w 2719348"/>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47362 w 2719348"/>
              <a:gd name="connsiteY12" fmla="*/ 5470216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704006 w 2719348"/>
              <a:gd name="connsiteY13" fmla="*/ 605284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1035781 w 2719348"/>
              <a:gd name="connsiteY14" fmla="*/ 6858000 h 6858000"/>
              <a:gd name="connsiteX15" fmla="*/ 0 w 2719348"/>
              <a:gd name="connsiteY15" fmla="*/ 6858000 h 6858000"/>
              <a:gd name="connsiteX16" fmla="*/ 0 w 2719348"/>
              <a:gd name="connsiteY16" fmla="*/ 0 h 6858000"/>
              <a:gd name="connsiteX0" fmla="*/ 0 w 2719348"/>
              <a:gd name="connsiteY0" fmla="*/ 0 h 6858011"/>
              <a:gd name="connsiteX1" fmla="*/ 655455 w 2719348"/>
              <a:gd name="connsiteY1" fmla="*/ 0 h 6858011"/>
              <a:gd name="connsiteX2" fmla="*/ 2524714 w 2719348"/>
              <a:gd name="connsiteY2" fmla="*/ 1885444 h 6858011"/>
              <a:gd name="connsiteX3" fmla="*/ 2638003 w 2719348"/>
              <a:gd name="connsiteY3" fmla="*/ 2403335 h 6858011"/>
              <a:gd name="connsiteX4" fmla="*/ 2718923 w 2719348"/>
              <a:gd name="connsiteY4" fmla="*/ 2937409 h 6858011"/>
              <a:gd name="connsiteX5" fmla="*/ 2646095 w 2719348"/>
              <a:gd name="connsiteY5" fmla="*/ 3123526 h 6858011"/>
              <a:gd name="connsiteX6" fmla="*/ 2508530 w 2719348"/>
              <a:gd name="connsiteY6" fmla="*/ 3382471 h 6858011"/>
              <a:gd name="connsiteX7" fmla="*/ 2152481 w 2719348"/>
              <a:gd name="connsiteY7" fmla="*/ 3544311 h 6858011"/>
              <a:gd name="connsiteX8" fmla="*/ 1294725 w 2719348"/>
              <a:gd name="connsiteY8" fmla="*/ 3681876 h 6858011"/>
              <a:gd name="connsiteX9" fmla="*/ 1011504 w 2719348"/>
              <a:gd name="connsiteY9" fmla="*/ 3843717 h 6858011"/>
              <a:gd name="connsiteX10" fmla="*/ 809204 w 2719348"/>
              <a:gd name="connsiteY10" fmla="*/ 4135031 h 6858011"/>
              <a:gd name="connsiteX11" fmla="*/ 639271 w 2719348"/>
              <a:gd name="connsiteY11" fmla="*/ 4944234 h 6858011"/>
              <a:gd name="connsiteX12" fmla="*/ 720190 w 2719348"/>
              <a:gd name="connsiteY12" fmla="*/ 5526860 h 6858011"/>
              <a:gd name="connsiteX13" fmla="*/ 833479 w 2719348"/>
              <a:gd name="connsiteY13" fmla="*/ 6093302 h 6858011"/>
              <a:gd name="connsiteX14" fmla="*/ 1035781 w 2719348"/>
              <a:gd name="connsiteY14" fmla="*/ 6858000 h 6858011"/>
              <a:gd name="connsiteX15" fmla="*/ 0 w 2719348"/>
              <a:gd name="connsiteY15" fmla="*/ 6858000 h 6858011"/>
              <a:gd name="connsiteX16" fmla="*/ 0 w 2719348"/>
              <a:gd name="connsiteY16" fmla="*/ 0 h 6858011"/>
              <a:gd name="connsiteX0" fmla="*/ 0 w 2719348"/>
              <a:gd name="connsiteY0" fmla="*/ 0 h 6858011"/>
              <a:gd name="connsiteX1" fmla="*/ 655455 w 2719348"/>
              <a:gd name="connsiteY1" fmla="*/ 0 h 6858011"/>
              <a:gd name="connsiteX2" fmla="*/ 2524714 w 2719348"/>
              <a:gd name="connsiteY2" fmla="*/ 1885444 h 6858011"/>
              <a:gd name="connsiteX3" fmla="*/ 2638003 w 2719348"/>
              <a:gd name="connsiteY3" fmla="*/ 2403335 h 6858011"/>
              <a:gd name="connsiteX4" fmla="*/ 2718923 w 2719348"/>
              <a:gd name="connsiteY4" fmla="*/ 2937409 h 6858011"/>
              <a:gd name="connsiteX5" fmla="*/ 2646095 w 2719348"/>
              <a:gd name="connsiteY5" fmla="*/ 3123526 h 6858011"/>
              <a:gd name="connsiteX6" fmla="*/ 2508530 w 2719348"/>
              <a:gd name="connsiteY6" fmla="*/ 3382471 h 6858011"/>
              <a:gd name="connsiteX7" fmla="*/ 2152481 w 2719348"/>
              <a:gd name="connsiteY7" fmla="*/ 3544311 h 6858011"/>
              <a:gd name="connsiteX8" fmla="*/ 1294725 w 2719348"/>
              <a:gd name="connsiteY8" fmla="*/ 3681876 h 6858011"/>
              <a:gd name="connsiteX9" fmla="*/ 1011504 w 2719348"/>
              <a:gd name="connsiteY9" fmla="*/ 3843717 h 6858011"/>
              <a:gd name="connsiteX10" fmla="*/ 809204 w 2719348"/>
              <a:gd name="connsiteY10" fmla="*/ 4135031 h 6858011"/>
              <a:gd name="connsiteX11" fmla="*/ 639271 w 2719348"/>
              <a:gd name="connsiteY11" fmla="*/ 4944234 h 6858011"/>
              <a:gd name="connsiteX12" fmla="*/ 720190 w 2719348"/>
              <a:gd name="connsiteY12" fmla="*/ 5526860 h 6858011"/>
              <a:gd name="connsiteX13" fmla="*/ 809203 w 2719348"/>
              <a:gd name="connsiteY13" fmla="*/ 6109486 h 6858011"/>
              <a:gd name="connsiteX14" fmla="*/ 1035781 w 2719348"/>
              <a:gd name="connsiteY14" fmla="*/ 6858000 h 6858011"/>
              <a:gd name="connsiteX15" fmla="*/ 0 w 2719348"/>
              <a:gd name="connsiteY15" fmla="*/ 6858000 h 6858011"/>
              <a:gd name="connsiteX16" fmla="*/ 0 w 2719348"/>
              <a:gd name="connsiteY16"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2459978 w 2719348"/>
              <a:gd name="connsiteY2" fmla="*/ 1076241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2459978 w 2719348"/>
              <a:gd name="connsiteY2" fmla="*/ 1076241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27015"/>
              <a:gd name="connsiteY0" fmla="*/ 0 h 6858011"/>
              <a:gd name="connsiteX1" fmla="*/ 655455 w 2727015"/>
              <a:gd name="connsiteY1" fmla="*/ 0 h 6858011"/>
              <a:gd name="connsiteX2" fmla="*/ 2727015 w 2727015"/>
              <a:gd name="connsiteY2" fmla="*/ 364142 h 6858011"/>
              <a:gd name="connsiteX3" fmla="*/ 2459978 w 2727015"/>
              <a:gd name="connsiteY3" fmla="*/ 1076241 h 6858011"/>
              <a:gd name="connsiteX4" fmla="*/ 2524714 w 2727015"/>
              <a:gd name="connsiteY4" fmla="*/ 1885444 h 6858011"/>
              <a:gd name="connsiteX5" fmla="*/ 2638003 w 2727015"/>
              <a:gd name="connsiteY5" fmla="*/ 2403335 h 6858011"/>
              <a:gd name="connsiteX6" fmla="*/ 2718923 w 2727015"/>
              <a:gd name="connsiteY6" fmla="*/ 2937409 h 6858011"/>
              <a:gd name="connsiteX7" fmla="*/ 2646095 w 2727015"/>
              <a:gd name="connsiteY7" fmla="*/ 3123526 h 6858011"/>
              <a:gd name="connsiteX8" fmla="*/ 2508530 w 2727015"/>
              <a:gd name="connsiteY8" fmla="*/ 3382471 h 6858011"/>
              <a:gd name="connsiteX9" fmla="*/ 2152481 w 2727015"/>
              <a:gd name="connsiteY9" fmla="*/ 3544311 h 6858011"/>
              <a:gd name="connsiteX10" fmla="*/ 1294725 w 2727015"/>
              <a:gd name="connsiteY10" fmla="*/ 3681876 h 6858011"/>
              <a:gd name="connsiteX11" fmla="*/ 1011504 w 2727015"/>
              <a:gd name="connsiteY11" fmla="*/ 3843717 h 6858011"/>
              <a:gd name="connsiteX12" fmla="*/ 809204 w 2727015"/>
              <a:gd name="connsiteY12" fmla="*/ 4135031 h 6858011"/>
              <a:gd name="connsiteX13" fmla="*/ 639271 w 2727015"/>
              <a:gd name="connsiteY13" fmla="*/ 4944234 h 6858011"/>
              <a:gd name="connsiteX14" fmla="*/ 720190 w 2727015"/>
              <a:gd name="connsiteY14" fmla="*/ 5526860 h 6858011"/>
              <a:gd name="connsiteX15" fmla="*/ 809203 w 2727015"/>
              <a:gd name="connsiteY15" fmla="*/ 6109486 h 6858011"/>
              <a:gd name="connsiteX16" fmla="*/ 1035781 w 2727015"/>
              <a:gd name="connsiteY16" fmla="*/ 6858000 h 6858011"/>
              <a:gd name="connsiteX17" fmla="*/ 0 w 2727015"/>
              <a:gd name="connsiteY17" fmla="*/ 6858000 h 6858011"/>
              <a:gd name="connsiteX18" fmla="*/ 0 w 2727015"/>
              <a:gd name="connsiteY18" fmla="*/ 0 h 6858011"/>
              <a:gd name="connsiteX0" fmla="*/ 0 w 2727015"/>
              <a:gd name="connsiteY0" fmla="*/ 0 h 6858011"/>
              <a:gd name="connsiteX1" fmla="*/ 655455 w 2727015"/>
              <a:gd name="connsiteY1" fmla="*/ 0 h 6858011"/>
              <a:gd name="connsiteX2" fmla="*/ 2727015 w 2727015"/>
              <a:gd name="connsiteY2" fmla="*/ 364142 h 6858011"/>
              <a:gd name="connsiteX3" fmla="*/ 2459978 w 2727015"/>
              <a:gd name="connsiteY3" fmla="*/ 1076241 h 6858011"/>
              <a:gd name="connsiteX4" fmla="*/ 2524714 w 2727015"/>
              <a:gd name="connsiteY4" fmla="*/ 1885444 h 6858011"/>
              <a:gd name="connsiteX5" fmla="*/ 2638003 w 2727015"/>
              <a:gd name="connsiteY5" fmla="*/ 2403335 h 6858011"/>
              <a:gd name="connsiteX6" fmla="*/ 2718923 w 2727015"/>
              <a:gd name="connsiteY6" fmla="*/ 2937409 h 6858011"/>
              <a:gd name="connsiteX7" fmla="*/ 2646095 w 2727015"/>
              <a:gd name="connsiteY7" fmla="*/ 3123526 h 6858011"/>
              <a:gd name="connsiteX8" fmla="*/ 2508530 w 2727015"/>
              <a:gd name="connsiteY8" fmla="*/ 3382471 h 6858011"/>
              <a:gd name="connsiteX9" fmla="*/ 2152481 w 2727015"/>
              <a:gd name="connsiteY9" fmla="*/ 3544311 h 6858011"/>
              <a:gd name="connsiteX10" fmla="*/ 1294725 w 2727015"/>
              <a:gd name="connsiteY10" fmla="*/ 3681876 h 6858011"/>
              <a:gd name="connsiteX11" fmla="*/ 1011504 w 2727015"/>
              <a:gd name="connsiteY11" fmla="*/ 3843717 h 6858011"/>
              <a:gd name="connsiteX12" fmla="*/ 809204 w 2727015"/>
              <a:gd name="connsiteY12" fmla="*/ 4135031 h 6858011"/>
              <a:gd name="connsiteX13" fmla="*/ 639271 w 2727015"/>
              <a:gd name="connsiteY13" fmla="*/ 4944234 h 6858011"/>
              <a:gd name="connsiteX14" fmla="*/ 720190 w 2727015"/>
              <a:gd name="connsiteY14" fmla="*/ 5526860 h 6858011"/>
              <a:gd name="connsiteX15" fmla="*/ 809203 w 2727015"/>
              <a:gd name="connsiteY15" fmla="*/ 6109486 h 6858011"/>
              <a:gd name="connsiteX16" fmla="*/ 1035781 w 2727015"/>
              <a:gd name="connsiteY16" fmla="*/ 6858000 h 6858011"/>
              <a:gd name="connsiteX17" fmla="*/ 0 w 2727015"/>
              <a:gd name="connsiteY17" fmla="*/ 6858000 h 6858011"/>
              <a:gd name="connsiteX18" fmla="*/ 0 w 2727015"/>
              <a:gd name="connsiteY18" fmla="*/ 0 h 6858011"/>
              <a:gd name="connsiteX0" fmla="*/ 0 w 3099577"/>
              <a:gd name="connsiteY0" fmla="*/ 0 h 6858011"/>
              <a:gd name="connsiteX1" fmla="*/ 3002145 w 3099577"/>
              <a:gd name="connsiteY1" fmla="*/ 0 h 6858011"/>
              <a:gd name="connsiteX2" fmla="*/ 2727015 w 3099577"/>
              <a:gd name="connsiteY2" fmla="*/ 364142 h 6858011"/>
              <a:gd name="connsiteX3" fmla="*/ 2459978 w 3099577"/>
              <a:gd name="connsiteY3" fmla="*/ 1076241 h 6858011"/>
              <a:gd name="connsiteX4" fmla="*/ 2524714 w 3099577"/>
              <a:gd name="connsiteY4" fmla="*/ 1885444 h 6858011"/>
              <a:gd name="connsiteX5" fmla="*/ 2638003 w 3099577"/>
              <a:gd name="connsiteY5" fmla="*/ 2403335 h 6858011"/>
              <a:gd name="connsiteX6" fmla="*/ 2718923 w 3099577"/>
              <a:gd name="connsiteY6" fmla="*/ 2937409 h 6858011"/>
              <a:gd name="connsiteX7" fmla="*/ 2646095 w 3099577"/>
              <a:gd name="connsiteY7" fmla="*/ 3123526 h 6858011"/>
              <a:gd name="connsiteX8" fmla="*/ 2508530 w 3099577"/>
              <a:gd name="connsiteY8" fmla="*/ 3382471 h 6858011"/>
              <a:gd name="connsiteX9" fmla="*/ 2152481 w 3099577"/>
              <a:gd name="connsiteY9" fmla="*/ 3544311 h 6858011"/>
              <a:gd name="connsiteX10" fmla="*/ 1294725 w 3099577"/>
              <a:gd name="connsiteY10" fmla="*/ 3681876 h 6858011"/>
              <a:gd name="connsiteX11" fmla="*/ 1011504 w 3099577"/>
              <a:gd name="connsiteY11" fmla="*/ 3843717 h 6858011"/>
              <a:gd name="connsiteX12" fmla="*/ 809204 w 3099577"/>
              <a:gd name="connsiteY12" fmla="*/ 4135031 h 6858011"/>
              <a:gd name="connsiteX13" fmla="*/ 639271 w 3099577"/>
              <a:gd name="connsiteY13" fmla="*/ 4944234 h 6858011"/>
              <a:gd name="connsiteX14" fmla="*/ 720190 w 3099577"/>
              <a:gd name="connsiteY14" fmla="*/ 5526860 h 6858011"/>
              <a:gd name="connsiteX15" fmla="*/ 809203 w 3099577"/>
              <a:gd name="connsiteY15" fmla="*/ 6109486 h 6858011"/>
              <a:gd name="connsiteX16" fmla="*/ 1035781 w 3099577"/>
              <a:gd name="connsiteY16" fmla="*/ 6858000 h 6858011"/>
              <a:gd name="connsiteX17" fmla="*/ 0 w 3099577"/>
              <a:gd name="connsiteY17" fmla="*/ 6858000 h 6858011"/>
              <a:gd name="connsiteX18" fmla="*/ 0 w 3099577"/>
              <a:gd name="connsiteY18" fmla="*/ 0 h 6858011"/>
              <a:gd name="connsiteX0" fmla="*/ 0 w 3002517"/>
              <a:gd name="connsiteY0" fmla="*/ 0 h 6858011"/>
              <a:gd name="connsiteX1" fmla="*/ 3002145 w 3002517"/>
              <a:gd name="connsiteY1" fmla="*/ 0 h 6858011"/>
              <a:gd name="connsiteX2" fmla="*/ 2727015 w 3002517"/>
              <a:gd name="connsiteY2" fmla="*/ 364142 h 6858011"/>
              <a:gd name="connsiteX3" fmla="*/ 2459978 w 3002517"/>
              <a:gd name="connsiteY3" fmla="*/ 1076241 h 6858011"/>
              <a:gd name="connsiteX4" fmla="*/ 2524714 w 3002517"/>
              <a:gd name="connsiteY4" fmla="*/ 1885444 h 6858011"/>
              <a:gd name="connsiteX5" fmla="*/ 2638003 w 3002517"/>
              <a:gd name="connsiteY5" fmla="*/ 2403335 h 6858011"/>
              <a:gd name="connsiteX6" fmla="*/ 2718923 w 3002517"/>
              <a:gd name="connsiteY6" fmla="*/ 2937409 h 6858011"/>
              <a:gd name="connsiteX7" fmla="*/ 2646095 w 3002517"/>
              <a:gd name="connsiteY7" fmla="*/ 3123526 h 6858011"/>
              <a:gd name="connsiteX8" fmla="*/ 2508530 w 3002517"/>
              <a:gd name="connsiteY8" fmla="*/ 3382471 h 6858011"/>
              <a:gd name="connsiteX9" fmla="*/ 2152481 w 3002517"/>
              <a:gd name="connsiteY9" fmla="*/ 3544311 h 6858011"/>
              <a:gd name="connsiteX10" fmla="*/ 1294725 w 3002517"/>
              <a:gd name="connsiteY10" fmla="*/ 3681876 h 6858011"/>
              <a:gd name="connsiteX11" fmla="*/ 1011504 w 3002517"/>
              <a:gd name="connsiteY11" fmla="*/ 3843717 h 6858011"/>
              <a:gd name="connsiteX12" fmla="*/ 809204 w 3002517"/>
              <a:gd name="connsiteY12" fmla="*/ 4135031 h 6858011"/>
              <a:gd name="connsiteX13" fmla="*/ 639271 w 3002517"/>
              <a:gd name="connsiteY13" fmla="*/ 4944234 h 6858011"/>
              <a:gd name="connsiteX14" fmla="*/ 720190 w 3002517"/>
              <a:gd name="connsiteY14" fmla="*/ 5526860 h 6858011"/>
              <a:gd name="connsiteX15" fmla="*/ 809203 w 3002517"/>
              <a:gd name="connsiteY15" fmla="*/ 6109486 h 6858011"/>
              <a:gd name="connsiteX16" fmla="*/ 1035781 w 3002517"/>
              <a:gd name="connsiteY16" fmla="*/ 6858000 h 6858011"/>
              <a:gd name="connsiteX17" fmla="*/ 0 w 3002517"/>
              <a:gd name="connsiteY17" fmla="*/ 6858000 h 6858011"/>
              <a:gd name="connsiteX18" fmla="*/ 0 w 3002517"/>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508530 w 2970194"/>
              <a:gd name="connsiteY8" fmla="*/ 3382471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508530 w 2970194"/>
              <a:gd name="connsiteY8" fmla="*/ 3382471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31429 w 2970194"/>
              <a:gd name="connsiteY12" fmla="*/ 40842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31429 w 2970194"/>
              <a:gd name="connsiteY12" fmla="*/ 40842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3017756"/>
              <a:gd name="connsiteY0" fmla="*/ 0 h 6858011"/>
              <a:gd name="connsiteX1" fmla="*/ 3017402 w 3017756"/>
              <a:gd name="connsiteY1" fmla="*/ 0 h 6858011"/>
              <a:gd name="connsiteX2" fmla="*/ 2727015 w 3017756"/>
              <a:gd name="connsiteY2" fmla="*/ 364142 h 6858011"/>
              <a:gd name="connsiteX3" fmla="*/ 2459978 w 3017756"/>
              <a:gd name="connsiteY3" fmla="*/ 1076241 h 6858011"/>
              <a:gd name="connsiteX4" fmla="*/ 2524714 w 3017756"/>
              <a:gd name="connsiteY4" fmla="*/ 1885444 h 6858011"/>
              <a:gd name="connsiteX5" fmla="*/ 2638003 w 3017756"/>
              <a:gd name="connsiteY5" fmla="*/ 2403335 h 6858011"/>
              <a:gd name="connsiteX6" fmla="*/ 2706223 w 3017756"/>
              <a:gd name="connsiteY6" fmla="*/ 2807234 h 6858011"/>
              <a:gd name="connsiteX7" fmla="*/ 2646095 w 3017756"/>
              <a:gd name="connsiteY7" fmla="*/ 3123526 h 6858011"/>
              <a:gd name="connsiteX8" fmla="*/ 2481636 w 3017756"/>
              <a:gd name="connsiteY8" fmla="*/ 3391436 h 6858011"/>
              <a:gd name="connsiteX9" fmla="*/ 2177881 w 3017756"/>
              <a:gd name="connsiteY9" fmla="*/ 3528436 h 6858011"/>
              <a:gd name="connsiteX10" fmla="*/ 1294725 w 3017756"/>
              <a:gd name="connsiteY10" fmla="*/ 3681876 h 6858011"/>
              <a:gd name="connsiteX11" fmla="*/ 1011504 w 3017756"/>
              <a:gd name="connsiteY11" fmla="*/ 3843717 h 6858011"/>
              <a:gd name="connsiteX12" fmla="*/ 831429 w 3017756"/>
              <a:gd name="connsiteY12" fmla="*/ 4084231 h 6858011"/>
              <a:gd name="connsiteX13" fmla="*/ 639271 w 3017756"/>
              <a:gd name="connsiteY13" fmla="*/ 4944234 h 6858011"/>
              <a:gd name="connsiteX14" fmla="*/ 720190 w 3017756"/>
              <a:gd name="connsiteY14" fmla="*/ 5526860 h 6858011"/>
              <a:gd name="connsiteX15" fmla="*/ 809203 w 3017756"/>
              <a:gd name="connsiteY15" fmla="*/ 6109486 h 6858011"/>
              <a:gd name="connsiteX16" fmla="*/ 1035781 w 3017756"/>
              <a:gd name="connsiteY16" fmla="*/ 6858000 h 6858011"/>
              <a:gd name="connsiteX17" fmla="*/ 0 w 3017756"/>
              <a:gd name="connsiteY17" fmla="*/ 6858000 h 6858011"/>
              <a:gd name="connsiteX18" fmla="*/ 0 w 3017756"/>
              <a:gd name="connsiteY18" fmla="*/ 0 h 6858011"/>
              <a:gd name="connsiteX0" fmla="*/ 0 w 3017756"/>
              <a:gd name="connsiteY0" fmla="*/ 3175 h 6861186"/>
              <a:gd name="connsiteX1" fmla="*/ 3017402 w 3017756"/>
              <a:gd name="connsiteY1" fmla="*/ 0 h 6861186"/>
              <a:gd name="connsiteX2" fmla="*/ 2727015 w 3017756"/>
              <a:gd name="connsiteY2" fmla="*/ 367317 h 6861186"/>
              <a:gd name="connsiteX3" fmla="*/ 2459978 w 3017756"/>
              <a:gd name="connsiteY3" fmla="*/ 1079416 h 6861186"/>
              <a:gd name="connsiteX4" fmla="*/ 2524714 w 3017756"/>
              <a:gd name="connsiteY4" fmla="*/ 1888619 h 6861186"/>
              <a:gd name="connsiteX5" fmla="*/ 2638003 w 3017756"/>
              <a:gd name="connsiteY5" fmla="*/ 2406510 h 6861186"/>
              <a:gd name="connsiteX6" fmla="*/ 2706223 w 3017756"/>
              <a:gd name="connsiteY6" fmla="*/ 2810409 h 6861186"/>
              <a:gd name="connsiteX7" fmla="*/ 2646095 w 3017756"/>
              <a:gd name="connsiteY7" fmla="*/ 3126701 h 6861186"/>
              <a:gd name="connsiteX8" fmla="*/ 2481636 w 3017756"/>
              <a:gd name="connsiteY8" fmla="*/ 3394611 h 6861186"/>
              <a:gd name="connsiteX9" fmla="*/ 2177881 w 3017756"/>
              <a:gd name="connsiteY9" fmla="*/ 3531611 h 6861186"/>
              <a:gd name="connsiteX10" fmla="*/ 1294725 w 3017756"/>
              <a:gd name="connsiteY10" fmla="*/ 3685051 h 6861186"/>
              <a:gd name="connsiteX11" fmla="*/ 1011504 w 3017756"/>
              <a:gd name="connsiteY11" fmla="*/ 3846892 h 6861186"/>
              <a:gd name="connsiteX12" fmla="*/ 831429 w 3017756"/>
              <a:gd name="connsiteY12" fmla="*/ 4087406 h 6861186"/>
              <a:gd name="connsiteX13" fmla="*/ 639271 w 3017756"/>
              <a:gd name="connsiteY13" fmla="*/ 4947409 h 6861186"/>
              <a:gd name="connsiteX14" fmla="*/ 720190 w 3017756"/>
              <a:gd name="connsiteY14" fmla="*/ 5530035 h 6861186"/>
              <a:gd name="connsiteX15" fmla="*/ 809203 w 3017756"/>
              <a:gd name="connsiteY15" fmla="*/ 6112661 h 6861186"/>
              <a:gd name="connsiteX16" fmla="*/ 1035781 w 3017756"/>
              <a:gd name="connsiteY16" fmla="*/ 6861175 h 6861186"/>
              <a:gd name="connsiteX17" fmla="*/ 0 w 3017756"/>
              <a:gd name="connsiteY17" fmla="*/ 6861175 h 6861186"/>
              <a:gd name="connsiteX18" fmla="*/ 0 w 3017756"/>
              <a:gd name="connsiteY18" fmla="*/ 3175 h 6861186"/>
              <a:gd name="connsiteX0" fmla="*/ 0 w 3017738"/>
              <a:gd name="connsiteY0" fmla="*/ 3175 h 6861186"/>
              <a:gd name="connsiteX1" fmla="*/ 3017402 w 3017738"/>
              <a:gd name="connsiteY1" fmla="*/ 0 h 6861186"/>
              <a:gd name="connsiteX2" fmla="*/ 2711140 w 3017738"/>
              <a:gd name="connsiteY2" fmla="*/ 364142 h 6861186"/>
              <a:gd name="connsiteX3" fmla="*/ 2459978 w 3017738"/>
              <a:gd name="connsiteY3" fmla="*/ 1079416 h 6861186"/>
              <a:gd name="connsiteX4" fmla="*/ 2524714 w 3017738"/>
              <a:gd name="connsiteY4" fmla="*/ 1888619 h 6861186"/>
              <a:gd name="connsiteX5" fmla="*/ 2638003 w 3017738"/>
              <a:gd name="connsiteY5" fmla="*/ 2406510 h 6861186"/>
              <a:gd name="connsiteX6" fmla="*/ 2706223 w 3017738"/>
              <a:gd name="connsiteY6" fmla="*/ 2810409 h 6861186"/>
              <a:gd name="connsiteX7" fmla="*/ 2646095 w 3017738"/>
              <a:gd name="connsiteY7" fmla="*/ 3126701 h 6861186"/>
              <a:gd name="connsiteX8" fmla="*/ 2481636 w 3017738"/>
              <a:gd name="connsiteY8" fmla="*/ 3394611 h 6861186"/>
              <a:gd name="connsiteX9" fmla="*/ 2177881 w 3017738"/>
              <a:gd name="connsiteY9" fmla="*/ 3531611 h 6861186"/>
              <a:gd name="connsiteX10" fmla="*/ 1294725 w 3017738"/>
              <a:gd name="connsiteY10" fmla="*/ 3685051 h 6861186"/>
              <a:gd name="connsiteX11" fmla="*/ 1011504 w 3017738"/>
              <a:gd name="connsiteY11" fmla="*/ 3846892 h 6861186"/>
              <a:gd name="connsiteX12" fmla="*/ 831429 w 3017738"/>
              <a:gd name="connsiteY12" fmla="*/ 4087406 h 6861186"/>
              <a:gd name="connsiteX13" fmla="*/ 639271 w 3017738"/>
              <a:gd name="connsiteY13" fmla="*/ 4947409 h 6861186"/>
              <a:gd name="connsiteX14" fmla="*/ 720190 w 3017738"/>
              <a:gd name="connsiteY14" fmla="*/ 5530035 h 6861186"/>
              <a:gd name="connsiteX15" fmla="*/ 809203 w 3017738"/>
              <a:gd name="connsiteY15" fmla="*/ 6112661 h 6861186"/>
              <a:gd name="connsiteX16" fmla="*/ 1035781 w 3017738"/>
              <a:gd name="connsiteY16" fmla="*/ 6861175 h 6861186"/>
              <a:gd name="connsiteX17" fmla="*/ 0 w 3017738"/>
              <a:gd name="connsiteY17" fmla="*/ 6861175 h 6861186"/>
              <a:gd name="connsiteX18" fmla="*/ 0 w 3017738"/>
              <a:gd name="connsiteY18" fmla="*/ 3175 h 6861186"/>
              <a:gd name="connsiteX0" fmla="*/ 0 w 3018112"/>
              <a:gd name="connsiteY0" fmla="*/ 3175 h 6861186"/>
              <a:gd name="connsiteX1" fmla="*/ 3017402 w 3018112"/>
              <a:gd name="connsiteY1" fmla="*/ 0 h 6861186"/>
              <a:gd name="connsiteX2" fmla="*/ 2711140 w 3018112"/>
              <a:gd name="connsiteY2" fmla="*/ 364142 h 6861186"/>
              <a:gd name="connsiteX3" fmla="*/ 2459978 w 3018112"/>
              <a:gd name="connsiteY3" fmla="*/ 1079416 h 6861186"/>
              <a:gd name="connsiteX4" fmla="*/ 2524714 w 3018112"/>
              <a:gd name="connsiteY4" fmla="*/ 1888619 h 6861186"/>
              <a:gd name="connsiteX5" fmla="*/ 2638003 w 3018112"/>
              <a:gd name="connsiteY5" fmla="*/ 2406510 h 6861186"/>
              <a:gd name="connsiteX6" fmla="*/ 2706223 w 3018112"/>
              <a:gd name="connsiteY6" fmla="*/ 2810409 h 6861186"/>
              <a:gd name="connsiteX7" fmla="*/ 2646095 w 3018112"/>
              <a:gd name="connsiteY7" fmla="*/ 3126701 h 6861186"/>
              <a:gd name="connsiteX8" fmla="*/ 2481636 w 3018112"/>
              <a:gd name="connsiteY8" fmla="*/ 3394611 h 6861186"/>
              <a:gd name="connsiteX9" fmla="*/ 2177881 w 3018112"/>
              <a:gd name="connsiteY9" fmla="*/ 3531611 h 6861186"/>
              <a:gd name="connsiteX10" fmla="*/ 1294725 w 3018112"/>
              <a:gd name="connsiteY10" fmla="*/ 3685051 h 6861186"/>
              <a:gd name="connsiteX11" fmla="*/ 1011504 w 3018112"/>
              <a:gd name="connsiteY11" fmla="*/ 3846892 h 6861186"/>
              <a:gd name="connsiteX12" fmla="*/ 831429 w 3018112"/>
              <a:gd name="connsiteY12" fmla="*/ 4087406 h 6861186"/>
              <a:gd name="connsiteX13" fmla="*/ 639271 w 3018112"/>
              <a:gd name="connsiteY13" fmla="*/ 4947409 h 6861186"/>
              <a:gd name="connsiteX14" fmla="*/ 720190 w 3018112"/>
              <a:gd name="connsiteY14" fmla="*/ 5530035 h 6861186"/>
              <a:gd name="connsiteX15" fmla="*/ 809203 w 3018112"/>
              <a:gd name="connsiteY15" fmla="*/ 6112661 h 6861186"/>
              <a:gd name="connsiteX16" fmla="*/ 1035781 w 3018112"/>
              <a:gd name="connsiteY16" fmla="*/ 6861175 h 6861186"/>
              <a:gd name="connsiteX17" fmla="*/ 0 w 3018112"/>
              <a:gd name="connsiteY17" fmla="*/ 6861175 h 6861186"/>
              <a:gd name="connsiteX18" fmla="*/ 0 w 3018112"/>
              <a:gd name="connsiteY18" fmla="*/ 3175 h 6861186"/>
              <a:gd name="connsiteX0" fmla="*/ 0 w 3018112"/>
              <a:gd name="connsiteY0" fmla="*/ 3175 h 6861186"/>
              <a:gd name="connsiteX1" fmla="*/ 3017402 w 3018112"/>
              <a:gd name="connsiteY1" fmla="*/ 0 h 6861186"/>
              <a:gd name="connsiteX2" fmla="*/ 2711140 w 3018112"/>
              <a:gd name="connsiteY2" fmla="*/ 364142 h 6861186"/>
              <a:gd name="connsiteX3" fmla="*/ 2459978 w 3018112"/>
              <a:gd name="connsiteY3" fmla="*/ 1079416 h 6861186"/>
              <a:gd name="connsiteX4" fmla="*/ 2524714 w 3018112"/>
              <a:gd name="connsiteY4" fmla="*/ 1888619 h 6861186"/>
              <a:gd name="connsiteX5" fmla="*/ 2638003 w 3018112"/>
              <a:gd name="connsiteY5" fmla="*/ 2406510 h 6861186"/>
              <a:gd name="connsiteX6" fmla="*/ 2706223 w 3018112"/>
              <a:gd name="connsiteY6" fmla="*/ 2810409 h 6861186"/>
              <a:gd name="connsiteX7" fmla="*/ 2646095 w 3018112"/>
              <a:gd name="connsiteY7" fmla="*/ 3126701 h 6861186"/>
              <a:gd name="connsiteX8" fmla="*/ 2481636 w 3018112"/>
              <a:gd name="connsiteY8" fmla="*/ 3394611 h 6861186"/>
              <a:gd name="connsiteX9" fmla="*/ 2177881 w 3018112"/>
              <a:gd name="connsiteY9" fmla="*/ 3531611 h 6861186"/>
              <a:gd name="connsiteX10" fmla="*/ 1294725 w 3018112"/>
              <a:gd name="connsiteY10" fmla="*/ 3685051 h 6861186"/>
              <a:gd name="connsiteX11" fmla="*/ 1011504 w 3018112"/>
              <a:gd name="connsiteY11" fmla="*/ 3846892 h 6861186"/>
              <a:gd name="connsiteX12" fmla="*/ 831429 w 3018112"/>
              <a:gd name="connsiteY12" fmla="*/ 4087406 h 6861186"/>
              <a:gd name="connsiteX13" fmla="*/ 639271 w 3018112"/>
              <a:gd name="connsiteY13" fmla="*/ 4947409 h 6861186"/>
              <a:gd name="connsiteX14" fmla="*/ 720190 w 3018112"/>
              <a:gd name="connsiteY14" fmla="*/ 5530035 h 6861186"/>
              <a:gd name="connsiteX15" fmla="*/ 809203 w 3018112"/>
              <a:gd name="connsiteY15" fmla="*/ 6112661 h 6861186"/>
              <a:gd name="connsiteX16" fmla="*/ 1035781 w 3018112"/>
              <a:gd name="connsiteY16" fmla="*/ 6861175 h 6861186"/>
              <a:gd name="connsiteX17" fmla="*/ 0 w 3018112"/>
              <a:gd name="connsiteY17" fmla="*/ 6861175 h 6861186"/>
              <a:gd name="connsiteX18" fmla="*/ 0 w 3018112"/>
              <a:gd name="connsiteY18" fmla="*/ 3175 h 6861186"/>
              <a:gd name="connsiteX0" fmla="*/ 0 w 3018157"/>
              <a:gd name="connsiteY0" fmla="*/ 3175 h 6861186"/>
              <a:gd name="connsiteX1" fmla="*/ 3017402 w 3018157"/>
              <a:gd name="connsiteY1" fmla="*/ 0 h 6861186"/>
              <a:gd name="connsiteX2" fmla="*/ 2720665 w 3018157"/>
              <a:gd name="connsiteY2" fmla="*/ 367317 h 6861186"/>
              <a:gd name="connsiteX3" fmla="*/ 2459978 w 3018157"/>
              <a:gd name="connsiteY3" fmla="*/ 1079416 h 6861186"/>
              <a:gd name="connsiteX4" fmla="*/ 2524714 w 3018157"/>
              <a:gd name="connsiteY4" fmla="*/ 1888619 h 6861186"/>
              <a:gd name="connsiteX5" fmla="*/ 2638003 w 3018157"/>
              <a:gd name="connsiteY5" fmla="*/ 2406510 h 6861186"/>
              <a:gd name="connsiteX6" fmla="*/ 2706223 w 3018157"/>
              <a:gd name="connsiteY6" fmla="*/ 2810409 h 6861186"/>
              <a:gd name="connsiteX7" fmla="*/ 2646095 w 3018157"/>
              <a:gd name="connsiteY7" fmla="*/ 3126701 h 6861186"/>
              <a:gd name="connsiteX8" fmla="*/ 2481636 w 3018157"/>
              <a:gd name="connsiteY8" fmla="*/ 3394611 h 6861186"/>
              <a:gd name="connsiteX9" fmla="*/ 2177881 w 3018157"/>
              <a:gd name="connsiteY9" fmla="*/ 3531611 h 6861186"/>
              <a:gd name="connsiteX10" fmla="*/ 1294725 w 3018157"/>
              <a:gd name="connsiteY10" fmla="*/ 3685051 h 6861186"/>
              <a:gd name="connsiteX11" fmla="*/ 1011504 w 3018157"/>
              <a:gd name="connsiteY11" fmla="*/ 3846892 h 6861186"/>
              <a:gd name="connsiteX12" fmla="*/ 831429 w 3018157"/>
              <a:gd name="connsiteY12" fmla="*/ 4087406 h 6861186"/>
              <a:gd name="connsiteX13" fmla="*/ 639271 w 3018157"/>
              <a:gd name="connsiteY13" fmla="*/ 4947409 h 6861186"/>
              <a:gd name="connsiteX14" fmla="*/ 720190 w 3018157"/>
              <a:gd name="connsiteY14" fmla="*/ 5530035 h 6861186"/>
              <a:gd name="connsiteX15" fmla="*/ 809203 w 3018157"/>
              <a:gd name="connsiteY15" fmla="*/ 6112661 h 6861186"/>
              <a:gd name="connsiteX16" fmla="*/ 1035781 w 3018157"/>
              <a:gd name="connsiteY16" fmla="*/ 6861175 h 6861186"/>
              <a:gd name="connsiteX17" fmla="*/ 0 w 3018157"/>
              <a:gd name="connsiteY17" fmla="*/ 6861175 h 6861186"/>
              <a:gd name="connsiteX18" fmla="*/ 0 w 3018157"/>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39271 w 3018060"/>
              <a:gd name="connsiteY13" fmla="*/ 4947409 h 6861186"/>
              <a:gd name="connsiteX14" fmla="*/ 720190 w 3018060"/>
              <a:gd name="connsiteY14" fmla="*/ 5530035 h 6861186"/>
              <a:gd name="connsiteX15" fmla="*/ 809203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09203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25078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25078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729276 w 3018060"/>
              <a:gd name="connsiteY13" fmla="*/ 4429125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58795 w 3018060"/>
              <a:gd name="connsiteY7" fmla="*/ 31013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58795 w 3018060"/>
              <a:gd name="connsiteY7" fmla="*/ 31013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66328 w 3018060"/>
              <a:gd name="connsiteY3" fmla="*/ 1114341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66328 w 3018060"/>
              <a:gd name="connsiteY3" fmla="*/ 1114341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Lst>
            <a:ahLst/>
            <a:cxnLst/>
            <a:rect l="l" t="t" r="r" b="b"/>
            <a:pathLst>
              <a:path w="3018060" h="6861186">
                <a:moveTo>
                  <a:pt x="0" y="3175"/>
                </a:moveTo>
                <a:lnTo>
                  <a:pt x="3017402" y="0"/>
                </a:lnTo>
                <a:cubicBezTo>
                  <a:pt x="3029539" y="9440"/>
                  <a:pt x="2871716" y="167994"/>
                  <a:pt x="2720665" y="367317"/>
                </a:cubicBezTo>
                <a:cubicBezTo>
                  <a:pt x="2669472" y="488191"/>
                  <a:pt x="2488609" y="800635"/>
                  <a:pt x="2466328" y="1114341"/>
                </a:cubicBezTo>
                <a:cubicBezTo>
                  <a:pt x="2462282" y="1112993"/>
                  <a:pt x="2447840" y="1645858"/>
                  <a:pt x="2524714" y="1888619"/>
                </a:cubicBezTo>
                <a:cubicBezTo>
                  <a:pt x="2535503" y="1889967"/>
                  <a:pt x="2598892" y="2221742"/>
                  <a:pt x="2638003" y="2406510"/>
                </a:cubicBezTo>
                <a:cubicBezTo>
                  <a:pt x="2650141" y="2410556"/>
                  <a:pt x="2703441" y="2804453"/>
                  <a:pt x="2696698" y="2797709"/>
                </a:cubicBezTo>
                <a:cubicBezTo>
                  <a:pt x="2704789" y="2792315"/>
                  <a:pt x="2688578" y="3049461"/>
                  <a:pt x="2620695" y="3174326"/>
                </a:cubicBezTo>
                <a:cubicBezTo>
                  <a:pt x="2630136" y="3187813"/>
                  <a:pt x="2472504" y="3353665"/>
                  <a:pt x="2465761" y="3375561"/>
                </a:cubicBezTo>
                <a:cubicBezTo>
                  <a:pt x="2480596" y="3367468"/>
                  <a:pt x="2270378" y="3510791"/>
                  <a:pt x="2127081" y="3531611"/>
                </a:cubicBezTo>
                <a:cubicBezTo>
                  <a:pt x="2128430" y="3546446"/>
                  <a:pt x="1390593" y="3596207"/>
                  <a:pt x="1272500" y="3681876"/>
                </a:cubicBezTo>
                <a:cubicBezTo>
                  <a:pt x="1267105" y="3683225"/>
                  <a:pt x="1010155" y="3840149"/>
                  <a:pt x="1011504" y="3846892"/>
                </a:cubicBezTo>
                <a:cubicBezTo>
                  <a:pt x="1012853" y="3840149"/>
                  <a:pt x="824686" y="4106287"/>
                  <a:pt x="831429" y="4087406"/>
                </a:cubicBezTo>
                <a:cubicBezTo>
                  <a:pt x="784391" y="4184445"/>
                  <a:pt x="750190" y="4264625"/>
                  <a:pt x="722926" y="4406900"/>
                </a:cubicBezTo>
                <a:cubicBezTo>
                  <a:pt x="695662" y="4549176"/>
                  <a:pt x="669360" y="4757574"/>
                  <a:pt x="667846" y="4941059"/>
                </a:cubicBezTo>
                <a:cubicBezTo>
                  <a:pt x="640872" y="5163590"/>
                  <a:pt x="725585" y="5518571"/>
                  <a:pt x="720190" y="5530035"/>
                </a:cubicBezTo>
                <a:cubicBezTo>
                  <a:pt x="730979" y="5714803"/>
                  <a:pt x="835867" y="6125473"/>
                  <a:pt x="825078" y="6112661"/>
                </a:cubicBezTo>
                <a:cubicBezTo>
                  <a:pt x="830473" y="6116033"/>
                  <a:pt x="1047919" y="6864547"/>
                  <a:pt x="1035781" y="6861175"/>
                </a:cubicBezTo>
                <a:lnTo>
                  <a:pt x="0" y="6861175"/>
                </a:lnTo>
                <a:lnTo>
                  <a:pt x="0" y="3175"/>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8" name="Graphic 5"/>
          <p:cNvPicPr>
            <a:picLocks noChangeAspect="1"/>
          </p:cNvPicPr>
          <p:nvPr/>
        </p:nvPicPr>
        <p:blipFill rotWithShape="1">
          <a:blip>
            <a:extLst>
              <a:ext uri="{96DAC541-7B7A-43D3-8B79-37D633B846F1}">
                <asvg:svgBlip xmlns:asvg="http://schemas.microsoft.com/office/drawing/2016/SVG/main" r:embed="rId4"/>
              </a:ext>
            </a:extLst>
          </a:blip>
          <a:srcRect t="15610" b="2029"/>
          <a:stretch/>
        </p:blipFill>
        <p:spPr>
          <a:xfrm>
            <a:off x="5370653" y="-3175"/>
            <a:ext cx="5467948" cy="686117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LIGHT03">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D63E79AF-CB68-D6C4-70EA-86219EE2A208}"/>
              </a:ext>
            </a:extLst>
          </p:cNvPr>
          <p:cNvSpPr>
            <a:spLocks noGrp="1"/>
          </p:cNvSpPr>
          <p:nvPr>
            <p:ph type="body" idx="10" hasCustomPrompt="1"/>
          </p:nvPr>
        </p:nvSpPr>
        <p:spPr>
          <a:xfrm>
            <a:off x="696910" y="4865154"/>
            <a:ext cx="4970243" cy="360000"/>
          </a:xfrm>
        </p:spPr>
        <p:txBody>
          <a:bodyPr anchor="ctr">
            <a:noAutofit/>
          </a:bodyPr>
          <a:lstStyle>
            <a:lvl1pPr marL="0" indent="0">
              <a:buNone/>
              <a:defRPr sz="1800" b="0" i="0" spc="500" baseline="0">
                <a:solidFill>
                  <a:schemeClr val="bg1"/>
                </a:solidFill>
                <a:latin typeface="Montserrat"/>
                <a:ea typeface="Montserrat"/>
                <a:cs typeface="Montserrat"/>
              </a:defRPr>
            </a:lvl1pPr>
          </a:lstStyle>
          <a:p>
            <a:pPr lvl="0">
              <a:buNone/>
            </a:pPr>
            <a:r>
              <a:t>SUBTITLE</a:t>
            </a:r>
          </a:p>
        </p:txBody>
      </p:sp>
      <p:sp>
        <p:nvSpPr>
          <p:cNvPr id="7" name="Title 5">
            <a:extLst>
              <a:ext uri="{FF2B5EF4-FFF2-40B4-BE49-F238E27FC236}">
                <a16:creationId xmlns:a16="http://schemas.microsoft.com/office/drawing/2014/main" id="{97FE8B4D-EC7A-41D0-248E-CDD86937D25C}"/>
              </a:ext>
            </a:extLst>
          </p:cNvPr>
          <p:cNvSpPr>
            <a:spLocks noGrp="1"/>
          </p:cNvSpPr>
          <p:nvPr>
            <p:ph type="title" hasCustomPrompt="1"/>
          </p:nvPr>
        </p:nvSpPr>
        <p:spPr>
          <a:xfrm>
            <a:off x="696910" y="3428999"/>
            <a:ext cx="4970243" cy="1408467"/>
          </a:xfrm>
        </p:spPr>
        <p:txBody>
          <a:bodyPr anchor="b">
            <a:noAutofit/>
          </a:bodyPr>
          <a:lstStyle>
            <a:lvl1pPr>
              <a:buNone/>
              <a:defRPr sz="3600" b="1" i="0" spc="500" baseline="0">
                <a:latin typeface="Montserrat"/>
                <a:ea typeface="Montserrat"/>
                <a:cs typeface="Montserrat"/>
              </a:defRPr>
            </a:lvl1pPr>
          </a:lstStyle>
          <a:p>
            <a:r>
              <a:t>TITLE</a:t>
            </a:r>
          </a:p>
        </p:txBody>
      </p:sp>
      <p:sp>
        <p:nvSpPr>
          <p:cNvPr id="17" name="Text Placeholder 7">
            <a:extLst>
              <a:ext uri="{FF2B5EF4-FFF2-40B4-BE49-F238E27FC236}">
                <a16:creationId xmlns:a16="http://schemas.microsoft.com/office/drawing/2014/main" id="{2251FC30-D981-D20F-9F3D-83312F855260}"/>
              </a:ext>
            </a:extLst>
          </p:cNvPr>
          <p:cNvSpPr>
            <a:spLocks noGrp="1"/>
          </p:cNvSpPr>
          <p:nvPr>
            <p:ph type="body" idx="11" hasCustomPrompt="1"/>
          </p:nvPr>
        </p:nvSpPr>
        <p:spPr>
          <a:xfrm>
            <a:off x="695325" y="5769338"/>
            <a:ext cx="4970243" cy="360000"/>
          </a:xfrm>
        </p:spPr>
        <p:txBody>
          <a:bodyPr anchor="ctr">
            <a:noAutofit/>
          </a:bodyPr>
          <a:lstStyle>
            <a:lvl1pPr marL="0" indent="0">
              <a:buNone/>
              <a:defRPr sz="1100" b="0" i="0">
                <a:solidFill>
                  <a:schemeClr val="tx1"/>
                </a:solidFill>
                <a:latin typeface="Montserrat"/>
                <a:ea typeface="Montserrat"/>
                <a:cs typeface="Montserrat"/>
              </a:defRPr>
            </a:lvl1pPr>
          </a:lstStyle>
          <a:p>
            <a:pPr lvl="0">
              <a:buNone/>
            </a:pPr>
            <a:r>
              <a:t>Date / Speaker</a:t>
            </a:r>
          </a:p>
        </p:txBody>
      </p:sp>
      <p:pic>
        <p:nvPicPr>
          <p:cNvPr id="24" name="Graphic 18"/>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4350" y="539773"/>
            <a:ext cx="1800000" cy="1135115"/>
          </a:xfrm>
          <a:prstGeom prst="rect">
            <a:avLst/>
          </a:prstGeom>
        </p:spPr>
      </p:pic>
      <p:pic>
        <p:nvPicPr>
          <p:cNvPr id="25" name="Picture 1"/>
          <p:cNvPicPr>
            <a:picLocks noChangeAspect="1"/>
          </p:cNvPicPr>
          <p:nvPr/>
        </p:nvPicPr>
        <p:blipFill>
          <a:blip r:embed="rId3"/>
          <a:srcRect/>
          <a:stretch/>
        </p:blipFill>
        <p:spPr>
          <a:xfrm>
            <a:off x="7359163" y="0"/>
            <a:ext cx="4832838" cy="6858000"/>
          </a:xfrm>
          <a:prstGeom prst="rect">
            <a:avLst/>
          </a:prstGeom>
        </p:spPr>
      </p:pic>
      <p:sp>
        <p:nvSpPr>
          <p:cNvPr id="3" name="Rectangle 2">
            <a:extLst>
              <a:ext uri="{FF2B5EF4-FFF2-40B4-BE49-F238E27FC236}">
                <a16:creationId xmlns:a16="http://schemas.microsoft.com/office/drawing/2014/main" id="{9CC940BC-C811-7BDF-5E42-8849BE91C35D}"/>
              </a:ext>
            </a:extLst>
          </p:cNvPr>
          <p:cNvSpPr>
            <a:spLocks noGrp="1"/>
          </p:cNvSpPr>
          <p:nvPr/>
        </p:nvSpPr>
        <p:spPr>
          <a:xfrm>
            <a:off x="7359164" y="-1"/>
            <a:ext cx="4832836" cy="6858001"/>
          </a:xfrm>
          <a:prstGeom prst="rect">
            <a:avLst/>
          </a:prstGeom>
          <a:gradFill>
            <a:gsLst>
              <a:gs pos="0">
                <a:srgbClr val="FF275B">
                  <a:alpha val="53261"/>
                </a:srgbClr>
              </a:gs>
              <a:gs pos="98000">
                <a:srgbClr val="3003F5">
                  <a:alpha val="5101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lvl="0" algn="ctr">
              <a:buNone/>
            </a:pPr>
            <a:endParaRPr/>
          </a:p>
        </p:txBody>
      </p:sp>
      <p:sp>
        <p:nvSpPr>
          <p:cNvPr id="4" name="Rectangle 5">
            <a:extLst>
              <a:ext uri="{FF2B5EF4-FFF2-40B4-BE49-F238E27FC236}">
                <a16:creationId xmlns:a16="http://schemas.microsoft.com/office/drawing/2014/main" id="{295B370E-84D5-6059-F71F-5A8AEDDC80A8}"/>
              </a:ext>
            </a:extLst>
          </p:cNvPr>
          <p:cNvSpPr>
            <a:spLocks noGrp="1"/>
          </p:cNvSpPr>
          <p:nvPr/>
        </p:nvSpPr>
        <p:spPr>
          <a:xfrm>
            <a:off x="6736907" y="-3175"/>
            <a:ext cx="3018060" cy="6861175"/>
          </a:xfrm>
          <a:custGeom>
            <a:avLst/>
            <a:gdLst>
              <a:gd name="connsiteX0" fmla="*/ 0 w 655455"/>
              <a:gd name="connsiteY0" fmla="*/ 0 h 6858000"/>
              <a:gd name="connsiteX1" fmla="*/ 655455 w 655455"/>
              <a:gd name="connsiteY1" fmla="*/ 0 h 6858000"/>
              <a:gd name="connsiteX2" fmla="*/ 655455 w 655455"/>
              <a:gd name="connsiteY2" fmla="*/ 6858000 h 6858000"/>
              <a:gd name="connsiteX3" fmla="*/ 0 w 655455"/>
              <a:gd name="connsiteY3" fmla="*/ 6858000 h 6858000"/>
              <a:gd name="connsiteX4" fmla="*/ 0 w 655455"/>
              <a:gd name="connsiteY4" fmla="*/ 0 h 6858000"/>
              <a:gd name="connsiteX0" fmla="*/ 0 w 655455"/>
              <a:gd name="connsiteY0" fmla="*/ 0 h 6858000"/>
              <a:gd name="connsiteX1" fmla="*/ 655455 w 655455"/>
              <a:gd name="connsiteY1" fmla="*/ 0 h 6858000"/>
              <a:gd name="connsiteX2" fmla="*/ 647363 w 655455"/>
              <a:gd name="connsiteY2" fmla="*/ 4458712 h 6858000"/>
              <a:gd name="connsiteX3" fmla="*/ 655455 w 655455"/>
              <a:gd name="connsiteY3" fmla="*/ 6858000 h 6858000"/>
              <a:gd name="connsiteX4" fmla="*/ 0 w 655455"/>
              <a:gd name="connsiteY4" fmla="*/ 6858000 h 6858000"/>
              <a:gd name="connsiteX5" fmla="*/ 0 w 655455"/>
              <a:gd name="connsiteY5" fmla="*/ 0 h 6858000"/>
              <a:gd name="connsiteX0" fmla="*/ 0 w 699208"/>
              <a:gd name="connsiteY0" fmla="*/ 0 h 6858000"/>
              <a:gd name="connsiteX1" fmla="*/ 655455 w 699208"/>
              <a:gd name="connsiteY1" fmla="*/ 0 h 6858000"/>
              <a:gd name="connsiteX2" fmla="*/ 647363 w 699208"/>
              <a:gd name="connsiteY2" fmla="*/ 4458712 h 6858000"/>
              <a:gd name="connsiteX3" fmla="*/ 639271 w 699208"/>
              <a:gd name="connsiteY3" fmla="*/ 4944234 h 6858000"/>
              <a:gd name="connsiteX4" fmla="*/ 655455 w 699208"/>
              <a:gd name="connsiteY4" fmla="*/ 6858000 h 6858000"/>
              <a:gd name="connsiteX5" fmla="*/ 0 w 699208"/>
              <a:gd name="connsiteY5" fmla="*/ 6858000 h 6858000"/>
              <a:gd name="connsiteX6" fmla="*/ 0 w 699208"/>
              <a:gd name="connsiteY6" fmla="*/ 0 h 6858000"/>
              <a:gd name="connsiteX0" fmla="*/ 0 w 776878"/>
              <a:gd name="connsiteY0" fmla="*/ 0 h 6858000"/>
              <a:gd name="connsiteX1" fmla="*/ 655455 w 776878"/>
              <a:gd name="connsiteY1" fmla="*/ 0 h 6858000"/>
              <a:gd name="connsiteX2" fmla="*/ 776836 w 776878"/>
              <a:gd name="connsiteY2" fmla="*/ 3722337 h 6858000"/>
              <a:gd name="connsiteX3" fmla="*/ 639271 w 776878"/>
              <a:gd name="connsiteY3" fmla="*/ 4944234 h 6858000"/>
              <a:gd name="connsiteX4" fmla="*/ 655455 w 776878"/>
              <a:gd name="connsiteY4" fmla="*/ 6858000 h 6858000"/>
              <a:gd name="connsiteX5" fmla="*/ 0 w 776878"/>
              <a:gd name="connsiteY5" fmla="*/ 6858000 h 6858000"/>
              <a:gd name="connsiteX6" fmla="*/ 0 w 776878"/>
              <a:gd name="connsiteY6" fmla="*/ 0 h 6858000"/>
              <a:gd name="connsiteX0" fmla="*/ 0 w 776878"/>
              <a:gd name="connsiteY0" fmla="*/ 0 h 6858000"/>
              <a:gd name="connsiteX1" fmla="*/ 655455 w 776878"/>
              <a:gd name="connsiteY1" fmla="*/ 0 h 6858000"/>
              <a:gd name="connsiteX2" fmla="*/ 776836 w 776878"/>
              <a:gd name="connsiteY2" fmla="*/ 3722337 h 6858000"/>
              <a:gd name="connsiteX3" fmla="*/ 639271 w 776878"/>
              <a:gd name="connsiteY3" fmla="*/ 4944234 h 6858000"/>
              <a:gd name="connsiteX4" fmla="*/ 655455 w 776878"/>
              <a:gd name="connsiteY4" fmla="*/ 6858000 h 6858000"/>
              <a:gd name="connsiteX5" fmla="*/ 0 w 776878"/>
              <a:gd name="connsiteY5" fmla="*/ 6858000 h 6858000"/>
              <a:gd name="connsiteX6" fmla="*/ 0 w 776878"/>
              <a:gd name="connsiteY6" fmla="*/ 0 h 6858000"/>
              <a:gd name="connsiteX0" fmla="*/ 0 w 776836"/>
              <a:gd name="connsiteY0" fmla="*/ 0 h 6858000"/>
              <a:gd name="connsiteX1" fmla="*/ 655455 w 776836"/>
              <a:gd name="connsiteY1" fmla="*/ 0 h 6858000"/>
              <a:gd name="connsiteX2" fmla="*/ 776836 w 776836"/>
              <a:gd name="connsiteY2" fmla="*/ 3722337 h 6858000"/>
              <a:gd name="connsiteX3" fmla="*/ 639271 w 776836"/>
              <a:gd name="connsiteY3" fmla="*/ 4944234 h 6858000"/>
              <a:gd name="connsiteX4" fmla="*/ 655455 w 776836"/>
              <a:gd name="connsiteY4" fmla="*/ 6858000 h 6858000"/>
              <a:gd name="connsiteX5" fmla="*/ 0 w 776836"/>
              <a:gd name="connsiteY5" fmla="*/ 6858000 h 6858000"/>
              <a:gd name="connsiteX6" fmla="*/ 0 w 776836"/>
              <a:gd name="connsiteY6" fmla="*/ 0 h 6858000"/>
              <a:gd name="connsiteX0" fmla="*/ 0 w 825388"/>
              <a:gd name="connsiteY0" fmla="*/ 0 h 6858000"/>
              <a:gd name="connsiteX1" fmla="*/ 655455 w 825388"/>
              <a:gd name="connsiteY1" fmla="*/ 0 h 6858000"/>
              <a:gd name="connsiteX2" fmla="*/ 825388 w 825388"/>
              <a:gd name="connsiteY2" fmla="*/ 3940822 h 6858000"/>
              <a:gd name="connsiteX3" fmla="*/ 639271 w 825388"/>
              <a:gd name="connsiteY3" fmla="*/ 4944234 h 6858000"/>
              <a:gd name="connsiteX4" fmla="*/ 655455 w 825388"/>
              <a:gd name="connsiteY4" fmla="*/ 6858000 h 6858000"/>
              <a:gd name="connsiteX5" fmla="*/ 0 w 825388"/>
              <a:gd name="connsiteY5" fmla="*/ 6858000 h 6858000"/>
              <a:gd name="connsiteX6" fmla="*/ 0 w 825388"/>
              <a:gd name="connsiteY6" fmla="*/ 0 h 6858000"/>
              <a:gd name="connsiteX0" fmla="*/ 0 w 825388"/>
              <a:gd name="connsiteY0" fmla="*/ 0 h 6858000"/>
              <a:gd name="connsiteX1" fmla="*/ 655455 w 825388"/>
              <a:gd name="connsiteY1" fmla="*/ 0 h 6858000"/>
              <a:gd name="connsiteX2" fmla="*/ 825388 w 825388"/>
              <a:gd name="connsiteY2" fmla="*/ 3940822 h 6858000"/>
              <a:gd name="connsiteX3" fmla="*/ 639271 w 825388"/>
              <a:gd name="connsiteY3" fmla="*/ 4944234 h 6858000"/>
              <a:gd name="connsiteX4" fmla="*/ 655455 w 825388"/>
              <a:gd name="connsiteY4" fmla="*/ 6858000 h 6858000"/>
              <a:gd name="connsiteX5" fmla="*/ 0 w 825388"/>
              <a:gd name="connsiteY5" fmla="*/ 6858000 h 6858000"/>
              <a:gd name="connsiteX6" fmla="*/ 0 w 825388"/>
              <a:gd name="connsiteY6" fmla="*/ 0 h 6858000"/>
              <a:gd name="connsiteX0" fmla="*/ 0 w 809204"/>
              <a:gd name="connsiteY0" fmla="*/ 0 h 6858000"/>
              <a:gd name="connsiteX1" fmla="*/ 655455 w 809204"/>
              <a:gd name="connsiteY1" fmla="*/ 0 h 6858000"/>
              <a:gd name="connsiteX2" fmla="*/ 809204 w 809204"/>
              <a:gd name="connsiteY2" fmla="*/ 4135031 h 6858000"/>
              <a:gd name="connsiteX3" fmla="*/ 639271 w 809204"/>
              <a:gd name="connsiteY3" fmla="*/ 4944234 h 6858000"/>
              <a:gd name="connsiteX4" fmla="*/ 655455 w 809204"/>
              <a:gd name="connsiteY4" fmla="*/ 6858000 h 6858000"/>
              <a:gd name="connsiteX5" fmla="*/ 0 w 809204"/>
              <a:gd name="connsiteY5" fmla="*/ 6858000 h 6858000"/>
              <a:gd name="connsiteX6" fmla="*/ 0 w 809204"/>
              <a:gd name="connsiteY6" fmla="*/ 0 h 6858000"/>
              <a:gd name="connsiteX0" fmla="*/ 0 w 812512"/>
              <a:gd name="connsiteY0" fmla="*/ 0 h 6858000"/>
              <a:gd name="connsiteX1" fmla="*/ 655455 w 812512"/>
              <a:gd name="connsiteY1" fmla="*/ 0 h 6858000"/>
              <a:gd name="connsiteX2" fmla="*/ 744466 w 812512"/>
              <a:gd name="connsiteY2" fmla="*/ 3358195 h 6858000"/>
              <a:gd name="connsiteX3" fmla="*/ 809204 w 812512"/>
              <a:gd name="connsiteY3" fmla="*/ 4135031 h 6858000"/>
              <a:gd name="connsiteX4" fmla="*/ 639271 w 812512"/>
              <a:gd name="connsiteY4" fmla="*/ 4944234 h 6858000"/>
              <a:gd name="connsiteX5" fmla="*/ 655455 w 812512"/>
              <a:gd name="connsiteY5" fmla="*/ 6858000 h 6858000"/>
              <a:gd name="connsiteX6" fmla="*/ 0 w 812512"/>
              <a:gd name="connsiteY6" fmla="*/ 6858000 h 6858000"/>
              <a:gd name="connsiteX7" fmla="*/ 0 w 812512"/>
              <a:gd name="connsiteY7" fmla="*/ 0 h 6858000"/>
              <a:gd name="connsiteX0" fmla="*/ 0 w 1094019"/>
              <a:gd name="connsiteY0" fmla="*/ 0 h 6858000"/>
              <a:gd name="connsiteX1" fmla="*/ 655455 w 1094019"/>
              <a:gd name="connsiteY1" fmla="*/ 0 h 6858000"/>
              <a:gd name="connsiteX2" fmla="*/ 1092424 w 1094019"/>
              <a:gd name="connsiteY2" fmla="*/ 3625232 h 6858000"/>
              <a:gd name="connsiteX3" fmla="*/ 809204 w 1094019"/>
              <a:gd name="connsiteY3" fmla="*/ 4135031 h 6858000"/>
              <a:gd name="connsiteX4" fmla="*/ 639271 w 1094019"/>
              <a:gd name="connsiteY4" fmla="*/ 4944234 h 6858000"/>
              <a:gd name="connsiteX5" fmla="*/ 655455 w 1094019"/>
              <a:gd name="connsiteY5" fmla="*/ 6858000 h 6858000"/>
              <a:gd name="connsiteX6" fmla="*/ 0 w 1094019"/>
              <a:gd name="connsiteY6" fmla="*/ 6858000 h 6858000"/>
              <a:gd name="connsiteX7" fmla="*/ 0 w 1094019"/>
              <a:gd name="connsiteY7" fmla="*/ 0 h 6858000"/>
              <a:gd name="connsiteX0" fmla="*/ 0 w 1092429"/>
              <a:gd name="connsiteY0" fmla="*/ 0 h 6858000"/>
              <a:gd name="connsiteX1" fmla="*/ 655455 w 1092429"/>
              <a:gd name="connsiteY1" fmla="*/ 0 h 6858000"/>
              <a:gd name="connsiteX2" fmla="*/ 1092424 w 1092429"/>
              <a:gd name="connsiteY2" fmla="*/ 3625232 h 6858000"/>
              <a:gd name="connsiteX3" fmla="*/ 809204 w 1092429"/>
              <a:gd name="connsiteY3" fmla="*/ 4135031 h 6858000"/>
              <a:gd name="connsiteX4" fmla="*/ 639271 w 1092429"/>
              <a:gd name="connsiteY4" fmla="*/ 4944234 h 6858000"/>
              <a:gd name="connsiteX5" fmla="*/ 655455 w 1092429"/>
              <a:gd name="connsiteY5" fmla="*/ 6858000 h 6858000"/>
              <a:gd name="connsiteX6" fmla="*/ 0 w 1092429"/>
              <a:gd name="connsiteY6" fmla="*/ 6858000 h 6858000"/>
              <a:gd name="connsiteX7" fmla="*/ 0 w 1092429"/>
              <a:gd name="connsiteY7" fmla="*/ 0 h 6858000"/>
              <a:gd name="connsiteX0" fmla="*/ 0 w 1092529"/>
              <a:gd name="connsiteY0" fmla="*/ 0 h 6858000"/>
              <a:gd name="connsiteX1" fmla="*/ 655455 w 1092529"/>
              <a:gd name="connsiteY1" fmla="*/ 0 h 6858000"/>
              <a:gd name="connsiteX2" fmla="*/ 1092424 w 1092529"/>
              <a:gd name="connsiteY2" fmla="*/ 3625232 h 6858000"/>
              <a:gd name="connsiteX3" fmla="*/ 809204 w 1092529"/>
              <a:gd name="connsiteY3" fmla="*/ 4135031 h 6858000"/>
              <a:gd name="connsiteX4" fmla="*/ 639271 w 1092529"/>
              <a:gd name="connsiteY4" fmla="*/ 4944234 h 6858000"/>
              <a:gd name="connsiteX5" fmla="*/ 655455 w 1092529"/>
              <a:gd name="connsiteY5" fmla="*/ 6858000 h 6858000"/>
              <a:gd name="connsiteX6" fmla="*/ 0 w 1092529"/>
              <a:gd name="connsiteY6" fmla="*/ 6858000 h 6858000"/>
              <a:gd name="connsiteX7" fmla="*/ 0 w 1092529"/>
              <a:gd name="connsiteY7" fmla="*/ 0 h 6858000"/>
              <a:gd name="connsiteX0" fmla="*/ 0 w 1569896"/>
              <a:gd name="connsiteY0" fmla="*/ 0 h 6858000"/>
              <a:gd name="connsiteX1" fmla="*/ 655455 w 1569896"/>
              <a:gd name="connsiteY1" fmla="*/ 0 h 6858000"/>
              <a:gd name="connsiteX2" fmla="*/ 1569854 w 1569896"/>
              <a:gd name="connsiteY2" fmla="*/ 3528127 h 6858000"/>
              <a:gd name="connsiteX3" fmla="*/ 809204 w 1569896"/>
              <a:gd name="connsiteY3" fmla="*/ 4135031 h 6858000"/>
              <a:gd name="connsiteX4" fmla="*/ 639271 w 1569896"/>
              <a:gd name="connsiteY4" fmla="*/ 4944234 h 6858000"/>
              <a:gd name="connsiteX5" fmla="*/ 655455 w 1569896"/>
              <a:gd name="connsiteY5" fmla="*/ 6858000 h 6858000"/>
              <a:gd name="connsiteX6" fmla="*/ 0 w 1569896"/>
              <a:gd name="connsiteY6" fmla="*/ 6858000 h 6858000"/>
              <a:gd name="connsiteX7" fmla="*/ 0 w 1569896"/>
              <a:gd name="connsiteY7" fmla="*/ 0 h 6858000"/>
              <a:gd name="connsiteX0" fmla="*/ 0 w 1569896"/>
              <a:gd name="connsiteY0" fmla="*/ 0 h 6858000"/>
              <a:gd name="connsiteX1" fmla="*/ 655455 w 1569896"/>
              <a:gd name="connsiteY1" fmla="*/ 0 h 6858000"/>
              <a:gd name="connsiteX2" fmla="*/ 1569854 w 1569896"/>
              <a:gd name="connsiteY2" fmla="*/ 3528127 h 6858000"/>
              <a:gd name="connsiteX3" fmla="*/ 809204 w 1569896"/>
              <a:gd name="connsiteY3" fmla="*/ 4135031 h 6858000"/>
              <a:gd name="connsiteX4" fmla="*/ 639271 w 1569896"/>
              <a:gd name="connsiteY4" fmla="*/ 4944234 h 6858000"/>
              <a:gd name="connsiteX5" fmla="*/ 655455 w 1569896"/>
              <a:gd name="connsiteY5" fmla="*/ 6858000 h 6858000"/>
              <a:gd name="connsiteX6" fmla="*/ 0 w 1569896"/>
              <a:gd name="connsiteY6" fmla="*/ 6858000 h 6858000"/>
              <a:gd name="connsiteX7" fmla="*/ 0 w 1569896"/>
              <a:gd name="connsiteY7" fmla="*/ 0 h 6858000"/>
              <a:gd name="connsiteX0" fmla="*/ 0 w 963125"/>
              <a:gd name="connsiteY0" fmla="*/ 0 h 6858000"/>
              <a:gd name="connsiteX1" fmla="*/ 655455 w 963125"/>
              <a:gd name="connsiteY1" fmla="*/ 0 h 6858000"/>
              <a:gd name="connsiteX2" fmla="*/ 962951 w 963125"/>
              <a:gd name="connsiteY2" fmla="*/ 3730428 h 6858000"/>
              <a:gd name="connsiteX3" fmla="*/ 809204 w 963125"/>
              <a:gd name="connsiteY3" fmla="*/ 4135031 h 6858000"/>
              <a:gd name="connsiteX4" fmla="*/ 639271 w 963125"/>
              <a:gd name="connsiteY4" fmla="*/ 4944234 h 6858000"/>
              <a:gd name="connsiteX5" fmla="*/ 655455 w 963125"/>
              <a:gd name="connsiteY5" fmla="*/ 6858000 h 6858000"/>
              <a:gd name="connsiteX6" fmla="*/ 0 w 963125"/>
              <a:gd name="connsiteY6" fmla="*/ 6858000 h 6858000"/>
              <a:gd name="connsiteX7" fmla="*/ 0 w 963125"/>
              <a:gd name="connsiteY7" fmla="*/ 0 h 6858000"/>
              <a:gd name="connsiteX0" fmla="*/ 0 w 1011643"/>
              <a:gd name="connsiteY0" fmla="*/ 0 h 6858000"/>
              <a:gd name="connsiteX1" fmla="*/ 655455 w 1011643"/>
              <a:gd name="connsiteY1" fmla="*/ 0 h 6858000"/>
              <a:gd name="connsiteX2" fmla="*/ 1011504 w 1011643"/>
              <a:gd name="connsiteY2" fmla="*/ 3843717 h 6858000"/>
              <a:gd name="connsiteX3" fmla="*/ 809204 w 1011643"/>
              <a:gd name="connsiteY3" fmla="*/ 4135031 h 6858000"/>
              <a:gd name="connsiteX4" fmla="*/ 639271 w 1011643"/>
              <a:gd name="connsiteY4" fmla="*/ 4944234 h 6858000"/>
              <a:gd name="connsiteX5" fmla="*/ 655455 w 1011643"/>
              <a:gd name="connsiteY5" fmla="*/ 6858000 h 6858000"/>
              <a:gd name="connsiteX6" fmla="*/ 0 w 1011643"/>
              <a:gd name="connsiteY6" fmla="*/ 6858000 h 6858000"/>
              <a:gd name="connsiteX7" fmla="*/ 0 w 1011643"/>
              <a:gd name="connsiteY7" fmla="*/ 0 h 6858000"/>
              <a:gd name="connsiteX0" fmla="*/ 0 w 1019439"/>
              <a:gd name="connsiteY0" fmla="*/ 0 h 6858000"/>
              <a:gd name="connsiteX1" fmla="*/ 655455 w 1019439"/>
              <a:gd name="connsiteY1" fmla="*/ 0 h 6858000"/>
              <a:gd name="connsiteX2" fmla="*/ 946767 w 1019439"/>
              <a:gd name="connsiteY2" fmla="*/ 3220630 h 6858000"/>
              <a:gd name="connsiteX3" fmla="*/ 1011504 w 1019439"/>
              <a:gd name="connsiteY3" fmla="*/ 3843717 h 6858000"/>
              <a:gd name="connsiteX4" fmla="*/ 809204 w 1019439"/>
              <a:gd name="connsiteY4" fmla="*/ 4135031 h 6858000"/>
              <a:gd name="connsiteX5" fmla="*/ 639271 w 1019439"/>
              <a:gd name="connsiteY5" fmla="*/ 4944234 h 6858000"/>
              <a:gd name="connsiteX6" fmla="*/ 655455 w 1019439"/>
              <a:gd name="connsiteY6" fmla="*/ 6858000 h 6858000"/>
              <a:gd name="connsiteX7" fmla="*/ 0 w 1019439"/>
              <a:gd name="connsiteY7" fmla="*/ 6858000 h 6858000"/>
              <a:gd name="connsiteX8" fmla="*/ 0 w 1019439"/>
              <a:gd name="connsiteY8" fmla="*/ 0 h 6858000"/>
              <a:gd name="connsiteX0" fmla="*/ 0 w 1011510"/>
              <a:gd name="connsiteY0" fmla="*/ 0 h 6858000"/>
              <a:gd name="connsiteX1" fmla="*/ 655455 w 1011510"/>
              <a:gd name="connsiteY1" fmla="*/ 0 h 6858000"/>
              <a:gd name="connsiteX2" fmla="*/ 946767 w 1011510"/>
              <a:gd name="connsiteY2" fmla="*/ 3220630 h 6858000"/>
              <a:gd name="connsiteX3" fmla="*/ 1011504 w 1011510"/>
              <a:gd name="connsiteY3" fmla="*/ 3843717 h 6858000"/>
              <a:gd name="connsiteX4" fmla="*/ 809204 w 1011510"/>
              <a:gd name="connsiteY4" fmla="*/ 4135031 h 6858000"/>
              <a:gd name="connsiteX5" fmla="*/ 639271 w 1011510"/>
              <a:gd name="connsiteY5" fmla="*/ 4944234 h 6858000"/>
              <a:gd name="connsiteX6" fmla="*/ 655455 w 1011510"/>
              <a:gd name="connsiteY6" fmla="*/ 6858000 h 6858000"/>
              <a:gd name="connsiteX7" fmla="*/ 0 w 1011510"/>
              <a:gd name="connsiteY7" fmla="*/ 6858000 h 6858000"/>
              <a:gd name="connsiteX8" fmla="*/ 0 w 1011510"/>
              <a:gd name="connsiteY8" fmla="*/ 0 h 6858000"/>
              <a:gd name="connsiteX0" fmla="*/ 0 w 1381329"/>
              <a:gd name="connsiteY0" fmla="*/ 0 h 6858000"/>
              <a:gd name="connsiteX1" fmla="*/ 655455 w 1381329"/>
              <a:gd name="connsiteY1" fmla="*/ 0 h 6858000"/>
              <a:gd name="connsiteX2" fmla="*/ 1375645 w 1381329"/>
              <a:gd name="connsiteY2" fmla="*/ 3042605 h 6858000"/>
              <a:gd name="connsiteX3" fmla="*/ 1011504 w 1381329"/>
              <a:gd name="connsiteY3" fmla="*/ 3843717 h 6858000"/>
              <a:gd name="connsiteX4" fmla="*/ 809204 w 1381329"/>
              <a:gd name="connsiteY4" fmla="*/ 4135031 h 6858000"/>
              <a:gd name="connsiteX5" fmla="*/ 639271 w 1381329"/>
              <a:gd name="connsiteY5" fmla="*/ 4944234 h 6858000"/>
              <a:gd name="connsiteX6" fmla="*/ 655455 w 1381329"/>
              <a:gd name="connsiteY6" fmla="*/ 6858000 h 6858000"/>
              <a:gd name="connsiteX7" fmla="*/ 0 w 1381329"/>
              <a:gd name="connsiteY7" fmla="*/ 6858000 h 6858000"/>
              <a:gd name="connsiteX8" fmla="*/ 0 w 1381329"/>
              <a:gd name="connsiteY8" fmla="*/ 0 h 6858000"/>
              <a:gd name="connsiteX0" fmla="*/ 0 w 1375645"/>
              <a:gd name="connsiteY0" fmla="*/ 0 h 6858000"/>
              <a:gd name="connsiteX1" fmla="*/ 655455 w 1375645"/>
              <a:gd name="connsiteY1" fmla="*/ 0 h 6858000"/>
              <a:gd name="connsiteX2" fmla="*/ 1375645 w 1375645"/>
              <a:gd name="connsiteY2" fmla="*/ 3042605 h 6858000"/>
              <a:gd name="connsiteX3" fmla="*/ 1011504 w 1375645"/>
              <a:gd name="connsiteY3" fmla="*/ 3843717 h 6858000"/>
              <a:gd name="connsiteX4" fmla="*/ 809204 w 1375645"/>
              <a:gd name="connsiteY4" fmla="*/ 4135031 h 6858000"/>
              <a:gd name="connsiteX5" fmla="*/ 639271 w 1375645"/>
              <a:gd name="connsiteY5" fmla="*/ 4944234 h 6858000"/>
              <a:gd name="connsiteX6" fmla="*/ 655455 w 1375645"/>
              <a:gd name="connsiteY6" fmla="*/ 6858000 h 6858000"/>
              <a:gd name="connsiteX7" fmla="*/ 0 w 1375645"/>
              <a:gd name="connsiteY7" fmla="*/ 6858000 h 6858000"/>
              <a:gd name="connsiteX8" fmla="*/ 0 w 1375645"/>
              <a:gd name="connsiteY8" fmla="*/ 0 h 6858000"/>
              <a:gd name="connsiteX0" fmla="*/ 0 w 1375645"/>
              <a:gd name="connsiteY0" fmla="*/ 0 h 6858000"/>
              <a:gd name="connsiteX1" fmla="*/ 655455 w 1375645"/>
              <a:gd name="connsiteY1" fmla="*/ 0 h 6858000"/>
              <a:gd name="connsiteX2" fmla="*/ 1375645 w 1375645"/>
              <a:gd name="connsiteY2" fmla="*/ 3042605 h 6858000"/>
              <a:gd name="connsiteX3" fmla="*/ 1011504 w 1375645"/>
              <a:gd name="connsiteY3" fmla="*/ 3843717 h 6858000"/>
              <a:gd name="connsiteX4" fmla="*/ 809204 w 1375645"/>
              <a:gd name="connsiteY4" fmla="*/ 4135031 h 6858000"/>
              <a:gd name="connsiteX5" fmla="*/ 639271 w 1375645"/>
              <a:gd name="connsiteY5" fmla="*/ 4944234 h 6858000"/>
              <a:gd name="connsiteX6" fmla="*/ 655455 w 1375645"/>
              <a:gd name="connsiteY6" fmla="*/ 6858000 h 6858000"/>
              <a:gd name="connsiteX7" fmla="*/ 0 w 1375645"/>
              <a:gd name="connsiteY7" fmla="*/ 6858000 h 6858000"/>
              <a:gd name="connsiteX8" fmla="*/ 0 w 1375645"/>
              <a:gd name="connsiteY8" fmla="*/ 0 h 6858000"/>
              <a:gd name="connsiteX0" fmla="*/ 0 w 1294725"/>
              <a:gd name="connsiteY0" fmla="*/ 0 h 6858000"/>
              <a:gd name="connsiteX1" fmla="*/ 655455 w 1294725"/>
              <a:gd name="connsiteY1" fmla="*/ 0 h 6858000"/>
              <a:gd name="connsiteX2" fmla="*/ 1294725 w 1294725"/>
              <a:gd name="connsiteY2" fmla="*/ 3681876 h 6858000"/>
              <a:gd name="connsiteX3" fmla="*/ 1011504 w 1294725"/>
              <a:gd name="connsiteY3" fmla="*/ 3843717 h 6858000"/>
              <a:gd name="connsiteX4" fmla="*/ 809204 w 1294725"/>
              <a:gd name="connsiteY4" fmla="*/ 4135031 h 6858000"/>
              <a:gd name="connsiteX5" fmla="*/ 639271 w 1294725"/>
              <a:gd name="connsiteY5" fmla="*/ 4944234 h 6858000"/>
              <a:gd name="connsiteX6" fmla="*/ 655455 w 1294725"/>
              <a:gd name="connsiteY6" fmla="*/ 6858000 h 6858000"/>
              <a:gd name="connsiteX7" fmla="*/ 0 w 1294725"/>
              <a:gd name="connsiteY7" fmla="*/ 6858000 h 6858000"/>
              <a:gd name="connsiteX8" fmla="*/ 0 w 1294725"/>
              <a:gd name="connsiteY8" fmla="*/ 0 h 6858000"/>
              <a:gd name="connsiteX0" fmla="*/ 0 w 1309909"/>
              <a:gd name="connsiteY0" fmla="*/ 0 h 6858000"/>
              <a:gd name="connsiteX1" fmla="*/ 655455 w 1309909"/>
              <a:gd name="connsiteY1" fmla="*/ 0 h 6858000"/>
              <a:gd name="connsiteX2" fmla="*/ 1205713 w 1309909"/>
              <a:gd name="connsiteY2" fmla="*/ 3196354 h 6858000"/>
              <a:gd name="connsiteX3" fmla="*/ 1294725 w 1309909"/>
              <a:gd name="connsiteY3" fmla="*/ 3681876 h 6858000"/>
              <a:gd name="connsiteX4" fmla="*/ 1011504 w 1309909"/>
              <a:gd name="connsiteY4" fmla="*/ 3843717 h 6858000"/>
              <a:gd name="connsiteX5" fmla="*/ 809204 w 1309909"/>
              <a:gd name="connsiteY5" fmla="*/ 4135031 h 6858000"/>
              <a:gd name="connsiteX6" fmla="*/ 639271 w 1309909"/>
              <a:gd name="connsiteY6" fmla="*/ 4944234 h 6858000"/>
              <a:gd name="connsiteX7" fmla="*/ 655455 w 1309909"/>
              <a:gd name="connsiteY7" fmla="*/ 6858000 h 6858000"/>
              <a:gd name="connsiteX8" fmla="*/ 0 w 1309909"/>
              <a:gd name="connsiteY8" fmla="*/ 6858000 h 6858000"/>
              <a:gd name="connsiteX9" fmla="*/ 0 w 1309909"/>
              <a:gd name="connsiteY9" fmla="*/ 0 h 6858000"/>
              <a:gd name="connsiteX0" fmla="*/ 0 w 1300262"/>
              <a:gd name="connsiteY0" fmla="*/ 0 h 6858000"/>
              <a:gd name="connsiteX1" fmla="*/ 655455 w 1300262"/>
              <a:gd name="connsiteY1" fmla="*/ 0 h 6858000"/>
              <a:gd name="connsiteX2" fmla="*/ 1205713 w 1300262"/>
              <a:gd name="connsiteY2" fmla="*/ 3196354 h 6858000"/>
              <a:gd name="connsiteX3" fmla="*/ 1294725 w 1300262"/>
              <a:gd name="connsiteY3" fmla="*/ 3681876 h 6858000"/>
              <a:gd name="connsiteX4" fmla="*/ 1011504 w 1300262"/>
              <a:gd name="connsiteY4" fmla="*/ 3843717 h 6858000"/>
              <a:gd name="connsiteX5" fmla="*/ 809204 w 1300262"/>
              <a:gd name="connsiteY5" fmla="*/ 4135031 h 6858000"/>
              <a:gd name="connsiteX6" fmla="*/ 639271 w 1300262"/>
              <a:gd name="connsiteY6" fmla="*/ 4944234 h 6858000"/>
              <a:gd name="connsiteX7" fmla="*/ 655455 w 1300262"/>
              <a:gd name="connsiteY7" fmla="*/ 6858000 h 6858000"/>
              <a:gd name="connsiteX8" fmla="*/ 0 w 1300262"/>
              <a:gd name="connsiteY8" fmla="*/ 6858000 h 6858000"/>
              <a:gd name="connsiteX9" fmla="*/ 0 w 1300262"/>
              <a:gd name="connsiteY9" fmla="*/ 0 h 6858000"/>
              <a:gd name="connsiteX0" fmla="*/ 0 w 1300262"/>
              <a:gd name="connsiteY0" fmla="*/ 0 h 6858000"/>
              <a:gd name="connsiteX1" fmla="*/ 655455 w 1300262"/>
              <a:gd name="connsiteY1" fmla="*/ 0 h 6858000"/>
              <a:gd name="connsiteX2" fmla="*/ 1205713 w 1300262"/>
              <a:gd name="connsiteY2" fmla="*/ 3196354 h 6858000"/>
              <a:gd name="connsiteX3" fmla="*/ 1294725 w 1300262"/>
              <a:gd name="connsiteY3" fmla="*/ 3681876 h 6858000"/>
              <a:gd name="connsiteX4" fmla="*/ 1011504 w 1300262"/>
              <a:gd name="connsiteY4" fmla="*/ 3843717 h 6858000"/>
              <a:gd name="connsiteX5" fmla="*/ 809204 w 1300262"/>
              <a:gd name="connsiteY5" fmla="*/ 4135031 h 6858000"/>
              <a:gd name="connsiteX6" fmla="*/ 639271 w 1300262"/>
              <a:gd name="connsiteY6" fmla="*/ 4944234 h 6858000"/>
              <a:gd name="connsiteX7" fmla="*/ 655455 w 1300262"/>
              <a:gd name="connsiteY7" fmla="*/ 6858000 h 6858000"/>
              <a:gd name="connsiteX8" fmla="*/ 0 w 1300262"/>
              <a:gd name="connsiteY8" fmla="*/ 6858000 h 6858000"/>
              <a:gd name="connsiteX9" fmla="*/ 0 w 1300262"/>
              <a:gd name="connsiteY9" fmla="*/ 0 h 6858000"/>
              <a:gd name="connsiteX0" fmla="*/ 0 w 2152605"/>
              <a:gd name="connsiteY0" fmla="*/ 0 h 6858000"/>
              <a:gd name="connsiteX1" fmla="*/ 655455 w 2152605"/>
              <a:gd name="connsiteY1" fmla="*/ 0 h 6858000"/>
              <a:gd name="connsiteX2" fmla="*/ 2152481 w 2152605"/>
              <a:gd name="connsiteY2" fmla="*/ 3544311 h 6858000"/>
              <a:gd name="connsiteX3" fmla="*/ 1294725 w 2152605"/>
              <a:gd name="connsiteY3" fmla="*/ 3681876 h 6858000"/>
              <a:gd name="connsiteX4" fmla="*/ 1011504 w 2152605"/>
              <a:gd name="connsiteY4" fmla="*/ 3843717 h 6858000"/>
              <a:gd name="connsiteX5" fmla="*/ 809204 w 2152605"/>
              <a:gd name="connsiteY5" fmla="*/ 4135031 h 6858000"/>
              <a:gd name="connsiteX6" fmla="*/ 639271 w 2152605"/>
              <a:gd name="connsiteY6" fmla="*/ 4944234 h 6858000"/>
              <a:gd name="connsiteX7" fmla="*/ 655455 w 2152605"/>
              <a:gd name="connsiteY7" fmla="*/ 6858000 h 6858000"/>
              <a:gd name="connsiteX8" fmla="*/ 0 w 2152605"/>
              <a:gd name="connsiteY8" fmla="*/ 6858000 h 6858000"/>
              <a:gd name="connsiteX9" fmla="*/ 0 w 2152605"/>
              <a:gd name="connsiteY9" fmla="*/ 0 h 6858000"/>
              <a:gd name="connsiteX0" fmla="*/ 0 w 2197211"/>
              <a:gd name="connsiteY0" fmla="*/ 0 h 6858000"/>
              <a:gd name="connsiteX1" fmla="*/ 655455 w 2197211"/>
              <a:gd name="connsiteY1" fmla="*/ 0 h 6858000"/>
              <a:gd name="connsiteX2" fmla="*/ 1925904 w 2197211"/>
              <a:gd name="connsiteY2" fmla="*/ 3042605 h 6858000"/>
              <a:gd name="connsiteX3" fmla="*/ 2152481 w 2197211"/>
              <a:gd name="connsiteY3" fmla="*/ 3544311 h 6858000"/>
              <a:gd name="connsiteX4" fmla="*/ 1294725 w 2197211"/>
              <a:gd name="connsiteY4" fmla="*/ 3681876 h 6858000"/>
              <a:gd name="connsiteX5" fmla="*/ 1011504 w 2197211"/>
              <a:gd name="connsiteY5" fmla="*/ 3843717 h 6858000"/>
              <a:gd name="connsiteX6" fmla="*/ 809204 w 2197211"/>
              <a:gd name="connsiteY6" fmla="*/ 4135031 h 6858000"/>
              <a:gd name="connsiteX7" fmla="*/ 639271 w 2197211"/>
              <a:gd name="connsiteY7" fmla="*/ 4944234 h 6858000"/>
              <a:gd name="connsiteX8" fmla="*/ 655455 w 2197211"/>
              <a:gd name="connsiteY8" fmla="*/ 6858000 h 6858000"/>
              <a:gd name="connsiteX9" fmla="*/ 0 w 2197211"/>
              <a:gd name="connsiteY9" fmla="*/ 6858000 h 6858000"/>
              <a:gd name="connsiteX10" fmla="*/ 0 w 2197211"/>
              <a:gd name="connsiteY10" fmla="*/ 0 h 6858000"/>
              <a:gd name="connsiteX0" fmla="*/ 0 w 2173832"/>
              <a:gd name="connsiteY0" fmla="*/ 0 h 6858000"/>
              <a:gd name="connsiteX1" fmla="*/ 655455 w 2173832"/>
              <a:gd name="connsiteY1" fmla="*/ 0 h 6858000"/>
              <a:gd name="connsiteX2" fmla="*/ 1925904 w 2173832"/>
              <a:gd name="connsiteY2" fmla="*/ 3042605 h 6858000"/>
              <a:gd name="connsiteX3" fmla="*/ 2152481 w 2173832"/>
              <a:gd name="connsiteY3" fmla="*/ 3544311 h 6858000"/>
              <a:gd name="connsiteX4" fmla="*/ 1294725 w 2173832"/>
              <a:gd name="connsiteY4" fmla="*/ 3681876 h 6858000"/>
              <a:gd name="connsiteX5" fmla="*/ 1011504 w 2173832"/>
              <a:gd name="connsiteY5" fmla="*/ 3843717 h 6858000"/>
              <a:gd name="connsiteX6" fmla="*/ 809204 w 2173832"/>
              <a:gd name="connsiteY6" fmla="*/ 4135031 h 6858000"/>
              <a:gd name="connsiteX7" fmla="*/ 639271 w 2173832"/>
              <a:gd name="connsiteY7" fmla="*/ 4944234 h 6858000"/>
              <a:gd name="connsiteX8" fmla="*/ 655455 w 2173832"/>
              <a:gd name="connsiteY8" fmla="*/ 6858000 h 6858000"/>
              <a:gd name="connsiteX9" fmla="*/ 0 w 2173832"/>
              <a:gd name="connsiteY9" fmla="*/ 6858000 h 6858000"/>
              <a:gd name="connsiteX10" fmla="*/ 0 w 2173832"/>
              <a:gd name="connsiteY10" fmla="*/ 0 h 6858000"/>
              <a:gd name="connsiteX0" fmla="*/ 0 w 2509126"/>
              <a:gd name="connsiteY0" fmla="*/ 0 h 6858000"/>
              <a:gd name="connsiteX1" fmla="*/ 655455 w 2509126"/>
              <a:gd name="connsiteY1" fmla="*/ 0 h 6858000"/>
              <a:gd name="connsiteX2" fmla="*/ 2508530 w 2509126"/>
              <a:gd name="connsiteY2" fmla="*/ 3382471 h 6858000"/>
              <a:gd name="connsiteX3" fmla="*/ 2152481 w 2509126"/>
              <a:gd name="connsiteY3" fmla="*/ 3544311 h 6858000"/>
              <a:gd name="connsiteX4" fmla="*/ 1294725 w 2509126"/>
              <a:gd name="connsiteY4" fmla="*/ 3681876 h 6858000"/>
              <a:gd name="connsiteX5" fmla="*/ 1011504 w 2509126"/>
              <a:gd name="connsiteY5" fmla="*/ 3843717 h 6858000"/>
              <a:gd name="connsiteX6" fmla="*/ 809204 w 2509126"/>
              <a:gd name="connsiteY6" fmla="*/ 4135031 h 6858000"/>
              <a:gd name="connsiteX7" fmla="*/ 639271 w 2509126"/>
              <a:gd name="connsiteY7" fmla="*/ 4944234 h 6858000"/>
              <a:gd name="connsiteX8" fmla="*/ 655455 w 2509126"/>
              <a:gd name="connsiteY8" fmla="*/ 6858000 h 6858000"/>
              <a:gd name="connsiteX9" fmla="*/ 0 w 2509126"/>
              <a:gd name="connsiteY9" fmla="*/ 6858000 h 6858000"/>
              <a:gd name="connsiteX10" fmla="*/ 0 w 2509126"/>
              <a:gd name="connsiteY10" fmla="*/ 0 h 6858000"/>
              <a:gd name="connsiteX0" fmla="*/ 0 w 2509126"/>
              <a:gd name="connsiteY0" fmla="*/ 0 h 6858000"/>
              <a:gd name="connsiteX1" fmla="*/ 655455 w 2509126"/>
              <a:gd name="connsiteY1" fmla="*/ 0 h 6858000"/>
              <a:gd name="connsiteX2" fmla="*/ 2508530 w 2509126"/>
              <a:gd name="connsiteY2" fmla="*/ 3382471 h 6858000"/>
              <a:gd name="connsiteX3" fmla="*/ 2152481 w 2509126"/>
              <a:gd name="connsiteY3" fmla="*/ 3544311 h 6858000"/>
              <a:gd name="connsiteX4" fmla="*/ 1294725 w 2509126"/>
              <a:gd name="connsiteY4" fmla="*/ 3681876 h 6858000"/>
              <a:gd name="connsiteX5" fmla="*/ 1011504 w 2509126"/>
              <a:gd name="connsiteY5" fmla="*/ 3843717 h 6858000"/>
              <a:gd name="connsiteX6" fmla="*/ 809204 w 2509126"/>
              <a:gd name="connsiteY6" fmla="*/ 4135031 h 6858000"/>
              <a:gd name="connsiteX7" fmla="*/ 639271 w 2509126"/>
              <a:gd name="connsiteY7" fmla="*/ 4944234 h 6858000"/>
              <a:gd name="connsiteX8" fmla="*/ 655455 w 2509126"/>
              <a:gd name="connsiteY8" fmla="*/ 6858000 h 6858000"/>
              <a:gd name="connsiteX9" fmla="*/ 0 w 2509126"/>
              <a:gd name="connsiteY9" fmla="*/ 6858000 h 6858000"/>
              <a:gd name="connsiteX10" fmla="*/ 0 w 2509126"/>
              <a:gd name="connsiteY10" fmla="*/ 0 h 6858000"/>
              <a:gd name="connsiteX0" fmla="*/ 0 w 2509670"/>
              <a:gd name="connsiteY0" fmla="*/ 0 h 6858000"/>
              <a:gd name="connsiteX1" fmla="*/ 655455 w 2509670"/>
              <a:gd name="connsiteY1" fmla="*/ 0 h 6858000"/>
              <a:gd name="connsiteX2" fmla="*/ 2192941 w 2509670"/>
              <a:gd name="connsiteY2" fmla="*/ 2767476 h 6858000"/>
              <a:gd name="connsiteX3" fmla="*/ 2508530 w 2509670"/>
              <a:gd name="connsiteY3" fmla="*/ 3382471 h 6858000"/>
              <a:gd name="connsiteX4" fmla="*/ 2152481 w 2509670"/>
              <a:gd name="connsiteY4" fmla="*/ 3544311 h 6858000"/>
              <a:gd name="connsiteX5" fmla="*/ 1294725 w 2509670"/>
              <a:gd name="connsiteY5" fmla="*/ 3681876 h 6858000"/>
              <a:gd name="connsiteX6" fmla="*/ 1011504 w 2509670"/>
              <a:gd name="connsiteY6" fmla="*/ 3843717 h 6858000"/>
              <a:gd name="connsiteX7" fmla="*/ 809204 w 2509670"/>
              <a:gd name="connsiteY7" fmla="*/ 4135031 h 6858000"/>
              <a:gd name="connsiteX8" fmla="*/ 639271 w 2509670"/>
              <a:gd name="connsiteY8" fmla="*/ 4944234 h 6858000"/>
              <a:gd name="connsiteX9" fmla="*/ 655455 w 2509670"/>
              <a:gd name="connsiteY9" fmla="*/ 6858000 h 6858000"/>
              <a:gd name="connsiteX10" fmla="*/ 0 w 2509670"/>
              <a:gd name="connsiteY10" fmla="*/ 6858000 h 6858000"/>
              <a:gd name="connsiteX11" fmla="*/ 0 w 2509670"/>
              <a:gd name="connsiteY11" fmla="*/ 0 h 6858000"/>
              <a:gd name="connsiteX0" fmla="*/ 0 w 2509126"/>
              <a:gd name="connsiteY0" fmla="*/ 0 h 6858000"/>
              <a:gd name="connsiteX1" fmla="*/ 655455 w 2509126"/>
              <a:gd name="connsiteY1" fmla="*/ 0 h 6858000"/>
              <a:gd name="connsiteX2" fmla="*/ 2192941 w 2509126"/>
              <a:gd name="connsiteY2" fmla="*/ 2767476 h 6858000"/>
              <a:gd name="connsiteX3" fmla="*/ 2508530 w 2509126"/>
              <a:gd name="connsiteY3" fmla="*/ 3382471 h 6858000"/>
              <a:gd name="connsiteX4" fmla="*/ 2152481 w 2509126"/>
              <a:gd name="connsiteY4" fmla="*/ 3544311 h 6858000"/>
              <a:gd name="connsiteX5" fmla="*/ 1294725 w 2509126"/>
              <a:gd name="connsiteY5" fmla="*/ 3681876 h 6858000"/>
              <a:gd name="connsiteX6" fmla="*/ 1011504 w 2509126"/>
              <a:gd name="connsiteY6" fmla="*/ 3843717 h 6858000"/>
              <a:gd name="connsiteX7" fmla="*/ 809204 w 2509126"/>
              <a:gd name="connsiteY7" fmla="*/ 4135031 h 6858000"/>
              <a:gd name="connsiteX8" fmla="*/ 639271 w 2509126"/>
              <a:gd name="connsiteY8" fmla="*/ 4944234 h 6858000"/>
              <a:gd name="connsiteX9" fmla="*/ 655455 w 2509126"/>
              <a:gd name="connsiteY9" fmla="*/ 6858000 h 6858000"/>
              <a:gd name="connsiteX10" fmla="*/ 0 w 2509126"/>
              <a:gd name="connsiteY10" fmla="*/ 6858000 h 6858000"/>
              <a:gd name="connsiteX11" fmla="*/ 0 w 2509126"/>
              <a:gd name="connsiteY11" fmla="*/ 0 h 6858000"/>
              <a:gd name="connsiteX0" fmla="*/ 0 w 2509126"/>
              <a:gd name="connsiteY0" fmla="*/ 0 h 6858000"/>
              <a:gd name="connsiteX1" fmla="*/ 655455 w 2509126"/>
              <a:gd name="connsiteY1" fmla="*/ 0 h 6858000"/>
              <a:gd name="connsiteX2" fmla="*/ 2192941 w 2509126"/>
              <a:gd name="connsiteY2" fmla="*/ 2767476 h 6858000"/>
              <a:gd name="connsiteX3" fmla="*/ 2508530 w 2509126"/>
              <a:gd name="connsiteY3" fmla="*/ 3382471 h 6858000"/>
              <a:gd name="connsiteX4" fmla="*/ 2152481 w 2509126"/>
              <a:gd name="connsiteY4" fmla="*/ 3544311 h 6858000"/>
              <a:gd name="connsiteX5" fmla="*/ 1294725 w 2509126"/>
              <a:gd name="connsiteY5" fmla="*/ 3681876 h 6858000"/>
              <a:gd name="connsiteX6" fmla="*/ 1011504 w 2509126"/>
              <a:gd name="connsiteY6" fmla="*/ 3843717 h 6858000"/>
              <a:gd name="connsiteX7" fmla="*/ 809204 w 2509126"/>
              <a:gd name="connsiteY7" fmla="*/ 4135031 h 6858000"/>
              <a:gd name="connsiteX8" fmla="*/ 639271 w 2509126"/>
              <a:gd name="connsiteY8" fmla="*/ 4944234 h 6858000"/>
              <a:gd name="connsiteX9" fmla="*/ 655455 w 2509126"/>
              <a:gd name="connsiteY9" fmla="*/ 6858000 h 6858000"/>
              <a:gd name="connsiteX10" fmla="*/ 0 w 2509126"/>
              <a:gd name="connsiteY10" fmla="*/ 6858000 h 6858000"/>
              <a:gd name="connsiteX11" fmla="*/ 0 w 2509126"/>
              <a:gd name="connsiteY11" fmla="*/ 0 h 6858000"/>
              <a:gd name="connsiteX0" fmla="*/ 0 w 2646550"/>
              <a:gd name="connsiteY0" fmla="*/ 0 h 6858000"/>
              <a:gd name="connsiteX1" fmla="*/ 655455 w 2646550"/>
              <a:gd name="connsiteY1" fmla="*/ 0 h 6858000"/>
              <a:gd name="connsiteX2" fmla="*/ 2646095 w 2646550"/>
              <a:gd name="connsiteY2" fmla="*/ 3123526 h 6858000"/>
              <a:gd name="connsiteX3" fmla="*/ 2508530 w 2646550"/>
              <a:gd name="connsiteY3" fmla="*/ 3382471 h 6858000"/>
              <a:gd name="connsiteX4" fmla="*/ 2152481 w 2646550"/>
              <a:gd name="connsiteY4" fmla="*/ 3544311 h 6858000"/>
              <a:gd name="connsiteX5" fmla="*/ 1294725 w 2646550"/>
              <a:gd name="connsiteY5" fmla="*/ 3681876 h 6858000"/>
              <a:gd name="connsiteX6" fmla="*/ 1011504 w 2646550"/>
              <a:gd name="connsiteY6" fmla="*/ 3843717 h 6858000"/>
              <a:gd name="connsiteX7" fmla="*/ 809204 w 2646550"/>
              <a:gd name="connsiteY7" fmla="*/ 4135031 h 6858000"/>
              <a:gd name="connsiteX8" fmla="*/ 639271 w 2646550"/>
              <a:gd name="connsiteY8" fmla="*/ 4944234 h 6858000"/>
              <a:gd name="connsiteX9" fmla="*/ 655455 w 2646550"/>
              <a:gd name="connsiteY9" fmla="*/ 6858000 h 6858000"/>
              <a:gd name="connsiteX10" fmla="*/ 0 w 2646550"/>
              <a:gd name="connsiteY10" fmla="*/ 6858000 h 6858000"/>
              <a:gd name="connsiteX11" fmla="*/ 0 w 2646550"/>
              <a:gd name="connsiteY11" fmla="*/ 0 h 6858000"/>
              <a:gd name="connsiteX0" fmla="*/ 0 w 2646550"/>
              <a:gd name="connsiteY0" fmla="*/ 0 h 6858000"/>
              <a:gd name="connsiteX1" fmla="*/ 655455 w 2646550"/>
              <a:gd name="connsiteY1" fmla="*/ 0 h 6858000"/>
              <a:gd name="connsiteX2" fmla="*/ 2306229 w 2646550"/>
              <a:gd name="connsiteY2" fmla="*/ 2557083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711542"/>
              <a:gd name="connsiteY0" fmla="*/ 0 h 6858000"/>
              <a:gd name="connsiteX1" fmla="*/ 655455 w 2711542"/>
              <a:gd name="connsiteY1" fmla="*/ 0 h 6858000"/>
              <a:gd name="connsiteX2" fmla="*/ 2540898 w 2711542"/>
              <a:gd name="connsiteY2" fmla="*/ 2322414 h 6858000"/>
              <a:gd name="connsiteX3" fmla="*/ 2646095 w 2711542"/>
              <a:gd name="connsiteY3" fmla="*/ 3123526 h 6858000"/>
              <a:gd name="connsiteX4" fmla="*/ 2508530 w 2711542"/>
              <a:gd name="connsiteY4" fmla="*/ 3382471 h 6858000"/>
              <a:gd name="connsiteX5" fmla="*/ 2152481 w 2711542"/>
              <a:gd name="connsiteY5" fmla="*/ 3544311 h 6858000"/>
              <a:gd name="connsiteX6" fmla="*/ 1294725 w 2711542"/>
              <a:gd name="connsiteY6" fmla="*/ 3681876 h 6858000"/>
              <a:gd name="connsiteX7" fmla="*/ 1011504 w 2711542"/>
              <a:gd name="connsiteY7" fmla="*/ 3843717 h 6858000"/>
              <a:gd name="connsiteX8" fmla="*/ 809204 w 2711542"/>
              <a:gd name="connsiteY8" fmla="*/ 4135031 h 6858000"/>
              <a:gd name="connsiteX9" fmla="*/ 639271 w 2711542"/>
              <a:gd name="connsiteY9" fmla="*/ 4944234 h 6858000"/>
              <a:gd name="connsiteX10" fmla="*/ 655455 w 2711542"/>
              <a:gd name="connsiteY10" fmla="*/ 6858000 h 6858000"/>
              <a:gd name="connsiteX11" fmla="*/ 0 w 2711542"/>
              <a:gd name="connsiteY11" fmla="*/ 6858000 h 6858000"/>
              <a:gd name="connsiteX12" fmla="*/ 0 w 2711542"/>
              <a:gd name="connsiteY12" fmla="*/ 0 h 6858000"/>
              <a:gd name="connsiteX0" fmla="*/ 0 w 2646550"/>
              <a:gd name="connsiteY0" fmla="*/ 0 h 6858000"/>
              <a:gd name="connsiteX1" fmla="*/ 655455 w 2646550"/>
              <a:gd name="connsiteY1" fmla="*/ 0 h 6858000"/>
              <a:gd name="connsiteX2" fmla="*/ 2540898 w 2646550"/>
              <a:gd name="connsiteY2" fmla="*/ 2322414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646550"/>
              <a:gd name="connsiteY0" fmla="*/ 0 h 6858000"/>
              <a:gd name="connsiteX1" fmla="*/ 655455 w 2646550"/>
              <a:gd name="connsiteY1" fmla="*/ 0 h 6858000"/>
              <a:gd name="connsiteX2" fmla="*/ 2540898 w 2646550"/>
              <a:gd name="connsiteY2" fmla="*/ 2322414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719333"/>
              <a:gd name="connsiteY0" fmla="*/ 0 h 6858000"/>
              <a:gd name="connsiteX1" fmla="*/ 655455 w 2719333"/>
              <a:gd name="connsiteY1" fmla="*/ 0 h 6858000"/>
              <a:gd name="connsiteX2" fmla="*/ 2718923 w 2719333"/>
              <a:gd name="connsiteY2" fmla="*/ 2937409 h 6858000"/>
              <a:gd name="connsiteX3" fmla="*/ 2646095 w 2719333"/>
              <a:gd name="connsiteY3" fmla="*/ 3123526 h 6858000"/>
              <a:gd name="connsiteX4" fmla="*/ 2508530 w 2719333"/>
              <a:gd name="connsiteY4" fmla="*/ 3382471 h 6858000"/>
              <a:gd name="connsiteX5" fmla="*/ 2152481 w 2719333"/>
              <a:gd name="connsiteY5" fmla="*/ 3544311 h 6858000"/>
              <a:gd name="connsiteX6" fmla="*/ 1294725 w 2719333"/>
              <a:gd name="connsiteY6" fmla="*/ 3681876 h 6858000"/>
              <a:gd name="connsiteX7" fmla="*/ 1011504 w 2719333"/>
              <a:gd name="connsiteY7" fmla="*/ 3843717 h 6858000"/>
              <a:gd name="connsiteX8" fmla="*/ 809204 w 2719333"/>
              <a:gd name="connsiteY8" fmla="*/ 4135031 h 6858000"/>
              <a:gd name="connsiteX9" fmla="*/ 639271 w 2719333"/>
              <a:gd name="connsiteY9" fmla="*/ 4944234 h 6858000"/>
              <a:gd name="connsiteX10" fmla="*/ 655455 w 2719333"/>
              <a:gd name="connsiteY10" fmla="*/ 6858000 h 6858000"/>
              <a:gd name="connsiteX11" fmla="*/ 0 w 2719333"/>
              <a:gd name="connsiteY11" fmla="*/ 6858000 h 6858000"/>
              <a:gd name="connsiteX12" fmla="*/ 0 w 2719333"/>
              <a:gd name="connsiteY12"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21188"/>
              <a:gd name="connsiteY0" fmla="*/ 0 h 6858000"/>
              <a:gd name="connsiteX1" fmla="*/ 655455 w 2721188"/>
              <a:gd name="connsiteY1" fmla="*/ 0 h 6858000"/>
              <a:gd name="connsiteX2" fmla="*/ 2395242 w 2721188"/>
              <a:gd name="connsiteY2" fmla="*/ 2435703 h 6858000"/>
              <a:gd name="connsiteX3" fmla="*/ 2718923 w 2721188"/>
              <a:gd name="connsiteY3" fmla="*/ 2937409 h 6858000"/>
              <a:gd name="connsiteX4" fmla="*/ 2646095 w 2721188"/>
              <a:gd name="connsiteY4" fmla="*/ 3123526 h 6858000"/>
              <a:gd name="connsiteX5" fmla="*/ 2508530 w 2721188"/>
              <a:gd name="connsiteY5" fmla="*/ 3382471 h 6858000"/>
              <a:gd name="connsiteX6" fmla="*/ 2152481 w 2721188"/>
              <a:gd name="connsiteY6" fmla="*/ 3544311 h 6858000"/>
              <a:gd name="connsiteX7" fmla="*/ 1294725 w 2721188"/>
              <a:gd name="connsiteY7" fmla="*/ 3681876 h 6858000"/>
              <a:gd name="connsiteX8" fmla="*/ 1011504 w 2721188"/>
              <a:gd name="connsiteY8" fmla="*/ 3843717 h 6858000"/>
              <a:gd name="connsiteX9" fmla="*/ 809204 w 2721188"/>
              <a:gd name="connsiteY9" fmla="*/ 4135031 h 6858000"/>
              <a:gd name="connsiteX10" fmla="*/ 639271 w 2721188"/>
              <a:gd name="connsiteY10" fmla="*/ 4944234 h 6858000"/>
              <a:gd name="connsiteX11" fmla="*/ 655455 w 2721188"/>
              <a:gd name="connsiteY11" fmla="*/ 6858000 h 6858000"/>
              <a:gd name="connsiteX12" fmla="*/ 0 w 2721188"/>
              <a:gd name="connsiteY12" fmla="*/ 6858000 h 6858000"/>
              <a:gd name="connsiteX13" fmla="*/ 0 w 2721188"/>
              <a:gd name="connsiteY13"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19531"/>
              <a:gd name="connsiteY0" fmla="*/ 0 h 6858000"/>
              <a:gd name="connsiteX1" fmla="*/ 655455 w 2719531"/>
              <a:gd name="connsiteY1" fmla="*/ 0 h 6858000"/>
              <a:gd name="connsiteX2" fmla="*/ 2662279 w 2719531"/>
              <a:gd name="connsiteY2" fmla="*/ 2484255 h 6858000"/>
              <a:gd name="connsiteX3" fmla="*/ 2718923 w 2719531"/>
              <a:gd name="connsiteY3" fmla="*/ 2937409 h 6858000"/>
              <a:gd name="connsiteX4" fmla="*/ 2646095 w 2719531"/>
              <a:gd name="connsiteY4" fmla="*/ 3123526 h 6858000"/>
              <a:gd name="connsiteX5" fmla="*/ 2508530 w 2719531"/>
              <a:gd name="connsiteY5" fmla="*/ 3382471 h 6858000"/>
              <a:gd name="connsiteX6" fmla="*/ 2152481 w 2719531"/>
              <a:gd name="connsiteY6" fmla="*/ 3544311 h 6858000"/>
              <a:gd name="connsiteX7" fmla="*/ 1294725 w 2719531"/>
              <a:gd name="connsiteY7" fmla="*/ 3681876 h 6858000"/>
              <a:gd name="connsiteX8" fmla="*/ 1011504 w 2719531"/>
              <a:gd name="connsiteY8" fmla="*/ 3843717 h 6858000"/>
              <a:gd name="connsiteX9" fmla="*/ 809204 w 2719531"/>
              <a:gd name="connsiteY9" fmla="*/ 4135031 h 6858000"/>
              <a:gd name="connsiteX10" fmla="*/ 639271 w 2719531"/>
              <a:gd name="connsiteY10" fmla="*/ 4944234 h 6858000"/>
              <a:gd name="connsiteX11" fmla="*/ 655455 w 2719531"/>
              <a:gd name="connsiteY11" fmla="*/ 6858000 h 6858000"/>
              <a:gd name="connsiteX12" fmla="*/ 0 w 2719531"/>
              <a:gd name="connsiteY12" fmla="*/ 6858000 h 6858000"/>
              <a:gd name="connsiteX13" fmla="*/ 0 w 2719531"/>
              <a:gd name="connsiteY13"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524714 w 2719531"/>
              <a:gd name="connsiteY2" fmla="*/ 1885444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524714 w 2719531"/>
              <a:gd name="connsiteY2" fmla="*/ 1885444 h 6858000"/>
              <a:gd name="connsiteX3" fmla="*/ 2662279 w 2719531"/>
              <a:gd name="connsiteY3" fmla="*/ 244379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55455 w 2719348"/>
              <a:gd name="connsiteY12" fmla="*/ 6858000 h 6858000"/>
              <a:gd name="connsiteX13" fmla="*/ 0 w 2719348"/>
              <a:gd name="connsiteY13" fmla="*/ 6858000 h 6858000"/>
              <a:gd name="connsiteX14" fmla="*/ 0 w 2719348"/>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55455 w 2719348"/>
              <a:gd name="connsiteY12" fmla="*/ 6858000 h 6858000"/>
              <a:gd name="connsiteX13" fmla="*/ 0 w 2719348"/>
              <a:gd name="connsiteY13" fmla="*/ 6858000 h 6858000"/>
              <a:gd name="connsiteX14" fmla="*/ 0 w 2719348"/>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47362 w 2719348"/>
              <a:gd name="connsiteY12" fmla="*/ 5470216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704006 w 2719348"/>
              <a:gd name="connsiteY13" fmla="*/ 605284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1035781 w 2719348"/>
              <a:gd name="connsiteY14" fmla="*/ 6858000 h 6858000"/>
              <a:gd name="connsiteX15" fmla="*/ 0 w 2719348"/>
              <a:gd name="connsiteY15" fmla="*/ 6858000 h 6858000"/>
              <a:gd name="connsiteX16" fmla="*/ 0 w 2719348"/>
              <a:gd name="connsiteY16" fmla="*/ 0 h 6858000"/>
              <a:gd name="connsiteX0" fmla="*/ 0 w 2719348"/>
              <a:gd name="connsiteY0" fmla="*/ 0 h 6858011"/>
              <a:gd name="connsiteX1" fmla="*/ 655455 w 2719348"/>
              <a:gd name="connsiteY1" fmla="*/ 0 h 6858011"/>
              <a:gd name="connsiteX2" fmla="*/ 2524714 w 2719348"/>
              <a:gd name="connsiteY2" fmla="*/ 1885444 h 6858011"/>
              <a:gd name="connsiteX3" fmla="*/ 2638003 w 2719348"/>
              <a:gd name="connsiteY3" fmla="*/ 2403335 h 6858011"/>
              <a:gd name="connsiteX4" fmla="*/ 2718923 w 2719348"/>
              <a:gd name="connsiteY4" fmla="*/ 2937409 h 6858011"/>
              <a:gd name="connsiteX5" fmla="*/ 2646095 w 2719348"/>
              <a:gd name="connsiteY5" fmla="*/ 3123526 h 6858011"/>
              <a:gd name="connsiteX6" fmla="*/ 2508530 w 2719348"/>
              <a:gd name="connsiteY6" fmla="*/ 3382471 h 6858011"/>
              <a:gd name="connsiteX7" fmla="*/ 2152481 w 2719348"/>
              <a:gd name="connsiteY7" fmla="*/ 3544311 h 6858011"/>
              <a:gd name="connsiteX8" fmla="*/ 1294725 w 2719348"/>
              <a:gd name="connsiteY8" fmla="*/ 3681876 h 6858011"/>
              <a:gd name="connsiteX9" fmla="*/ 1011504 w 2719348"/>
              <a:gd name="connsiteY9" fmla="*/ 3843717 h 6858011"/>
              <a:gd name="connsiteX10" fmla="*/ 809204 w 2719348"/>
              <a:gd name="connsiteY10" fmla="*/ 4135031 h 6858011"/>
              <a:gd name="connsiteX11" fmla="*/ 639271 w 2719348"/>
              <a:gd name="connsiteY11" fmla="*/ 4944234 h 6858011"/>
              <a:gd name="connsiteX12" fmla="*/ 720190 w 2719348"/>
              <a:gd name="connsiteY12" fmla="*/ 5526860 h 6858011"/>
              <a:gd name="connsiteX13" fmla="*/ 833479 w 2719348"/>
              <a:gd name="connsiteY13" fmla="*/ 6093302 h 6858011"/>
              <a:gd name="connsiteX14" fmla="*/ 1035781 w 2719348"/>
              <a:gd name="connsiteY14" fmla="*/ 6858000 h 6858011"/>
              <a:gd name="connsiteX15" fmla="*/ 0 w 2719348"/>
              <a:gd name="connsiteY15" fmla="*/ 6858000 h 6858011"/>
              <a:gd name="connsiteX16" fmla="*/ 0 w 2719348"/>
              <a:gd name="connsiteY16" fmla="*/ 0 h 6858011"/>
              <a:gd name="connsiteX0" fmla="*/ 0 w 2719348"/>
              <a:gd name="connsiteY0" fmla="*/ 0 h 6858011"/>
              <a:gd name="connsiteX1" fmla="*/ 655455 w 2719348"/>
              <a:gd name="connsiteY1" fmla="*/ 0 h 6858011"/>
              <a:gd name="connsiteX2" fmla="*/ 2524714 w 2719348"/>
              <a:gd name="connsiteY2" fmla="*/ 1885444 h 6858011"/>
              <a:gd name="connsiteX3" fmla="*/ 2638003 w 2719348"/>
              <a:gd name="connsiteY3" fmla="*/ 2403335 h 6858011"/>
              <a:gd name="connsiteX4" fmla="*/ 2718923 w 2719348"/>
              <a:gd name="connsiteY4" fmla="*/ 2937409 h 6858011"/>
              <a:gd name="connsiteX5" fmla="*/ 2646095 w 2719348"/>
              <a:gd name="connsiteY5" fmla="*/ 3123526 h 6858011"/>
              <a:gd name="connsiteX6" fmla="*/ 2508530 w 2719348"/>
              <a:gd name="connsiteY6" fmla="*/ 3382471 h 6858011"/>
              <a:gd name="connsiteX7" fmla="*/ 2152481 w 2719348"/>
              <a:gd name="connsiteY7" fmla="*/ 3544311 h 6858011"/>
              <a:gd name="connsiteX8" fmla="*/ 1294725 w 2719348"/>
              <a:gd name="connsiteY8" fmla="*/ 3681876 h 6858011"/>
              <a:gd name="connsiteX9" fmla="*/ 1011504 w 2719348"/>
              <a:gd name="connsiteY9" fmla="*/ 3843717 h 6858011"/>
              <a:gd name="connsiteX10" fmla="*/ 809204 w 2719348"/>
              <a:gd name="connsiteY10" fmla="*/ 4135031 h 6858011"/>
              <a:gd name="connsiteX11" fmla="*/ 639271 w 2719348"/>
              <a:gd name="connsiteY11" fmla="*/ 4944234 h 6858011"/>
              <a:gd name="connsiteX12" fmla="*/ 720190 w 2719348"/>
              <a:gd name="connsiteY12" fmla="*/ 5526860 h 6858011"/>
              <a:gd name="connsiteX13" fmla="*/ 809203 w 2719348"/>
              <a:gd name="connsiteY13" fmla="*/ 6109486 h 6858011"/>
              <a:gd name="connsiteX14" fmla="*/ 1035781 w 2719348"/>
              <a:gd name="connsiteY14" fmla="*/ 6858000 h 6858011"/>
              <a:gd name="connsiteX15" fmla="*/ 0 w 2719348"/>
              <a:gd name="connsiteY15" fmla="*/ 6858000 h 6858011"/>
              <a:gd name="connsiteX16" fmla="*/ 0 w 2719348"/>
              <a:gd name="connsiteY16"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2459978 w 2719348"/>
              <a:gd name="connsiteY2" fmla="*/ 1076241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2459978 w 2719348"/>
              <a:gd name="connsiteY2" fmla="*/ 1076241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27015"/>
              <a:gd name="connsiteY0" fmla="*/ 0 h 6858011"/>
              <a:gd name="connsiteX1" fmla="*/ 655455 w 2727015"/>
              <a:gd name="connsiteY1" fmla="*/ 0 h 6858011"/>
              <a:gd name="connsiteX2" fmla="*/ 2727015 w 2727015"/>
              <a:gd name="connsiteY2" fmla="*/ 364142 h 6858011"/>
              <a:gd name="connsiteX3" fmla="*/ 2459978 w 2727015"/>
              <a:gd name="connsiteY3" fmla="*/ 1076241 h 6858011"/>
              <a:gd name="connsiteX4" fmla="*/ 2524714 w 2727015"/>
              <a:gd name="connsiteY4" fmla="*/ 1885444 h 6858011"/>
              <a:gd name="connsiteX5" fmla="*/ 2638003 w 2727015"/>
              <a:gd name="connsiteY5" fmla="*/ 2403335 h 6858011"/>
              <a:gd name="connsiteX6" fmla="*/ 2718923 w 2727015"/>
              <a:gd name="connsiteY6" fmla="*/ 2937409 h 6858011"/>
              <a:gd name="connsiteX7" fmla="*/ 2646095 w 2727015"/>
              <a:gd name="connsiteY7" fmla="*/ 3123526 h 6858011"/>
              <a:gd name="connsiteX8" fmla="*/ 2508530 w 2727015"/>
              <a:gd name="connsiteY8" fmla="*/ 3382471 h 6858011"/>
              <a:gd name="connsiteX9" fmla="*/ 2152481 w 2727015"/>
              <a:gd name="connsiteY9" fmla="*/ 3544311 h 6858011"/>
              <a:gd name="connsiteX10" fmla="*/ 1294725 w 2727015"/>
              <a:gd name="connsiteY10" fmla="*/ 3681876 h 6858011"/>
              <a:gd name="connsiteX11" fmla="*/ 1011504 w 2727015"/>
              <a:gd name="connsiteY11" fmla="*/ 3843717 h 6858011"/>
              <a:gd name="connsiteX12" fmla="*/ 809204 w 2727015"/>
              <a:gd name="connsiteY12" fmla="*/ 4135031 h 6858011"/>
              <a:gd name="connsiteX13" fmla="*/ 639271 w 2727015"/>
              <a:gd name="connsiteY13" fmla="*/ 4944234 h 6858011"/>
              <a:gd name="connsiteX14" fmla="*/ 720190 w 2727015"/>
              <a:gd name="connsiteY14" fmla="*/ 5526860 h 6858011"/>
              <a:gd name="connsiteX15" fmla="*/ 809203 w 2727015"/>
              <a:gd name="connsiteY15" fmla="*/ 6109486 h 6858011"/>
              <a:gd name="connsiteX16" fmla="*/ 1035781 w 2727015"/>
              <a:gd name="connsiteY16" fmla="*/ 6858000 h 6858011"/>
              <a:gd name="connsiteX17" fmla="*/ 0 w 2727015"/>
              <a:gd name="connsiteY17" fmla="*/ 6858000 h 6858011"/>
              <a:gd name="connsiteX18" fmla="*/ 0 w 2727015"/>
              <a:gd name="connsiteY18" fmla="*/ 0 h 6858011"/>
              <a:gd name="connsiteX0" fmla="*/ 0 w 2727015"/>
              <a:gd name="connsiteY0" fmla="*/ 0 h 6858011"/>
              <a:gd name="connsiteX1" fmla="*/ 655455 w 2727015"/>
              <a:gd name="connsiteY1" fmla="*/ 0 h 6858011"/>
              <a:gd name="connsiteX2" fmla="*/ 2727015 w 2727015"/>
              <a:gd name="connsiteY2" fmla="*/ 364142 h 6858011"/>
              <a:gd name="connsiteX3" fmla="*/ 2459978 w 2727015"/>
              <a:gd name="connsiteY3" fmla="*/ 1076241 h 6858011"/>
              <a:gd name="connsiteX4" fmla="*/ 2524714 w 2727015"/>
              <a:gd name="connsiteY4" fmla="*/ 1885444 h 6858011"/>
              <a:gd name="connsiteX5" fmla="*/ 2638003 w 2727015"/>
              <a:gd name="connsiteY5" fmla="*/ 2403335 h 6858011"/>
              <a:gd name="connsiteX6" fmla="*/ 2718923 w 2727015"/>
              <a:gd name="connsiteY6" fmla="*/ 2937409 h 6858011"/>
              <a:gd name="connsiteX7" fmla="*/ 2646095 w 2727015"/>
              <a:gd name="connsiteY7" fmla="*/ 3123526 h 6858011"/>
              <a:gd name="connsiteX8" fmla="*/ 2508530 w 2727015"/>
              <a:gd name="connsiteY8" fmla="*/ 3382471 h 6858011"/>
              <a:gd name="connsiteX9" fmla="*/ 2152481 w 2727015"/>
              <a:gd name="connsiteY9" fmla="*/ 3544311 h 6858011"/>
              <a:gd name="connsiteX10" fmla="*/ 1294725 w 2727015"/>
              <a:gd name="connsiteY10" fmla="*/ 3681876 h 6858011"/>
              <a:gd name="connsiteX11" fmla="*/ 1011504 w 2727015"/>
              <a:gd name="connsiteY11" fmla="*/ 3843717 h 6858011"/>
              <a:gd name="connsiteX12" fmla="*/ 809204 w 2727015"/>
              <a:gd name="connsiteY12" fmla="*/ 4135031 h 6858011"/>
              <a:gd name="connsiteX13" fmla="*/ 639271 w 2727015"/>
              <a:gd name="connsiteY13" fmla="*/ 4944234 h 6858011"/>
              <a:gd name="connsiteX14" fmla="*/ 720190 w 2727015"/>
              <a:gd name="connsiteY14" fmla="*/ 5526860 h 6858011"/>
              <a:gd name="connsiteX15" fmla="*/ 809203 w 2727015"/>
              <a:gd name="connsiteY15" fmla="*/ 6109486 h 6858011"/>
              <a:gd name="connsiteX16" fmla="*/ 1035781 w 2727015"/>
              <a:gd name="connsiteY16" fmla="*/ 6858000 h 6858011"/>
              <a:gd name="connsiteX17" fmla="*/ 0 w 2727015"/>
              <a:gd name="connsiteY17" fmla="*/ 6858000 h 6858011"/>
              <a:gd name="connsiteX18" fmla="*/ 0 w 2727015"/>
              <a:gd name="connsiteY18" fmla="*/ 0 h 6858011"/>
              <a:gd name="connsiteX0" fmla="*/ 0 w 3099577"/>
              <a:gd name="connsiteY0" fmla="*/ 0 h 6858011"/>
              <a:gd name="connsiteX1" fmla="*/ 3002145 w 3099577"/>
              <a:gd name="connsiteY1" fmla="*/ 0 h 6858011"/>
              <a:gd name="connsiteX2" fmla="*/ 2727015 w 3099577"/>
              <a:gd name="connsiteY2" fmla="*/ 364142 h 6858011"/>
              <a:gd name="connsiteX3" fmla="*/ 2459978 w 3099577"/>
              <a:gd name="connsiteY3" fmla="*/ 1076241 h 6858011"/>
              <a:gd name="connsiteX4" fmla="*/ 2524714 w 3099577"/>
              <a:gd name="connsiteY4" fmla="*/ 1885444 h 6858011"/>
              <a:gd name="connsiteX5" fmla="*/ 2638003 w 3099577"/>
              <a:gd name="connsiteY5" fmla="*/ 2403335 h 6858011"/>
              <a:gd name="connsiteX6" fmla="*/ 2718923 w 3099577"/>
              <a:gd name="connsiteY6" fmla="*/ 2937409 h 6858011"/>
              <a:gd name="connsiteX7" fmla="*/ 2646095 w 3099577"/>
              <a:gd name="connsiteY7" fmla="*/ 3123526 h 6858011"/>
              <a:gd name="connsiteX8" fmla="*/ 2508530 w 3099577"/>
              <a:gd name="connsiteY8" fmla="*/ 3382471 h 6858011"/>
              <a:gd name="connsiteX9" fmla="*/ 2152481 w 3099577"/>
              <a:gd name="connsiteY9" fmla="*/ 3544311 h 6858011"/>
              <a:gd name="connsiteX10" fmla="*/ 1294725 w 3099577"/>
              <a:gd name="connsiteY10" fmla="*/ 3681876 h 6858011"/>
              <a:gd name="connsiteX11" fmla="*/ 1011504 w 3099577"/>
              <a:gd name="connsiteY11" fmla="*/ 3843717 h 6858011"/>
              <a:gd name="connsiteX12" fmla="*/ 809204 w 3099577"/>
              <a:gd name="connsiteY12" fmla="*/ 4135031 h 6858011"/>
              <a:gd name="connsiteX13" fmla="*/ 639271 w 3099577"/>
              <a:gd name="connsiteY13" fmla="*/ 4944234 h 6858011"/>
              <a:gd name="connsiteX14" fmla="*/ 720190 w 3099577"/>
              <a:gd name="connsiteY14" fmla="*/ 5526860 h 6858011"/>
              <a:gd name="connsiteX15" fmla="*/ 809203 w 3099577"/>
              <a:gd name="connsiteY15" fmla="*/ 6109486 h 6858011"/>
              <a:gd name="connsiteX16" fmla="*/ 1035781 w 3099577"/>
              <a:gd name="connsiteY16" fmla="*/ 6858000 h 6858011"/>
              <a:gd name="connsiteX17" fmla="*/ 0 w 3099577"/>
              <a:gd name="connsiteY17" fmla="*/ 6858000 h 6858011"/>
              <a:gd name="connsiteX18" fmla="*/ 0 w 3099577"/>
              <a:gd name="connsiteY18" fmla="*/ 0 h 6858011"/>
              <a:gd name="connsiteX0" fmla="*/ 0 w 3002517"/>
              <a:gd name="connsiteY0" fmla="*/ 0 h 6858011"/>
              <a:gd name="connsiteX1" fmla="*/ 3002145 w 3002517"/>
              <a:gd name="connsiteY1" fmla="*/ 0 h 6858011"/>
              <a:gd name="connsiteX2" fmla="*/ 2727015 w 3002517"/>
              <a:gd name="connsiteY2" fmla="*/ 364142 h 6858011"/>
              <a:gd name="connsiteX3" fmla="*/ 2459978 w 3002517"/>
              <a:gd name="connsiteY3" fmla="*/ 1076241 h 6858011"/>
              <a:gd name="connsiteX4" fmla="*/ 2524714 w 3002517"/>
              <a:gd name="connsiteY4" fmla="*/ 1885444 h 6858011"/>
              <a:gd name="connsiteX5" fmla="*/ 2638003 w 3002517"/>
              <a:gd name="connsiteY5" fmla="*/ 2403335 h 6858011"/>
              <a:gd name="connsiteX6" fmla="*/ 2718923 w 3002517"/>
              <a:gd name="connsiteY6" fmla="*/ 2937409 h 6858011"/>
              <a:gd name="connsiteX7" fmla="*/ 2646095 w 3002517"/>
              <a:gd name="connsiteY7" fmla="*/ 3123526 h 6858011"/>
              <a:gd name="connsiteX8" fmla="*/ 2508530 w 3002517"/>
              <a:gd name="connsiteY8" fmla="*/ 3382471 h 6858011"/>
              <a:gd name="connsiteX9" fmla="*/ 2152481 w 3002517"/>
              <a:gd name="connsiteY9" fmla="*/ 3544311 h 6858011"/>
              <a:gd name="connsiteX10" fmla="*/ 1294725 w 3002517"/>
              <a:gd name="connsiteY10" fmla="*/ 3681876 h 6858011"/>
              <a:gd name="connsiteX11" fmla="*/ 1011504 w 3002517"/>
              <a:gd name="connsiteY11" fmla="*/ 3843717 h 6858011"/>
              <a:gd name="connsiteX12" fmla="*/ 809204 w 3002517"/>
              <a:gd name="connsiteY12" fmla="*/ 4135031 h 6858011"/>
              <a:gd name="connsiteX13" fmla="*/ 639271 w 3002517"/>
              <a:gd name="connsiteY13" fmla="*/ 4944234 h 6858011"/>
              <a:gd name="connsiteX14" fmla="*/ 720190 w 3002517"/>
              <a:gd name="connsiteY14" fmla="*/ 5526860 h 6858011"/>
              <a:gd name="connsiteX15" fmla="*/ 809203 w 3002517"/>
              <a:gd name="connsiteY15" fmla="*/ 6109486 h 6858011"/>
              <a:gd name="connsiteX16" fmla="*/ 1035781 w 3002517"/>
              <a:gd name="connsiteY16" fmla="*/ 6858000 h 6858011"/>
              <a:gd name="connsiteX17" fmla="*/ 0 w 3002517"/>
              <a:gd name="connsiteY17" fmla="*/ 6858000 h 6858011"/>
              <a:gd name="connsiteX18" fmla="*/ 0 w 3002517"/>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508530 w 2970194"/>
              <a:gd name="connsiteY8" fmla="*/ 3382471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508530 w 2970194"/>
              <a:gd name="connsiteY8" fmla="*/ 3382471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31429 w 2970194"/>
              <a:gd name="connsiteY12" fmla="*/ 40842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31429 w 2970194"/>
              <a:gd name="connsiteY12" fmla="*/ 40842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3017756"/>
              <a:gd name="connsiteY0" fmla="*/ 0 h 6858011"/>
              <a:gd name="connsiteX1" fmla="*/ 3017402 w 3017756"/>
              <a:gd name="connsiteY1" fmla="*/ 0 h 6858011"/>
              <a:gd name="connsiteX2" fmla="*/ 2727015 w 3017756"/>
              <a:gd name="connsiteY2" fmla="*/ 364142 h 6858011"/>
              <a:gd name="connsiteX3" fmla="*/ 2459978 w 3017756"/>
              <a:gd name="connsiteY3" fmla="*/ 1076241 h 6858011"/>
              <a:gd name="connsiteX4" fmla="*/ 2524714 w 3017756"/>
              <a:gd name="connsiteY4" fmla="*/ 1885444 h 6858011"/>
              <a:gd name="connsiteX5" fmla="*/ 2638003 w 3017756"/>
              <a:gd name="connsiteY5" fmla="*/ 2403335 h 6858011"/>
              <a:gd name="connsiteX6" fmla="*/ 2706223 w 3017756"/>
              <a:gd name="connsiteY6" fmla="*/ 2807234 h 6858011"/>
              <a:gd name="connsiteX7" fmla="*/ 2646095 w 3017756"/>
              <a:gd name="connsiteY7" fmla="*/ 3123526 h 6858011"/>
              <a:gd name="connsiteX8" fmla="*/ 2481636 w 3017756"/>
              <a:gd name="connsiteY8" fmla="*/ 3391436 h 6858011"/>
              <a:gd name="connsiteX9" fmla="*/ 2177881 w 3017756"/>
              <a:gd name="connsiteY9" fmla="*/ 3528436 h 6858011"/>
              <a:gd name="connsiteX10" fmla="*/ 1294725 w 3017756"/>
              <a:gd name="connsiteY10" fmla="*/ 3681876 h 6858011"/>
              <a:gd name="connsiteX11" fmla="*/ 1011504 w 3017756"/>
              <a:gd name="connsiteY11" fmla="*/ 3843717 h 6858011"/>
              <a:gd name="connsiteX12" fmla="*/ 831429 w 3017756"/>
              <a:gd name="connsiteY12" fmla="*/ 4084231 h 6858011"/>
              <a:gd name="connsiteX13" fmla="*/ 639271 w 3017756"/>
              <a:gd name="connsiteY13" fmla="*/ 4944234 h 6858011"/>
              <a:gd name="connsiteX14" fmla="*/ 720190 w 3017756"/>
              <a:gd name="connsiteY14" fmla="*/ 5526860 h 6858011"/>
              <a:gd name="connsiteX15" fmla="*/ 809203 w 3017756"/>
              <a:gd name="connsiteY15" fmla="*/ 6109486 h 6858011"/>
              <a:gd name="connsiteX16" fmla="*/ 1035781 w 3017756"/>
              <a:gd name="connsiteY16" fmla="*/ 6858000 h 6858011"/>
              <a:gd name="connsiteX17" fmla="*/ 0 w 3017756"/>
              <a:gd name="connsiteY17" fmla="*/ 6858000 h 6858011"/>
              <a:gd name="connsiteX18" fmla="*/ 0 w 3017756"/>
              <a:gd name="connsiteY18" fmla="*/ 0 h 6858011"/>
              <a:gd name="connsiteX0" fmla="*/ 0 w 3017756"/>
              <a:gd name="connsiteY0" fmla="*/ 3175 h 6861186"/>
              <a:gd name="connsiteX1" fmla="*/ 3017402 w 3017756"/>
              <a:gd name="connsiteY1" fmla="*/ 0 h 6861186"/>
              <a:gd name="connsiteX2" fmla="*/ 2727015 w 3017756"/>
              <a:gd name="connsiteY2" fmla="*/ 367317 h 6861186"/>
              <a:gd name="connsiteX3" fmla="*/ 2459978 w 3017756"/>
              <a:gd name="connsiteY3" fmla="*/ 1079416 h 6861186"/>
              <a:gd name="connsiteX4" fmla="*/ 2524714 w 3017756"/>
              <a:gd name="connsiteY4" fmla="*/ 1888619 h 6861186"/>
              <a:gd name="connsiteX5" fmla="*/ 2638003 w 3017756"/>
              <a:gd name="connsiteY5" fmla="*/ 2406510 h 6861186"/>
              <a:gd name="connsiteX6" fmla="*/ 2706223 w 3017756"/>
              <a:gd name="connsiteY6" fmla="*/ 2810409 h 6861186"/>
              <a:gd name="connsiteX7" fmla="*/ 2646095 w 3017756"/>
              <a:gd name="connsiteY7" fmla="*/ 3126701 h 6861186"/>
              <a:gd name="connsiteX8" fmla="*/ 2481636 w 3017756"/>
              <a:gd name="connsiteY8" fmla="*/ 3394611 h 6861186"/>
              <a:gd name="connsiteX9" fmla="*/ 2177881 w 3017756"/>
              <a:gd name="connsiteY9" fmla="*/ 3531611 h 6861186"/>
              <a:gd name="connsiteX10" fmla="*/ 1294725 w 3017756"/>
              <a:gd name="connsiteY10" fmla="*/ 3685051 h 6861186"/>
              <a:gd name="connsiteX11" fmla="*/ 1011504 w 3017756"/>
              <a:gd name="connsiteY11" fmla="*/ 3846892 h 6861186"/>
              <a:gd name="connsiteX12" fmla="*/ 831429 w 3017756"/>
              <a:gd name="connsiteY12" fmla="*/ 4087406 h 6861186"/>
              <a:gd name="connsiteX13" fmla="*/ 639271 w 3017756"/>
              <a:gd name="connsiteY13" fmla="*/ 4947409 h 6861186"/>
              <a:gd name="connsiteX14" fmla="*/ 720190 w 3017756"/>
              <a:gd name="connsiteY14" fmla="*/ 5530035 h 6861186"/>
              <a:gd name="connsiteX15" fmla="*/ 809203 w 3017756"/>
              <a:gd name="connsiteY15" fmla="*/ 6112661 h 6861186"/>
              <a:gd name="connsiteX16" fmla="*/ 1035781 w 3017756"/>
              <a:gd name="connsiteY16" fmla="*/ 6861175 h 6861186"/>
              <a:gd name="connsiteX17" fmla="*/ 0 w 3017756"/>
              <a:gd name="connsiteY17" fmla="*/ 6861175 h 6861186"/>
              <a:gd name="connsiteX18" fmla="*/ 0 w 3017756"/>
              <a:gd name="connsiteY18" fmla="*/ 3175 h 6861186"/>
              <a:gd name="connsiteX0" fmla="*/ 0 w 3017738"/>
              <a:gd name="connsiteY0" fmla="*/ 3175 h 6861186"/>
              <a:gd name="connsiteX1" fmla="*/ 3017402 w 3017738"/>
              <a:gd name="connsiteY1" fmla="*/ 0 h 6861186"/>
              <a:gd name="connsiteX2" fmla="*/ 2711140 w 3017738"/>
              <a:gd name="connsiteY2" fmla="*/ 364142 h 6861186"/>
              <a:gd name="connsiteX3" fmla="*/ 2459978 w 3017738"/>
              <a:gd name="connsiteY3" fmla="*/ 1079416 h 6861186"/>
              <a:gd name="connsiteX4" fmla="*/ 2524714 w 3017738"/>
              <a:gd name="connsiteY4" fmla="*/ 1888619 h 6861186"/>
              <a:gd name="connsiteX5" fmla="*/ 2638003 w 3017738"/>
              <a:gd name="connsiteY5" fmla="*/ 2406510 h 6861186"/>
              <a:gd name="connsiteX6" fmla="*/ 2706223 w 3017738"/>
              <a:gd name="connsiteY6" fmla="*/ 2810409 h 6861186"/>
              <a:gd name="connsiteX7" fmla="*/ 2646095 w 3017738"/>
              <a:gd name="connsiteY7" fmla="*/ 3126701 h 6861186"/>
              <a:gd name="connsiteX8" fmla="*/ 2481636 w 3017738"/>
              <a:gd name="connsiteY8" fmla="*/ 3394611 h 6861186"/>
              <a:gd name="connsiteX9" fmla="*/ 2177881 w 3017738"/>
              <a:gd name="connsiteY9" fmla="*/ 3531611 h 6861186"/>
              <a:gd name="connsiteX10" fmla="*/ 1294725 w 3017738"/>
              <a:gd name="connsiteY10" fmla="*/ 3685051 h 6861186"/>
              <a:gd name="connsiteX11" fmla="*/ 1011504 w 3017738"/>
              <a:gd name="connsiteY11" fmla="*/ 3846892 h 6861186"/>
              <a:gd name="connsiteX12" fmla="*/ 831429 w 3017738"/>
              <a:gd name="connsiteY12" fmla="*/ 4087406 h 6861186"/>
              <a:gd name="connsiteX13" fmla="*/ 639271 w 3017738"/>
              <a:gd name="connsiteY13" fmla="*/ 4947409 h 6861186"/>
              <a:gd name="connsiteX14" fmla="*/ 720190 w 3017738"/>
              <a:gd name="connsiteY14" fmla="*/ 5530035 h 6861186"/>
              <a:gd name="connsiteX15" fmla="*/ 809203 w 3017738"/>
              <a:gd name="connsiteY15" fmla="*/ 6112661 h 6861186"/>
              <a:gd name="connsiteX16" fmla="*/ 1035781 w 3017738"/>
              <a:gd name="connsiteY16" fmla="*/ 6861175 h 6861186"/>
              <a:gd name="connsiteX17" fmla="*/ 0 w 3017738"/>
              <a:gd name="connsiteY17" fmla="*/ 6861175 h 6861186"/>
              <a:gd name="connsiteX18" fmla="*/ 0 w 3017738"/>
              <a:gd name="connsiteY18" fmla="*/ 3175 h 6861186"/>
              <a:gd name="connsiteX0" fmla="*/ 0 w 3018112"/>
              <a:gd name="connsiteY0" fmla="*/ 3175 h 6861186"/>
              <a:gd name="connsiteX1" fmla="*/ 3017402 w 3018112"/>
              <a:gd name="connsiteY1" fmla="*/ 0 h 6861186"/>
              <a:gd name="connsiteX2" fmla="*/ 2711140 w 3018112"/>
              <a:gd name="connsiteY2" fmla="*/ 364142 h 6861186"/>
              <a:gd name="connsiteX3" fmla="*/ 2459978 w 3018112"/>
              <a:gd name="connsiteY3" fmla="*/ 1079416 h 6861186"/>
              <a:gd name="connsiteX4" fmla="*/ 2524714 w 3018112"/>
              <a:gd name="connsiteY4" fmla="*/ 1888619 h 6861186"/>
              <a:gd name="connsiteX5" fmla="*/ 2638003 w 3018112"/>
              <a:gd name="connsiteY5" fmla="*/ 2406510 h 6861186"/>
              <a:gd name="connsiteX6" fmla="*/ 2706223 w 3018112"/>
              <a:gd name="connsiteY6" fmla="*/ 2810409 h 6861186"/>
              <a:gd name="connsiteX7" fmla="*/ 2646095 w 3018112"/>
              <a:gd name="connsiteY7" fmla="*/ 3126701 h 6861186"/>
              <a:gd name="connsiteX8" fmla="*/ 2481636 w 3018112"/>
              <a:gd name="connsiteY8" fmla="*/ 3394611 h 6861186"/>
              <a:gd name="connsiteX9" fmla="*/ 2177881 w 3018112"/>
              <a:gd name="connsiteY9" fmla="*/ 3531611 h 6861186"/>
              <a:gd name="connsiteX10" fmla="*/ 1294725 w 3018112"/>
              <a:gd name="connsiteY10" fmla="*/ 3685051 h 6861186"/>
              <a:gd name="connsiteX11" fmla="*/ 1011504 w 3018112"/>
              <a:gd name="connsiteY11" fmla="*/ 3846892 h 6861186"/>
              <a:gd name="connsiteX12" fmla="*/ 831429 w 3018112"/>
              <a:gd name="connsiteY12" fmla="*/ 4087406 h 6861186"/>
              <a:gd name="connsiteX13" fmla="*/ 639271 w 3018112"/>
              <a:gd name="connsiteY13" fmla="*/ 4947409 h 6861186"/>
              <a:gd name="connsiteX14" fmla="*/ 720190 w 3018112"/>
              <a:gd name="connsiteY14" fmla="*/ 5530035 h 6861186"/>
              <a:gd name="connsiteX15" fmla="*/ 809203 w 3018112"/>
              <a:gd name="connsiteY15" fmla="*/ 6112661 h 6861186"/>
              <a:gd name="connsiteX16" fmla="*/ 1035781 w 3018112"/>
              <a:gd name="connsiteY16" fmla="*/ 6861175 h 6861186"/>
              <a:gd name="connsiteX17" fmla="*/ 0 w 3018112"/>
              <a:gd name="connsiteY17" fmla="*/ 6861175 h 6861186"/>
              <a:gd name="connsiteX18" fmla="*/ 0 w 3018112"/>
              <a:gd name="connsiteY18" fmla="*/ 3175 h 6861186"/>
              <a:gd name="connsiteX0" fmla="*/ 0 w 3018112"/>
              <a:gd name="connsiteY0" fmla="*/ 3175 h 6861186"/>
              <a:gd name="connsiteX1" fmla="*/ 3017402 w 3018112"/>
              <a:gd name="connsiteY1" fmla="*/ 0 h 6861186"/>
              <a:gd name="connsiteX2" fmla="*/ 2711140 w 3018112"/>
              <a:gd name="connsiteY2" fmla="*/ 364142 h 6861186"/>
              <a:gd name="connsiteX3" fmla="*/ 2459978 w 3018112"/>
              <a:gd name="connsiteY3" fmla="*/ 1079416 h 6861186"/>
              <a:gd name="connsiteX4" fmla="*/ 2524714 w 3018112"/>
              <a:gd name="connsiteY4" fmla="*/ 1888619 h 6861186"/>
              <a:gd name="connsiteX5" fmla="*/ 2638003 w 3018112"/>
              <a:gd name="connsiteY5" fmla="*/ 2406510 h 6861186"/>
              <a:gd name="connsiteX6" fmla="*/ 2706223 w 3018112"/>
              <a:gd name="connsiteY6" fmla="*/ 2810409 h 6861186"/>
              <a:gd name="connsiteX7" fmla="*/ 2646095 w 3018112"/>
              <a:gd name="connsiteY7" fmla="*/ 3126701 h 6861186"/>
              <a:gd name="connsiteX8" fmla="*/ 2481636 w 3018112"/>
              <a:gd name="connsiteY8" fmla="*/ 3394611 h 6861186"/>
              <a:gd name="connsiteX9" fmla="*/ 2177881 w 3018112"/>
              <a:gd name="connsiteY9" fmla="*/ 3531611 h 6861186"/>
              <a:gd name="connsiteX10" fmla="*/ 1294725 w 3018112"/>
              <a:gd name="connsiteY10" fmla="*/ 3685051 h 6861186"/>
              <a:gd name="connsiteX11" fmla="*/ 1011504 w 3018112"/>
              <a:gd name="connsiteY11" fmla="*/ 3846892 h 6861186"/>
              <a:gd name="connsiteX12" fmla="*/ 831429 w 3018112"/>
              <a:gd name="connsiteY12" fmla="*/ 4087406 h 6861186"/>
              <a:gd name="connsiteX13" fmla="*/ 639271 w 3018112"/>
              <a:gd name="connsiteY13" fmla="*/ 4947409 h 6861186"/>
              <a:gd name="connsiteX14" fmla="*/ 720190 w 3018112"/>
              <a:gd name="connsiteY14" fmla="*/ 5530035 h 6861186"/>
              <a:gd name="connsiteX15" fmla="*/ 809203 w 3018112"/>
              <a:gd name="connsiteY15" fmla="*/ 6112661 h 6861186"/>
              <a:gd name="connsiteX16" fmla="*/ 1035781 w 3018112"/>
              <a:gd name="connsiteY16" fmla="*/ 6861175 h 6861186"/>
              <a:gd name="connsiteX17" fmla="*/ 0 w 3018112"/>
              <a:gd name="connsiteY17" fmla="*/ 6861175 h 6861186"/>
              <a:gd name="connsiteX18" fmla="*/ 0 w 3018112"/>
              <a:gd name="connsiteY18" fmla="*/ 3175 h 6861186"/>
              <a:gd name="connsiteX0" fmla="*/ 0 w 3018157"/>
              <a:gd name="connsiteY0" fmla="*/ 3175 h 6861186"/>
              <a:gd name="connsiteX1" fmla="*/ 3017402 w 3018157"/>
              <a:gd name="connsiteY1" fmla="*/ 0 h 6861186"/>
              <a:gd name="connsiteX2" fmla="*/ 2720665 w 3018157"/>
              <a:gd name="connsiteY2" fmla="*/ 367317 h 6861186"/>
              <a:gd name="connsiteX3" fmla="*/ 2459978 w 3018157"/>
              <a:gd name="connsiteY3" fmla="*/ 1079416 h 6861186"/>
              <a:gd name="connsiteX4" fmla="*/ 2524714 w 3018157"/>
              <a:gd name="connsiteY4" fmla="*/ 1888619 h 6861186"/>
              <a:gd name="connsiteX5" fmla="*/ 2638003 w 3018157"/>
              <a:gd name="connsiteY5" fmla="*/ 2406510 h 6861186"/>
              <a:gd name="connsiteX6" fmla="*/ 2706223 w 3018157"/>
              <a:gd name="connsiteY6" fmla="*/ 2810409 h 6861186"/>
              <a:gd name="connsiteX7" fmla="*/ 2646095 w 3018157"/>
              <a:gd name="connsiteY7" fmla="*/ 3126701 h 6861186"/>
              <a:gd name="connsiteX8" fmla="*/ 2481636 w 3018157"/>
              <a:gd name="connsiteY8" fmla="*/ 3394611 h 6861186"/>
              <a:gd name="connsiteX9" fmla="*/ 2177881 w 3018157"/>
              <a:gd name="connsiteY9" fmla="*/ 3531611 h 6861186"/>
              <a:gd name="connsiteX10" fmla="*/ 1294725 w 3018157"/>
              <a:gd name="connsiteY10" fmla="*/ 3685051 h 6861186"/>
              <a:gd name="connsiteX11" fmla="*/ 1011504 w 3018157"/>
              <a:gd name="connsiteY11" fmla="*/ 3846892 h 6861186"/>
              <a:gd name="connsiteX12" fmla="*/ 831429 w 3018157"/>
              <a:gd name="connsiteY12" fmla="*/ 4087406 h 6861186"/>
              <a:gd name="connsiteX13" fmla="*/ 639271 w 3018157"/>
              <a:gd name="connsiteY13" fmla="*/ 4947409 h 6861186"/>
              <a:gd name="connsiteX14" fmla="*/ 720190 w 3018157"/>
              <a:gd name="connsiteY14" fmla="*/ 5530035 h 6861186"/>
              <a:gd name="connsiteX15" fmla="*/ 809203 w 3018157"/>
              <a:gd name="connsiteY15" fmla="*/ 6112661 h 6861186"/>
              <a:gd name="connsiteX16" fmla="*/ 1035781 w 3018157"/>
              <a:gd name="connsiteY16" fmla="*/ 6861175 h 6861186"/>
              <a:gd name="connsiteX17" fmla="*/ 0 w 3018157"/>
              <a:gd name="connsiteY17" fmla="*/ 6861175 h 6861186"/>
              <a:gd name="connsiteX18" fmla="*/ 0 w 3018157"/>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39271 w 3018060"/>
              <a:gd name="connsiteY13" fmla="*/ 4947409 h 6861186"/>
              <a:gd name="connsiteX14" fmla="*/ 720190 w 3018060"/>
              <a:gd name="connsiteY14" fmla="*/ 5530035 h 6861186"/>
              <a:gd name="connsiteX15" fmla="*/ 809203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09203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25078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25078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729276 w 3018060"/>
              <a:gd name="connsiteY13" fmla="*/ 4429125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58795 w 3018060"/>
              <a:gd name="connsiteY7" fmla="*/ 31013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58795 w 3018060"/>
              <a:gd name="connsiteY7" fmla="*/ 31013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66328 w 3018060"/>
              <a:gd name="connsiteY3" fmla="*/ 1114341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66328 w 3018060"/>
              <a:gd name="connsiteY3" fmla="*/ 1114341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Lst>
            <a:ahLst/>
            <a:cxnLst/>
            <a:rect l="l" t="t" r="r" b="b"/>
            <a:pathLst>
              <a:path w="3018060" h="6861186">
                <a:moveTo>
                  <a:pt x="0" y="3175"/>
                </a:moveTo>
                <a:lnTo>
                  <a:pt x="3017402" y="0"/>
                </a:lnTo>
                <a:cubicBezTo>
                  <a:pt x="3029539" y="9440"/>
                  <a:pt x="2871716" y="167994"/>
                  <a:pt x="2720665" y="367317"/>
                </a:cubicBezTo>
                <a:cubicBezTo>
                  <a:pt x="2669472" y="488191"/>
                  <a:pt x="2488609" y="800635"/>
                  <a:pt x="2466328" y="1114341"/>
                </a:cubicBezTo>
                <a:cubicBezTo>
                  <a:pt x="2462282" y="1112993"/>
                  <a:pt x="2447840" y="1645858"/>
                  <a:pt x="2524714" y="1888619"/>
                </a:cubicBezTo>
                <a:cubicBezTo>
                  <a:pt x="2535503" y="1889967"/>
                  <a:pt x="2598892" y="2221742"/>
                  <a:pt x="2638003" y="2406510"/>
                </a:cubicBezTo>
                <a:cubicBezTo>
                  <a:pt x="2650141" y="2410556"/>
                  <a:pt x="2703441" y="2804453"/>
                  <a:pt x="2696698" y="2797709"/>
                </a:cubicBezTo>
                <a:cubicBezTo>
                  <a:pt x="2704789" y="2792315"/>
                  <a:pt x="2688578" y="3049461"/>
                  <a:pt x="2620695" y="3174326"/>
                </a:cubicBezTo>
                <a:cubicBezTo>
                  <a:pt x="2630136" y="3187813"/>
                  <a:pt x="2472504" y="3353665"/>
                  <a:pt x="2465761" y="3375561"/>
                </a:cubicBezTo>
                <a:cubicBezTo>
                  <a:pt x="2480596" y="3367468"/>
                  <a:pt x="2270378" y="3510791"/>
                  <a:pt x="2127081" y="3531611"/>
                </a:cubicBezTo>
                <a:cubicBezTo>
                  <a:pt x="2128430" y="3546446"/>
                  <a:pt x="1390593" y="3596207"/>
                  <a:pt x="1272500" y="3681876"/>
                </a:cubicBezTo>
                <a:cubicBezTo>
                  <a:pt x="1267105" y="3683225"/>
                  <a:pt x="1010155" y="3840149"/>
                  <a:pt x="1011504" y="3846892"/>
                </a:cubicBezTo>
                <a:cubicBezTo>
                  <a:pt x="1012853" y="3840149"/>
                  <a:pt x="824686" y="4106287"/>
                  <a:pt x="831429" y="4087406"/>
                </a:cubicBezTo>
                <a:cubicBezTo>
                  <a:pt x="784391" y="4184445"/>
                  <a:pt x="750190" y="4264625"/>
                  <a:pt x="722926" y="4406900"/>
                </a:cubicBezTo>
                <a:cubicBezTo>
                  <a:pt x="695662" y="4549176"/>
                  <a:pt x="669360" y="4757574"/>
                  <a:pt x="667846" y="4941059"/>
                </a:cubicBezTo>
                <a:cubicBezTo>
                  <a:pt x="640872" y="5163590"/>
                  <a:pt x="725585" y="5518571"/>
                  <a:pt x="720190" y="5530035"/>
                </a:cubicBezTo>
                <a:cubicBezTo>
                  <a:pt x="730979" y="5714803"/>
                  <a:pt x="835867" y="6125473"/>
                  <a:pt x="825078" y="6112661"/>
                </a:cubicBezTo>
                <a:cubicBezTo>
                  <a:pt x="830473" y="6116033"/>
                  <a:pt x="1047919" y="6864547"/>
                  <a:pt x="1035781" y="6861175"/>
                </a:cubicBezTo>
                <a:lnTo>
                  <a:pt x="0" y="6861175"/>
                </a:lnTo>
                <a:lnTo>
                  <a:pt x="0" y="3175"/>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8" name="Graphic 9"/>
          <p:cNvPicPr>
            <a:picLocks noChangeAspect="1"/>
          </p:cNvPicPr>
          <p:nvPr/>
        </p:nvPicPr>
        <p:blipFill rotWithShape="1">
          <a:blip>
            <a:extLst>
              <a:ext uri="{96DAC541-7B7A-43D3-8B79-37D633B846F1}">
                <asvg:svgBlip xmlns:asvg="http://schemas.microsoft.com/office/drawing/2016/SVG/main" r:embed="rId4"/>
              </a:ext>
            </a:extLst>
          </a:blip>
          <a:srcRect t="15816" b="1347"/>
          <a:stretch/>
        </p:blipFill>
        <p:spPr>
          <a:xfrm>
            <a:off x="5273106" y="-3175"/>
            <a:ext cx="5553920" cy="686117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_LIGHT02">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D63E79AF-CB68-D6C4-70EA-86219EE2A208}"/>
              </a:ext>
            </a:extLst>
          </p:cNvPr>
          <p:cNvSpPr>
            <a:spLocks noGrp="1"/>
          </p:cNvSpPr>
          <p:nvPr>
            <p:ph type="body" idx="10" hasCustomPrompt="1"/>
          </p:nvPr>
        </p:nvSpPr>
        <p:spPr>
          <a:xfrm>
            <a:off x="696910" y="4865154"/>
            <a:ext cx="4970243" cy="360000"/>
          </a:xfrm>
        </p:spPr>
        <p:txBody>
          <a:bodyPr anchor="ctr">
            <a:noAutofit/>
          </a:bodyPr>
          <a:lstStyle>
            <a:lvl1pPr marL="0" indent="0">
              <a:buNone/>
              <a:defRPr sz="1800" b="0" i="0" spc="500" baseline="0">
                <a:solidFill>
                  <a:schemeClr val="bg1"/>
                </a:solidFill>
                <a:latin typeface="Montserrat"/>
                <a:ea typeface="Montserrat"/>
                <a:cs typeface="Montserrat"/>
              </a:defRPr>
            </a:lvl1pPr>
          </a:lstStyle>
          <a:p>
            <a:pPr lvl="0">
              <a:buNone/>
            </a:pPr>
            <a:r>
              <a:t>SUBTITLE</a:t>
            </a:r>
          </a:p>
        </p:txBody>
      </p:sp>
      <p:sp>
        <p:nvSpPr>
          <p:cNvPr id="7" name="Title 5">
            <a:extLst>
              <a:ext uri="{FF2B5EF4-FFF2-40B4-BE49-F238E27FC236}">
                <a16:creationId xmlns:a16="http://schemas.microsoft.com/office/drawing/2014/main" id="{97FE8B4D-EC7A-41D0-248E-CDD86937D25C}"/>
              </a:ext>
            </a:extLst>
          </p:cNvPr>
          <p:cNvSpPr>
            <a:spLocks noGrp="1"/>
          </p:cNvSpPr>
          <p:nvPr>
            <p:ph type="title" hasCustomPrompt="1"/>
          </p:nvPr>
        </p:nvSpPr>
        <p:spPr>
          <a:xfrm>
            <a:off x="696910" y="3428999"/>
            <a:ext cx="4970243" cy="1408467"/>
          </a:xfrm>
        </p:spPr>
        <p:txBody>
          <a:bodyPr anchor="b">
            <a:noAutofit/>
          </a:bodyPr>
          <a:lstStyle>
            <a:lvl1pPr>
              <a:buNone/>
              <a:defRPr sz="3600" b="1" i="0" spc="500" baseline="0">
                <a:latin typeface="Montserrat"/>
                <a:ea typeface="Montserrat"/>
                <a:cs typeface="Montserrat"/>
              </a:defRPr>
            </a:lvl1pPr>
          </a:lstStyle>
          <a:p>
            <a:r>
              <a:t>TITLE</a:t>
            </a:r>
          </a:p>
        </p:txBody>
      </p:sp>
      <p:sp>
        <p:nvSpPr>
          <p:cNvPr id="17" name="Text Placeholder 7">
            <a:extLst>
              <a:ext uri="{FF2B5EF4-FFF2-40B4-BE49-F238E27FC236}">
                <a16:creationId xmlns:a16="http://schemas.microsoft.com/office/drawing/2014/main" id="{2251FC30-D981-D20F-9F3D-83312F855260}"/>
              </a:ext>
            </a:extLst>
          </p:cNvPr>
          <p:cNvSpPr>
            <a:spLocks noGrp="1"/>
          </p:cNvSpPr>
          <p:nvPr>
            <p:ph type="body" idx="11" hasCustomPrompt="1"/>
          </p:nvPr>
        </p:nvSpPr>
        <p:spPr>
          <a:xfrm>
            <a:off x="695325" y="5769338"/>
            <a:ext cx="4970243" cy="360000"/>
          </a:xfrm>
        </p:spPr>
        <p:txBody>
          <a:bodyPr anchor="ctr">
            <a:noAutofit/>
          </a:bodyPr>
          <a:lstStyle>
            <a:lvl1pPr marL="0" indent="0">
              <a:buNone/>
              <a:defRPr sz="1100" b="0" i="0">
                <a:solidFill>
                  <a:schemeClr val="tx1"/>
                </a:solidFill>
                <a:latin typeface="Montserrat"/>
                <a:ea typeface="Montserrat"/>
                <a:cs typeface="Montserrat"/>
              </a:defRPr>
            </a:lvl1pPr>
          </a:lstStyle>
          <a:p>
            <a:pPr lvl="0">
              <a:buNone/>
            </a:pPr>
            <a:r>
              <a:t>Date / Speaker</a:t>
            </a:r>
          </a:p>
        </p:txBody>
      </p:sp>
      <p:pic>
        <p:nvPicPr>
          <p:cNvPr id="24" name="Graphic 18"/>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4350" y="539773"/>
            <a:ext cx="1800000" cy="1135115"/>
          </a:xfrm>
          <a:prstGeom prst="rect">
            <a:avLst/>
          </a:prstGeom>
        </p:spPr>
      </p:pic>
      <p:pic>
        <p:nvPicPr>
          <p:cNvPr id="25" name="Picture 1"/>
          <p:cNvPicPr>
            <a:picLocks noChangeAspect="1"/>
          </p:cNvPicPr>
          <p:nvPr/>
        </p:nvPicPr>
        <p:blipFill>
          <a:blip r:embed="rId3"/>
          <a:srcRect/>
          <a:stretch/>
        </p:blipFill>
        <p:spPr>
          <a:xfrm>
            <a:off x="7359163" y="0"/>
            <a:ext cx="4832838" cy="6858000"/>
          </a:xfrm>
          <a:prstGeom prst="rect">
            <a:avLst/>
          </a:prstGeom>
        </p:spPr>
      </p:pic>
      <p:sp>
        <p:nvSpPr>
          <p:cNvPr id="3" name="Rectangle 2">
            <a:extLst>
              <a:ext uri="{FF2B5EF4-FFF2-40B4-BE49-F238E27FC236}">
                <a16:creationId xmlns:a16="http://schemas.microsoft.com/office/drawing/2014/main" id="{9CC940BC-C811-7BDF-5E42-8849BE91C35D}"/>
              </a:ext>
            </a:extLst>
          </p:cNvPr>
          <p:cNvSpPr>
            <a:spLocks noGrp="1"/>
          </p:cNvSpPr>
          <p:nvPr/>
        </p:nvSpPr>
        <p:spPr>
          <a:xfrm>
            <a:off x="7359164" y="-1"/>
            <a:ext cx="4832836" cy="6858001"/>
          </a:xfrm>
          <a:prstGeom prst="rect">
            <a:avLst/>
          </a:prstGeom>
          <a:gradFill>
            <a:gsLst>
              <a:gs pos="97000">
                <a:schemeClr val="tx2">
                  <a:alpha val="80000"/>
                </a:schemeClr>
              </a:gs>
              <a:gs pos="0">
                <a:schemeClr val="accent6">
                  <a:alpha val="6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Rectangle 5">
            <a:extLst>
              <a:ext uri="{FF2B5EF4-FFF2-40B4-BE49-F238E27FC236}">
                <a16:creationId xmlns:a16="http://schemas.microsoft.com/office/drawing/2014/main" id="{295B370E-84D5-6059-F71F-5A8AEDDC80A8}"/>
              </a:ext>
            </a:extLst>
          </p:cNvPr>
          <p:cNvSpPr>
            <a:spLocks noGrp="1"/>
          </p:cNvSpPr>
          <p:nvPr/>
        </p:nvSpPr>
        <p:spPr>
          <a:xfrm>
            <a:off x="6736907" y="-3175"/>
            <a:ext cx="3018060" cy="6861175"/>
          </a:xfrm>
          <a:custGeom>
            <a:avLst/>
            <a:gdLst>
              <a:gd name="connsiteX0" fmla="*/ 0 w 655455"/>
              <a:gd name="connsiteY0" fmla="*/ 0 h 6858000"/>
              <a:gd name="connsiteX1" fmla="*/ 655455 w 655455"/>
              <a:gd name="connsiteY1" fmla="*/ 0 h 6858000"/>
              <a:gd name="connsiteX2" fmla="*/ 655455 w 655455"/>
              <a:gd name="connsiteY2" fmla="*/ 6858000 h 6858000"/>
              <a:gd name="connsiteX3" fmla="*/ 0 w 655455"/>
              <a:gd name="connsiteY3" fmla="*/ 6858000 h 6858000"/>
              <a:gd name="connsiteX4" fmla="*/ 0 w 655455"/>
              <a:gd name="connsiteY4" fmla="*/ 0 h 6858000"/>
              <a:gd name="connsiteX0" fmla="*/ 0 w 655455"/>
              <a:gd name="connsiteY0" fmla="*/ 0 h 6858000"/>
              <a:gd name="connsiteX1" fmla="*/ 655455 w 655455"/>
              <a:gd name="connsiteY1" fmla="*/ 0 h 6858000"/>
              <a:gd name="connsiteX2" fmla="*/ 647363 w 655455"/>
              <a:gd name="connsiteY2" fmla="*/ 4458712 h 6858000"/>
              <a:gd name="connsiteX3" fmla="*/ 655455 w 655455"/>
              <a:gd name="connsiteY3" fmla="*/ 6858000 h 6858000"/>
              <a:gd name="connsiteX4" fmla="*/ 0 w 655455"/>
              <a:gd name="connsiteY4" fmla="*/ 6858000 h 6858000"/>
              <a:gd name="connsiteX5" fmla="*/ 0 w 655455"/>
              <a:gd name="connsiteY5" fmla="*/ 0 h 6858000"/>
              <a:gd name="connsiteX0" fmla="*/ 0 w 699208"/>
              <a:gd name="connsiteY0" fmla="*/ 0 h 6858000"/>
              <a:gd name="connsiteX1" fmla="*/ 655455 w 699208"/>
              <a:gd name="connsiteY1" fmla="*/ 0 h 6858000"/>
              <a:gd name="connsiteX2" fmla="*/ 647363 w 699208"/>
              <a:gd name="connsiteY2" fmla="*/ 4458712 h 6858000"/>
              <a:gd name="connsiteX3" fmla="*/ 639271 w 699208"/>
              <a:gd name="connsiteY3" fmla="*/ 4944234 h 6858000"/>
              <a:gd name="connsiteX4" fmla="*/ 655455 w 699208"/>
              <a:gd name="connsiteY4" fmla="*/ 6858000 h 6858000"/>
              <a:gd name="connsiteX5" fmla="*/ 0 w 699208"/>
              <a:gd name="connsiteY5" fmla="*/ 6858000 h 6858000"/>
              <a:gd name="connsiteX6" fmla="*/ 0 w 699208"/>
              <a:gd name="connsiteY6" fmla="*/ 0 h 6858000"/>
              <a:gd name="connsiteX0" fmla="*/ 0 w 776878"/>
              <a:gd name="connsiteY0" fmla="*/ 0 h 6858000"/>
              <a:gd name="connsiteX1" fmla="*/ 655455 w 776878"/>
              <a:gd name="connsiteY1" fmla="*/ 0 h 6858000"/>
              <a:gd name="connsiteX2" fmla="*/ 776836 w 776878"/>
              <a:gd name="connsiteY2" fmla="*/ 3722337 h 6858000"/>
              <a:gd name="connsiteX3" fmla="*/ 639271 w 776878"/>
              <a:gd name="connsiteY3" fmla="*/ 4944234 h 6858000"/>
              <a:gd name="connsiteX4" fmla="*/ 655455 w 776878"/>
              <a:gd name="connsiteY4" fmla="*/ 6858000 h 6858000"/>
              <a:gd name="connsiteX5" fmla="*/ 0 w 776878"/>
              <a:gd name="connsiteY5" fmla="*/ 6858000 h 6858000"/>
              <a:gd name="connsiteX6" fmla="*/ 0 w 776878"/>
              <a:gd name="connsiteY6" fmla="*/ 0 h 6858000"/>
              <a:gd name="connsiteX0" fmla="*/ 0 w 776878"/>
              <a:gd name="connsiteY0" fmla="*/ 0 h 6858000"/>
              <a:gd name="connsiteX1" fmla="*/ 655455 w 776878"/>
              <a:gd name="connsiteY1" fmla="*/ 0 h 6858000"/>
              <a:gd name="connsiteX2" fmla="*/ 776836 w 776878"/>
              <a:gd name="connsiteY2" fmla="*/ 3722337 h 6858000"/>
              <a:gd name="connsiteX3" fmla="*/ 639271 w 776878"/>
              <a:gd name="connsiteY3" fmla="*/ 4944234 h 6858000"/>
              <a:gd name="connsiteX4" fmla="*/ 655455 w 776878"/>
              <a:gd name="connsiteY4" fmla="*/ 6858000 h 6858000"/>
              <a:gd name="connsiteX5" fmla="*/ 0 w 776878"/>
              <a:gd name="connsiteY5" fmla="*/ 6858000 h 6858000"/>
              <a:gd name="connsiteX6" fmla="*/ 0 w 776878"/>
              <a:gd name="connsiteY6" fmla="*/ 0 h 6858000"/>
              <a:gd name="connsiteX0" fmla="*/ 0 w 776836"/>
              <a:gd name="connsiteY0" fmla="*/ 0 h 6858000"/>
              <a:gd name="connsiteX1" fmla="*/ 655455 w 776836"/>
              <a:gd name="connsiteY1" fmla="*/ 0 h 6858000"/>
              <a:gd name="connsiteX2" fmla="*/ 776836 w 776836"/>
              <a:gd name="connsiteY2" fmla="*/ 3722337 h 6858000"/>
              <a:gd name="connsiteX3" fmla="*/ 639271 w 776836"/>
              <a:gd name="connsiteY3" fmla="*/ 4944234 h 6858000"/>
              <a:gd name="connsiteX4" fmla="*/ 655455 w 776836"/>
              <a:gd name="connsiteY4" fmla="*/ 6858000 h 6858000"/>
              <a:gd name="connsiteX5" fmla="*/ 0 w 776836"/>
              <a:gd name="connsiteY5" fmla="*/ 6858000 h 6858000"/>
              <a:gd name="connsiteX6" fmla="*/ 0 w 776836"/>
              <a:gd name="connsiteY6" fmla="*/ 0 h 6858000"/>
              <a:gd name="connsiteX0" fmla="*/ 0 w 825388"/>
              <a:gd name="connsiteY0" fmla="*/ 0 h 6858000"/>
              <a:gd name="connsiteX1" fmla="*/ 655455 w 825388"/>
              <a:gd name="connsiteY1" fmla="*/ 0 h 6858000"/>
              <a:gd name="connsiteX2" fmla="*/ 825388 w 825388"/>
              <a:gd name="connsiteY2" fmla="*/ 3940822 h 6858000"/>
              <a:gd name="connsiteX3" fmla="*/ 639271 w 825388"/>
              <a:gd name="connsiteY3" fmla="*/ 4944234 h 6858000"/>
              <a:gd name="connsiteX4" fmla="*/ 655455 w 825388"/>
              <a:gd name="connsiteY4" fmla="*/ 6858000 h 6858000"/>
              <a:gd name="connsiteX5" fmla="*/ 0 w 825388"/>
              <a:gd name="connsiteY5" fmla="*/ 6858000 h 6858000"/>
              <a:gd name="connsiteX6" fmla="*/ 0 w 825388"/>
              <a:gd name="connsiteY6" fmla="*/ 0 h 6858000"/>
              <a:gd name="connsiteX0" fmla="*/ 0 w 825388"/>
              <a:gd name="connsiteY0" fmla="*/ 0 h 6858000"/>
              <a:gd name="connsiteX1" fmla="*/ 655455 w 825388"/>
              <a:gd name="connsiteY1" fmla="*/ 0 h 6858000"/>
              <a:gd name="connsiteX2" fmla="*/ 825388 w 825388"/>
              <a:gd name="connsiteY2" fmla="*/ 3940822 h 6858000"/>
              <a:gd name="connsiteX3" fmla="*/ 639271 w 825388"/>
              <a:gd name="connsiteY3" fmla="*/ 4944234 h 6858000"/>
              <a:gd name="connsiteX4" fmla="*/ 655455 w 825388"/>
              <a:gd name="connsiteY4" fmla="*/ 6858000 h 6858000"/>
              <a:gd name="connsiteX5" fmla="*/ 0 w 825388"/>
              <a:gd name="connsiteY5" fmla="*/ 6858000 h 6858000"/>
              <a:gd name="connsiteX6" fmla="*/ 0 w 825388"/>
              <a:gd name="connsiteY6" fmla="*/ 0 h 6858000"/>
              <a:gd name="connsiteX0" fmla="*/ 0 w 809204"/>
              <a:gd name="connsiteY0" fmla="*/ 0 h 6858000"/>
              <a:gd name="connsiteX1" fmla="*/ 655455 w 809204"/>
              <a:gd name="connsiteY1" fmla="*/ 0 h 6858000"/>
              <a:gd name="connsiteX2" fmla="*/ 809204 w 809204"/>
              <a:gd name="connsiteY2" fmla="*/ 4135031 h 6858000"/>
              <a:gd name="connsiteX3" fmla="*/ 639271 w 809204"/>
              <a:gd name="connsiteY3" fmla="*/ 4944234 h 6858000"/>
              <a:gd name="connsiteX4" fmla="*/ 655455 w 809204"/>
              <a:gd name="connsiteY4" fmla="*/ 6858000 h 6858000"/>
              <a:gd name="connsiteX5" fmla="*/ 0 w 809204"/>
              <a:gd name="connsiteY5" fmla="*/ 6858000 h 6858000"/>
              <a:gd name="connsiteX6" fmla="*/ 0 w 809204"/>
              <a:gd name="connsiteY6" fmla="*/ 0 h 6858000"/>
              <a:gd name="connsiteX0" fmla="*/ 0 w 812512"/>
              <a:gd name="connsiteY0" fmla="*/ 0 h 6858000"/>
              <a:gd name="connsiteX1" fmla="*/ 655455 w 812512"/>
              <a:gd name="connsiteY1" fmla="*/ 0 h 6858000"/>
              <a:gd name="connsiteX2" fmla="*/ 744466 w 812512"/>
              <a:gd name="connsiteY2" fmla="*/ 3358195 h 6858000"/>
              <a:gd name="connsiteX3" fmla="*/ 809204 w 812512"/>
              <a:gd name="connsiteY3" fmla="*/ 4135031 h 6858000"/>
              <a:gd name="connsiteX4" fmla="*/ 639271 w 812512"/>
              <a:gd name="connsiteY4" fmla="*/ 4944234 h 6858000"/>
              <a:gd name="connsiteX5" fmla="*/ 655455 w 812512"/>
              <a:gd name="connsiteY5" fmla="*/ 6858000 h 6858000"/>
              <a:gd name="connsiteX6" fmla="*/ 0 w 812512"/>
              <a:gd name="connsiteY6" fmla="*/ 6858000 h 6858000"/>
              <a:gd name="connsiteX7" fmla="*/ 0 w 812512"/>
              <a:gd name="connsiteY7" fmla="*/ 0 h 6858000"/>
              <a:gd name="connsiteX0" fmla="*/ 0 w 1094019"/>
              <a:gd name="connsiteY0" fmla="*/ 0 h 6858000"/>
              <a:gd name="connsiteX1" fmla="*/ 655455 w 1094019"/>
              <a:gd name="connsiteY1" fmla="*/ 0 h 6858000"/>
              <a:gd name="connsiteX2" fmla="*/ 1092424 w 1094019"/>
              <a:gd name="connsiteY2" fmla="*/ 3625232 h 6858000"/>
              <a:gd name="connsiteX3" fmla="*/ 809204 w 1094019"/>
              <a:gd name="connsiteY3" fmla="*/ 4135031 h 6858000"/>
              <a:gd name="connsiteX4" fmla="*/ 639271 w 1094019"/>
              <a:gd name="connsiteY4" fmla="*/ 4944234 h 6858000"/>
              <a:gd name="connsiteX5" fmla="*/ 655455 w 1094019"/>
              <a:gd name="connsiteY5" fmla="*/ 6858000 h 6858000"/>
              <a:gd name="connsiteX6" fmla="*/ 0 w 1094019"/>
              <a:gd name="connsiteY6" fmla="*/ 6858000 h 6858000"/>
              <a:gd name="connsiteX7" fmla="*/ 0 w 1094019"/>
              <a:gd name="connsiteY7" fmla="*/ 0 h 6858000"/>
              <a:gd name="connsiteX0" fmla="*/ 0 w 1092429"/>
              <a:gd name="connsiteY0" fmla="*/ 0 h 6858000"/>
              <a:gd name="connsiteX1" fmla="*/ 655455 w 1092429"/>
              <a:gd name="connsiteY1" fmla="*/ 0 h 6858000"/>
              <a:gd name="connsiteX2" fmla="*/ 1092424 w 1092429"/>
              <a:gd name="connsiteY2" fmla="*/ 3625232 h 6858000"/>
              <a:gd name="connsiteX3" fmla="*/ 809204 w 1092429"/>
              <a:gd name="connsiteY3" fmla="*/ 4135031 h 6858000"/>
              <a:gd name="connsiteX4" fmla="*/ 639271 w 1092429"/>
              <a:gd name="connsiteY4" fmla="*/ 4944234 h 6858000"/>
              <a:gd name="connsiteX5" fmla="*/ 655455 w 1092429"/>
              <a:gd name="connsiteY5" fmla="*/ 6858000 h 6858000"/>
              <a:gd name="connsiteX6" fmla="*/ 0 w 1092429"/>
              <a:gd name="connsiteY6" fmla="*/ 6858000 h 6858000"/>
              <a:gd name="connsiteX7" fmla="*/ 0 w 1092429"/>
              <a:gd name="connsiteY7" fmla="*/ 0 h 6858000"/>
              <a:gd name="connsiteX0" fmla="*/ 0 w 1092529"/>
              <a:gd name="connsiteY0" fmla="*/ 0 h 6858000"/>
              <a:gd name="connsiteX1" fmla="*/ 655455 w 1092529"/>
              <a:gd name="connsiteY1" fmla="*/ 0 h 6858000"/>
              <a:gd name="connsiteX2" fmla="*/ 1092424 w 1092529"/>
              <a:gd name="connsiteY2" fmla="*/ 3625232 h 6858000"/>
              <a:gd name="connsiteX3" fmla="*/ 809204 w 1092529"/>
              <a:gd name="connsiteY3" fmla="*/ 4135031 h 6858000"/>
              <a:gd name="connsiteX4" fmla="*/ 639271 w 1092529"/>
              <a:gd name="connsiteY4" fmla="*/ 4944234 h 6858000"/>
              <a:gd name="connsiteX5" fmla="*/ 655455 w 1092529"/>
              <a:gd name="connsiteY5" fmla="*/ 6858000 h 6858000"/>
              <a:gd name="connsiteX6" fmla="*/ 0 w 1092529"/>
              <a:gd name="connsiteY6" fmla="*/ 6858000 h 6858000"/>
              <a:gd name="connsiteX7" fmla="*/ 0 w 1092529"/>
              <a:gd name="connsiteY7" fmla="*/ 0 h 6858000"/>
              <a:gd name="connsiteX0" fmla="*/ 0 w 1569896"/>
              <a:gd name="connsiteY0" fmla="*/ 0 h 6858000"/>
              <a:gd name="connsiteX1" fmla="*/ 655455 w 1569896"/>
              <a:gd name="connsiteY1" fmla="*/ 0 h 6858000"/>
              <a:gd name="connsiteX2" fmla="*/ 1569854 w 1569896"/>
              <a:gd name="connsiteY2" fmla="*/ 3528127 h 6858000"/>
              <a:gd name="connsiteX3" fmla="*/ 809204 w 1569896"/>
              <a:gd name="connsiteY3" fmla="*/ 4135031 h 6858000"/>
              <a:gd name="connsiteX4" fmla="*/ 639271 w 1569896"/>
              <a:gd name="connsiteY4" fmla="*/ 4944234 h 6858000"/>
              <a:gd name="connsiteX5" fmla="*/ 655455 w 1569896"/>
              <a:gd name="connsiteY5" fmla="*/ 6858000 h 6858000"/>
              <a:gd name="connsiteX6" fmla="*/ 0 w 1569896"/>
              <a:gd name="connsiteY6" fmla="*/ 6858000 h 6858000"/>
              <a:gd name="connsiteX7" fmla="*/ 0 w 1569896"/>
              <a:gd name="connsiteY7" fmla="*/ 0 h 6858000"/>
              <a:gd name="connsiteX0" fmla="*/ 0 w 1569896"/>
              <a:gd name="connsiteY0" fmla="*/ 0 h 6858000"/>
              <a:gd name="connsiteX1" fmla="*/ 655455 w 1569896"/>
              <a:gd name="connsiteY1" fmla="*/ 0 h 6858000"/>
              <a:gd name="connsiteX2" fmla="*/ 1569854 w 1569896"/>
              <a:gd name="connsiteY2" fmla="*/ 3528127 h 6858000"/>
              <a:gd name="connsiteX3" fmla="*/ 809204 w 1569896"/>
              <a:gd name="connsiteY3" fmla="*/ 4135031 h 6858000"/>
              <a:gd name="connsiteX4" fmla="*/ 639271 w 1569896"/>
              <a:gd name="connsiteY4" fmla="*/ 4944234 h 6858000"/>
              <a:gd name="connsiteX5" fmla="*/ 655455 w 1569896"/>
              <a:gd name="connsiteY5" fmla="*/ 6858000 h 6858000"/>
              <a:gd name="connsiteX6" fmla="*/ 0 w 1569896"/>
              <a:gd name="connsiteY6" fmla="*/ 6858000 h 6858000"/>
              <a:gd name="connsiteX7" fmla="*/ 0 w 1569896"/>
              <a:gd name="connsiteY7" fmla="*/ 0 h 6858000"/>
              <a:gd name="connsiteX0" fmla="*/ 0 w 963125"/>
              <a:gd name="connsiteY0" fmla="*/ 0 h 6858000"/>
              <a:gd name="connsiteX1" fmla="*/ 655455 w 963125"/>
              <a:gd name="connsiteY1" fmla="*/ 0 h 6858000"/>
              <a:gd name="connsiteX2" fmla="*/ 962951 w 963125"/>
              <a:gd name="connsiteY2" fmla="*/ 3730428 h 6858000"/>
              <a:gd name="connsiteX3" fmla="*/ 809204 w 963125"/>
              <a:gd name="connsiteY3" fmla="*/ 4135031 h 6858000"/>
              <a:gd name="connsiteX4" fmla="*/ 639271 w 963125"/>
              <a:gd name="connsiteY4" fmla="*/ 4944234 h 6858000"/>
              <a:gd name="connsiteX5" fmla="*/ 655455 w 963125"/>
              <a:gd name="connsiteY5" fmla="*/ 6858000 h 6858000"/>
              <a:gd name="connsiteX6" fmla="*/ 0 w 963125"/>
              <a:gd name="connsiteY6" fmla="*/ 6858000 h 6858000"/>
              <a:gd name="connsiteX7" fmla="*/ 0 w 963125"/>
              <a:gd name="connsiteY7" fmla="*/ 0 h 6858000"/>
              <a:gd name="connsiteX0" fmla="*/ 0 w 1011643"/>
              <a:gd name="connsiteY0" fmla="*/ 0 h 6858000"/>
              <a:gd name="connsiteX1" fmla="*/ 655455 w 1011643"/>
              <a:gd name="connsiteY1" fmla="*/ 0 h 6858000"/>
              <a:gd name="connsiteX2" fmla="*/ 1011504 w 1011643"/>
              <a:gd name="connsiteY2" fmla="*/ 3843717 h 6858000"/>
              <a:gd name="connsiteX3" fmla="*/ 809204 w 1011643"/>
              <a:gd name="connsiteY3" fmla="*/ 4135031 h 6858000"/>
              <a:gd name="connsiteX4" fmla="*/ 639271 w 1011643"/>
              <a:gd name="connsiteY4" fmla="*/ 4944234 h 6858000"/>
              <a:gd name="connsiteX5" fmla="*/ 655455 w 1011643"/>
              <a:gd name="connsiteY5" fmla="*/ 6858000 h 6858000"/>
              <a:gd name="connsiteX6" fmla="*/ 0 w 1011643"/>
              <a:gd name="connsiteY6" fmla="*/ 6858000 h 6858000"/>
              <a:gd name="connsiteX7" fmla="*/ 0 w 1011643"/>
              <a:gd name="connsiteY7" fmla="*/ 0 h 6858000"/>
              <a:gd name="connsiteX0" fmla="*/ 0 w 1019439"/>
              <a:gd name="connsiteY0" fmla="*/ 0 h 6858000"/>
              <a:gd name="connsiteX1" fmla="*/ 655455 w 1019439"/>
              <a:gd name="connsiteY1" fmla="*/ 0 h 6858000"/>
              <a:gd name="connsiteX2" fmla="*/ 946767 w 1019439"/>
              <a:gd name="connsiteY2" fmla="*/ 3220630 h 6858000"/>
              <a:gd name="connsiteX3" fmla="*/ 1011504 w 1019439"/>
              <a:gd name="connsiteY3" fmla="*/ 3843717 h 6858000"/>
              <a:gd name="connsiteX4" fmla="*/ 809204 w 1019439"/>
              <a:gd name="connsiteY4" fmla="*/ 4135031 h 6858000"/>
              <a:gd name="connsiteX5" fmla="*/ 639271 w 1019439"/>
              <a:gd name="connsiteY5" fmla="*/ 4944234 h 6858000"/>
              <a:gd name="connsiteX6" fmla="*/ 655455 w 1019439"/>
              <a:gd name="connsiteY6" fmla="*/ 6858000 h 6858000"/>
              <a:gd name="connsiteX7" fmla="*/ 0 w 1019439"/>
              <a:gd name="connsiteY7" fmla="*/ 6858000 h 6858000"/>
              <a:gd name="connsiteX8" fmla="*/ 0 w 1019439"/>
              <a:gd name="connsiteY8" fmla="*/ 0 h 6858000"/>
              <a:gd name="connsiteX0" fmla="*/ 0 w 1011510"/>
              <a:gd name="connsiteY0" fmla="*/ 0 h 6858000"/>
              <a:gd name="connsiteX1" fmla="*/ 655455 w 1011510"/>
              <a:gd name="connsiteY1" fmla="*/ 0 h 6858000"/>
              <a:gd name="connsiteX2" fmla="*/ 946767 w 1011510"/>
              <a:gd name="connsiteY2" fmla="*/ 3220630 h 6858000"/>
              <a:gd name="connsiteX3" fmla="*/ 1011504 w 1011510"/>
              <a:gd name="connsiteY3" fmla="*/ 3843717 h 6858000"/>
              <a:gd name="connsiteX4" fmla="*/ 809204 w 1011510"/>
              <a:gd name="connsiteY4" fmla="*/ 4135031 h 6858000"/>
              <a:gd name="connsiteX5" fmla="*/ 639271 w 1011510"/>
              <a:gd name="connsiteY5" fmla="*/ 4944234 h 6858000"/>
              <a:gd name="connsiteX6" fmla="*/ 655455 w 1011510"/>
              <a:gd name="connsiteY6" fmla="*/ 6858000 h 6858000"/>
              <a:gd name="connsiteX7" fmla="*/ 0 w 1011510"/>
              <a:gd name="connsiteY7" fmla="*/ 6858000 h 6858000"/>
              <a:gd name="connsiteX8" fmla="*/ 0 w 1011510"/>
              <a:gd name="connsiteY8" fmla="*/ 0 h 6858000"/>
              <a:gd name="connsiteX0" fmla="*/ 0 w 1381329"/>
              <a:gd name="connsiteY0" fmla="*/ 0 h 6858000"/>
              <a:gd name="connsiteX1" fmla="*/ 655455 w 1381329"/>
              <a:gd name="connsiteY1" fmla="*/ 0 h 6858000"/>
              <a:gd name="connsiteX2" fmla="*/ 1375645 w 1381329"/>
              <a:gd name="connsiteY2" fmla="*/ 3042605 h 6858000"/>
              <a:gd name="connsiteX3" fmla="*/ 1011504 w 1381329"/>
              <a:gd name="connsiteY3" fmla="*/ 3843717 h 6858000"/>
              <a:gd name="connsiteX4" fmla="*/ 809204 w 1381329"/>
              <a:gd name="connsiteY4" fmla="*/ 4135031 h 6858000"/>
              <a:gd name="connsiteX5" fmla="*/ 639271 w 1381329"/>
              <a:gd name="connsiteY5" fmla="*/ 4944234 h 6858000"/>
              <a:gd name="connsiteX6" fmla="*/ 655455 w 1381329"/>
              <a:gd name="connsiteY6" fmla="*/ 6858000 h 6858000"/>
              <a:gd name="connsiteX7" fmla="*/ 0 w 1381329"/>
              <a:gd name="connsiteY7" fmla="*/ 6858000 h 6858000"/>
              <a:gd name="connsiteX8" fmla="*/ 0 w 1381329"/>
              <a:gd name="connsiteY8" fmla="*/ 0 h 6858000"/>
              <a:gd name="connsiteX0" fmla="*/ 0 w 1375645"/>
              <a:gd name="connsiteY0" fmla="*/ 0 h 6858000"/>
              <a:gd name="connsiteX1" fmla="*/ 655455 w 1375645"/>
              <a:gd name="connsiteY1" fmla="*/ 0 h 6858000"/>
              <a:gd name="connsiteX2" fmla="*/ 1375645 w 1375645"/>
              <a:gd name="connsiteY2" fmla="*/ 3042605 h 6858000"/>
              <a:gd name="connsiteX3" fmla="*/ 1011504 w 1375645"/>
              <a:gd name="connsiteY3" fmla="*/ 3843717 h 6858000"/>
              <a:gd name="connsiteX4" fmla="*/ 809204 w 1375645"/>
              <a:gd name="connsiteY4" fmla="*/ 4135031 h 6858000"/>
              <a:gd name="connsiteX5" fmla="*/ 639271 w 1375645"/>
              <a:gd name="connsiteY5" fmla="*/ 4944234 h 6858000"/>
              <a:gd name="connsiteX6" fmla="*/ 655455 w 1375645"/>
              <a:gd name="connsiteY6" fmla="*/ 6858000 h 6858000"/>
              <a:gd name="connsiteX7" fmla="*/ 0 w 1375645"/>
              <a:gd name="connsiteY7" fmla="*/ 6858000 h 6858000"/>
              <a:gd name="connsiteX8" fmla="*/ 0 w 1375645"/>
              <a:gd name="connsiteY8" fmla="*/ 0 h 6858000"/>
              <a:gd name="connsiteX0" fmla="*/ 0 w 1375645"/>
              <a:gd name="connsiteY0" fmla="*/ 0 h 6858000"/>
              <a:gd name="connsiteX1" fmla="*/ 655455 w 1375645"/>
              <a:gd name="connsiteY1" fmla="*/ 0 h 6858000"/>
              <a:gd name="connsiteX2" fmla="*/ 1375645 w 1375645"/>
              <a:gd name="connsiteY2" fmla="*/ 3042605 h 6858000"/>
              <a:gd name="connsiteX3" fmla="*/ 1011504 w 1375645"/>
              <a:gd name="connsiteY3" fmla="*/ 3843717 h 6858000"/>
              <a:gd name="connsiteX4" fmla="*/ 809204 w 1375645"/>
              <a:gd name="connsiteY4" fmla="*/ 4135031 h 6858000"/>
              <a:gd name="connsiteX5" fmla="*/ 639271 w 1375645"/>
              <a:gd name="connsiteY5" fmla="*/ 4944234 h 6858000"/>
              <a:gd name="connsiteX6" fmla="*/ 655455 w 1375645"/>
              <a:gd name="connsiteY6" fmla="*/ 6858000 h 6858000"/>
              <a:gd name="connsiteX7" fmla="*/ 0 w 1375645"/>
              <a:gd name="connsiteY7" fmla="*/ 6858000 h 6858000"/>
              <a:gd name="connsiteX8" fmla="*/ 0 w 1375645"/>
              <a:gd name="connsiteY8" fmla="*/ 0 h 6858000"/>
              <a:gd name="connsiteX0" fmla="*/ 0 w 1294725"/>
              <a:gd name="connsiteY0" fmla="*/ 0 h 6858000"/>
              <a:gd name="connsiteX1" fmla="*/ 655455 w 1294725"/>
              <a:gd name="connsiteY1" fmla="*/ 0 h 6858000"/>
              <a:gd name="connsiteX2" fmla="*/ 1294725 w 1294725"/>
              <a:gd name="connsiteY2" fmla="*/ 3681876 h 6858000"/>
              <a:gd name="connsiteX3" fmla="*/ 1011504 w 1294725"/>
              <a:gd name="connsiteY3" fmla="*/ 3843717 h 6858000"/>
              <a:gd name="connsiteX4" fmla="*/ 809204 w 1294725"/>
              <a:gd name="connsiteY4" fmla="*/ 4135031 h 6858000"/>
              <a:gd name="connsiteX5" fmla="*/ 639271 w 1294725"/>
              <a:gd name="connsiteY5" fmla="*/ 4944234 h 6858000"/>
              <a:gd name="connsiteX6" fmla="*/ 655455 w 1294725"/>
              <a:gd name="connsiteY6" fmla="*/ 6858000 h 6858000"/>
              <a:gd name="connsiteX7" fmla="*/ 0 w 1294725"/>
              <a:gd name="connsiteY7" fmla="*/ 6858000 h 6858000"/>
              <a:gd name="connsiteX8" fmla="*/ 0 w 1294725"/>
              <a:gd name="connsiteY8" fmla="*/ 0 h 6858000"/>
              <a:gd name="connsiteX0" fmla="*/ 0 w 1309909"/>
              <a:gd name="connsiteY0" fmla="*/ 0 h 6858000"/>
              <a:gd name="connsiteX1" fmla="*/ 655455 w 1309909"/>
              <a:gd name="connsiteY1" fmla="*/ 0 h 6858000"/>
              <a:gd name="connsiteX2" fmla="*/ 1205713 w 1309909"/>
              <a:gd name="connsiteY2" fmla="*/ 3196354 h 6858000"/>
              <a:gd name="connsiteX3" fmla="*/ 1294725 w 1309909"/>
              <a:gd name="connsiteY3" fmla="*/ 3681876 h 6858000"/>
              <a:gd name="connsiteX4" fmla="*/ 1011504 w 1309909"/>
              <a:gd name="connsiteY4" fmla="*/ 3843717 h 6858000"/>
              <a:gd name="connsiteX5" fmla="*/ 809204 w 1309909"/>
              <a:gd name="connsiteY5" fmla="*/ 4135031 h 6858000"/>
              <a:gd name="connsiteX6" fmla="*/ 639271 w 1309909"/>
              <a:gd name="connsiteY6" fmla="*/ 4944234 h 6858000"/>
              <a:gd name="connsiteX7" fmla="*/ 655455 w 1309909"/>
              <a:gd name="connsiteY7" fmla="*/ 6858000 h 6858000"/>
              <a:gd name="connsiteX8" fmla="*/ 0 w 1309909"/>
              <a:gd name="connsiteY8" fmla="*/ 6858000 h 6858000"/>
              <a:gd name="connsiteX9" fmla="*/ 0 w 1309909"/>
              <a:gd name="connsiteY9" fmla="*/ 0 h 6858000"/>
              <a:gd name="connsiteX0" fmla="*/ 0 w 1300262"/>
              <a:gd name="connsiteY0" fmla="*/ 0 h 6858000"/>
              <a:gd name="connsiteX1" fmla="*/ 655455 w 1300262"/>
              <a:gd name="connsiteY1" fmla="*/ 0 h 6858000"/>
              <a:gd name="connsiteX2" fmla="*/ 1205713 w 1300262"/>
              <a:gd name="connsiteY2" fmla="*/ 3196354 h 6858000"/>
              <a:gd name="connsiteX3" fmla="*/ 1294725 w 1300262"/>
              <a:gd name="connsiteY3" fmla="*/ 3681876 h 6858000"/>
              <a:gd name="connsiteX4" fmla="*/ 1011504 w 1300262"/>
              <a:gd name="connsiteY4" fmla="*/ 3843717 h 6858000"/>
              <a:gd name="connsiteX5" fmla="*/ 809204 w 1300262"/>
              <a:gd name="connsiteY5" fmla="*/ 4135031 h 6858000"/>
              <a:gd name="connsiteX6" fmla="*/ 639271 w 1300262"/>
              <a:gd name="connsiteY6" fmla="*/ 4944234 h 6858000"/>
              <a:gd name="connsiteX7" fmla="*/ 655455 w 1300262"/>
              <a:gd name="connsiteY7" fmla="*/ 6858000 h 6858000"/>
              <a:gd name="connsiteX8" fmla="*/ 0 w 1300262"/>
              <a:gd name="connsiteY8" fmla="*/ 6858000 h 6858000"/>
              <a:gd name="connsiteX9" fmla="*/ 0 w 1300262"/>
              <a:gd name="connsiteY9" fmla="*/ 0 h 6858000"/>
              <a:gd name="connsiteX0" fmla="*/ 0 w 1300262"/>
              <a:gd name="connsiteY0" fmla="*/ 0 h 6858000"/>
              <a:gd name="connsiteX1" fmla="*/ 655455 w 1300262"/>
              <a:gd name="connsiteY1" fmla="*/ 0 h 6858000"/>
              <a:gd name="connsiteX2" fmla="*/ 1205713 w 1300262"/>
              <a:gd name="connsiteY2" fmla="*/ 3196354 h 6858000"/>
              <a:gd name="connsiteX3" fmla="*/ 1294725 w 1300262"/>
              <a:gd name="connsiteY3" fmla="*/ 3681876 h 6858000"/>
              <a:gd name="connsiteX4" fmla="*/ 1011504 w 1300262"/>
              <a:gd name="connsiteY4" fmla="*/ 3843717 h 6858000"/>
              <a:gd name="connsiteX5" fmla="*/ 809204 w 1300262"/>
              <a:gd name="connsiteY5" fmla="*/ 4135031 h 6858000"/>
              <a:gd name="connsiteX6" fmla="*/ 639271 w 1300262"/>
              <a:gd name="connsiteY6" fmla="*/ 4944234 h 6858000"/>
              <a:gd name="connsiteX7" fmla="*/ 655455 w 1300262"/>
              <a:gd name="connsiteY7" fmla="*/ 6858000 h 6858000"/>
              <a:gd name="connsiteX8" fmla="*/ 0 w 1300262"/>
              <a:gd name="connsiteY8" fmla="*/ 6858000 h 6858000"/>
              <a:gd name="connsiteX9" fmla="*/ 0 w 1300262"/>
              <a:gd name="connsiteY9" fmla="*/ 0 h 6858000"/>
              <a:gd name="connsiteX0" fmla="*/ 0 w 2152605"/>
              <a:gd name="connsiteY0" fmla="*/ 0 h 6858000"/>
              <a:gd name="connsiteX1" fmla="*/ 655455 w 2152605"/>
              <a:gd name="connsiteY1" fmla="*/ 0 h 6858000"/>
              <a:gd name="connsiteX2" fmla="*/ 2152481 w 2152605"/>
              <a:gd name="connsiteY2" fmla="*/ 3544311 h 6858000"/>
              <a:gd name="connsiteX3" fmla="*/ 1294725 w 2152605"/>
              <a:gd name="connsiteY3" fmla="*/ 3681876 h 6858000"/>
              <a:gd name="connsiteX4" fmla="*/ 1011504 w 2152605"/>
              <a:gd name="connsiteY4" fmla="*/ 3843717 h 6858000"/>
              <a:gd name="connsiteX5" fmla="*/ 809204 w 2152605"/>
              <a:gd name="connsiteY5" fmla="*/ 4135031 h 6858000"/>
              <a:gd name="connsiteX6" fmla="*/ 639271 w 2152605"/>
              <a:gd name="connsiteY6" fmla="*/ 4944234 h 6858000"/>
              <a:gd name="connsiteX7" fmla="*/ 655455 w 2152605"/>
              <a:gd name="connsiteY7" fmla="*/ 6858000 h 6858000"/>
              <a:gd name="connsiteX8" fmla="*/ 0 w 2152605"/>
              <a:gd name="connsiteY8" fmla="*/ 6858000 h 6858000"/>
              <a:gd name="connsiteX9" fmla="*/ 0 w 2152605"/>
              <a:gd name="connsiteY9" fmla="*/ 0 h 6858000"/>
              <a:gd name="connsiteX0" fmla="*/ 0 w 2197211"/>
              <a:gd name="connsiteY0" fmla="*/ 0 h 6858000"/>
              <a:gd name="connsiteX1" fmla="*/ 655455 w 2197211"/>
              <a:gd name="connsiteY1" fmla="*/ 0 h 6858000"/>
              <a:gd name="connsiteX2" fmla="*/ 1925904 w 2197211"/>
              <a:gd name="connsiteY2" fmla="*/ 3042605 h 6858000"/>
              <a:gd name="connsiteX3" fmla="*/ 2152481 w 2197211"/>
              <a:gd name="connsiteY3" fmla="*/ 3544311 h 6858000"/>
              <a:gd name="connsiteX4" fmla="*/ 1294725 w 2197211"/>
              <a:gd name="connsiteY4" fmla="*/ 3681876 h 6858000"/>
              <a:gd name="connsiteX5" fmla="*/ 1011504 w 2197211"/>
              <a:gd name="connsiteY5" fmla="*/ 3843717 h 6858000"/>
              <a:gd name="connsiteX6" fmla="*/ 809204 w 2197211"/>
              <a:gd name="connsiteY6" fmla="*/ 4135031 h 6858000"/>
              <a:gd name="connsiteX7" fmla="*/ 639271 w 2197211"/>
              <a:gd name="connsiteY7" fmla="*/ 4944234 h 6858000"/>
              <a:gd name="connsiteX8" fmla="*/ 655455 w 2197211"/>
              <a:gd name="connsiteY8" fmla="*/ 6858000 h 6858000"/>
              <a:gd name="connsiteX9" fmla="*/ 0 w 2197211"/>
              <a:gd name="connsiteY9" fmla="*/ 6858000 h 6858000"/>
              <a:gd name="connsiteX10" fmla="*/ 0 w 2197211"/>
              <a:gd name="connsiteY10" fmla="*/ 0 h 6858000"/>
              <a:gd name="connsiteX0" fmla="*/ 0 w 2173832"/>
              <a:gd name="connsiteY0" fmla="*/ 0 h 6858000"/>
              <a:gd name="connsiteX1" fmla="*/ 655455 w 2173832"/>
              <a:gd name="connsiteY1" fmla="*/ 0 h 6858000"/>
              <a:gd name="connsiteX2" fmla="*/ 1925904 w 2173832"/>
              <a:gd name="connsiteY2" fmla="*/ 3042605 h 6858000"/>
              <a:gd name="connsiteX3" fmla="*/ 2152481 w 2173832"/>
              <a:gd name="connsiteY3" fmla="*/ 3544311 h 6858000"/>
              <a:gd name="connsiteX4" fmla="*/ 1294725 w 2173832"/>
              <a:gd name="connsiteY4" fmla="*/ 3681876 h 6858000"/>
              <a:gd name="connsiteX5" fmla="*/ 1011504 w 2173832"/>
              <a:gd name="connsiteY5" fmla="*/ 3843717 h 6858000"/>
              <a:gd name="connsiteX6" fmla="*/ 809204 w 2173832"/>
              <a:gd name="connsiteY6" fmla="*/ 4135031 h 6858000"/>
              <a:gd name="connsiteX7" fmla="*/ 639271 w 2173832"/>
              <a:gd name="connsiteY7" fmla="*/ 4944234 h 6858000"/>
              <a:gd name="connsiteX8" fmla="*/ 655455 w 2173832"/>
              <a:gd name="connsiteY8" fmla="*/ 6858000 h 6858000"/>
              <a:gd name="connsiteX9" fmla="*/ 0 w 2173832"/>
              <a:gd name="connsiteY9" fmla="*/ 6858000 h 6858000"/>
              <a:gd name="connsiteX10" fmla="*/ 0 w 2173832"/>
              <a:gd name="connsiteY10" fmla="*/ 0 h 6858000"/>
              <a:gd name="connsiteX0" fmla="*/ 0 w 2509126"/>
              <a:gd name="connsiteY0" fmla="*/ 0 h 6858000"/>
              <a:gd name="connsiteX1" fmla="*/ 655455 w 2509126"/>
              <a:gd name="connsiteY1" fmla="*/ 0 h 6858000"/>
              <a:gd name="connsiteX2" fmla="*/ 2508530 w 2509126"/>
              <a:gd name="connsiteY2" fmla="*/ 3382471 h 6858000"/>
              <a:gd name="connsiteX3" fmla="*/ 2152481 w 2509126"/>
              <a:gd name="connsiteY3" fmla="*/ 3544311 h 6858000"/>
              <a:gd name="connsiteX4" fmla="*/ 1294725 w 2509126"/>
              <a:gd name="connsiteY4" fmla="*/ 3681876 h 6858000"/>
              <a:gd name="connsiteX5" fmla="*/ 1011504 w 2509126"/>
              <a:gd name="connsiteY5" fmla="*/ 3843717 h 6858000"/>
              <a:gd name="connsiteX6" fmla="*/ 809204 w 2509126"/>
              <a:gd name="connsiteY6" fmla="*/ 4135031 h 6858000"/>
              <a:gd name="connsiteX7" fmla="*/ 639271 w 2509126"/>
              <a:gd name="connsiteY7" fmla="*/ 4944234 h 6858000"/>
              <a:gd name="connsiteX8" fmla="*/ 655455 w 2509126"/>
              <a:gd name="connsiteY8" fmla="*/ 6858000 h 6858000"/>
              <a:gd name="connsiteX9" fmla="*/ 0 w 2509126"/>
              <a:gd name="connsiteY9" fmla="*/ 6858000 h 6858000"/>
              <a:gd name="connsiteX10" fmla="*/ 0 w 2509126"/>
              <a:gd name="connsiteY10" fmla="*/ 0 h 6858000"/>
              <a:gd name="connsiteX0" fmla="*/ 0 w 2509126"/>
              <a:gd name="connsiteY0" fmla="*/ 0 h 6858000"/>
              <a:gd name="connsiteX1" fmla="*/ 655455 w 2509126"/>
              <a:gd name="connsiteY1" fmla="*/ 0 h 6858000"/>
              <a:gd name="connsiteX2" fmla="*/ 2508530 w 2509126"/>
              <a:gd name="connsiteY2" fmla="*/ 3382471 h 6858000"/>
              <a:gd name="connsiteX3" fmla="*/ 2152481 w 2509126"/>
              <a:gd name="connsiteY3" fmla="*/ 3544311 h 6858000"/>
              <a:gd name="connsiteX4" fmla="*/ 1294725 w 2509126"/>
              <a:gd name="connsiteY4" fmla="*/ 3681876 h 6858000"/>
              <a:gd name="connsiteX5" fmla="*/ 1011504 w 2509126"/>
              <a:gd name="connsiteY5" fmla="*/ 3843717 h 6858000"/>
              <a:gd name="connsiteX6" fmla="*/ 809204 w 2509126"/>
              <a:gd name="connsiteY6" fmla="*/ 4135031 h 6858000"/>
              <a:gd name="connsiteX7" fmla="*/ 639271 w 2509126"/>
              <a:gd name="connsiteY7" fmla="*/ 4944234 h 6858000"/>
              <a:gd name="connsiteX8" fmla="*/ 655455 w 2509126"/>
              <a:gd name="connsiteY8" fmla="*/ 6858000 h 6858000"/>
              <a:gd name="connsiteX9" fmla="*/ 0 w 2509126"/>
              <a:gd name="connsiteY9" fmla="*/ 6858000 h 6858000"/>
              <a:gd name="connsiteX10" fmla="*/ 0 w 2509126"/>
              <a:gd name="connsiteY10" fmla="*/ 0 h 6858000"/>
              <a:gd name="connsiteX0" fmla="*/ 0 w 2509670"/>
              <a:gd name="connsiteY0" fmla="*/ 0 h 6858000"/>
              <a:gd name="connsiteX1" fmla="*/ 655455 w 2509670"/>
              <a:gd name="connsiteY1" fmla="*/ 0 h 6858000"/>
              <a:gd name="connsiteX2" fmla="*/ 2192941 w 2509670"/>
              <a:gd name="connsiteY2" fmla="*/ 2767476 h 6858000"/>
              <a:gd name="connsiteX3" fmla="*/ 2508530 w 2509670"/>
              <a:gd name="connsiteY3" fmla="*/ 3382471 h 6858000"/>
              <a:gd name="connsiteX4" fmla="*/ 2152481 w 2509670"/>
              <a:gd name="connsiteY4" fmla="*/ 3544311 h 6858000"/>
              <a:gd name="connsiteX5" fmla="*/ 1294725 w 2509670"/>
              <a:gd name="connsiteY5" fmla="*/ 3681876 h 6858000"/>
              <a:gd name="connsiteX6" fmla="*/ 1011504 w 2509670"/>
              <a:gd name="connsiteY6" fmla="*/ 3843717 h 6858000"/>
              <a:gd name="connsiteX7" fmla="*/ 809204 w 2509670"/>
              <a:gd name="connsiteY7" fmla="*/ 4135031 h 6858000"/>
              <a:gd name="connsiteX8" fmla="*/ 639271 w 2509670"/>
              <a:gd name="connsiteY8" fmla="*/ 4944234 h 6858000"/>
              <a:gd name="connsiteX9" fmla="*/ 655455 w 2509670"/>
              <a:gd name="connsiteY9" fmla="*/ 6858000 h 6858000"/>
              <a:gd name="connsiteX10" fmla="*/ 0 w 2509670"/>
              <a:gd name="connsiteY10" fmla="*/ 6858000 h 6858000"/>
              <a:gd name="connsiteX11" fmla="*/ 0 w 2509670"/>
              <a:gd name="connsiteY11" fmla="*/ 0 h 6858000"/>
              <a:gd name="connsiteX0" fmla="*/ 0 w 2509126"/>
              <a:gd name="connsiteY0" fmla="*/ 0 h 6858000"/>
              <a:gd name="connsiteX1" fmla="*/ 655455 w 2509126"/>
              <a:gd name="connsiteY1" fmla="*/ 0 h 6858000"/>
              <a:gd name="connsiteX2" fmla="*/ 2192941 w 2509126"/>
              <a:gd name="connsiteY2" fmla="*/ 2767476 h 6858000"/>
              <a:gd name="connsiteX3" fmla="*/ 2508530 w 2509126"/>
              <a:gd name="connsiteY3" fmla="*/ 3382471 h 6858000"/>
              <a:gd name="connsiteX4" fmla="*/ 2152481 w 2509126"/>
              <a:gd name="connsiteY4" fmla="*/ 3544311 h 6858000"/>
              <a:gd name="connsiteX5" fmla="*/ 1294725 w 2509126"/>
              <a:gd name="connsiteY5" fmla="*/ 3681876 h 6858000"/>
              <a:gd name="connsiteX6" fmla="*/ 1011504 w 2509126"/>
              <a:gd name="connsiteY6" fmla="*/ 3843717 h 6858000"/>
              <a:gd name="connsiteX7" fmla="*/ 809204 w 2509126"/>
              <a:gd name="connsiteY7" fmla="*/ 4135031 h 6858000"/>
              <a:gd name="connsiteX8" fmla="*/ 639271 w 2509126"/>
              <a:gd name="connsiteY8" fmla="*/ 4944234 h 6858000"/>
              <a:gd name="connsiteX9" fmla="*/ 655455 w 2509126"/>
              <a:gd name="connsiteY9" fmla="*/ 6858000 h 6858000"/>
              <a:gd name="connsiteX10" fmla="*/ 0 w 2509126"/>
              <a:gd name="connsiteY10" fmla="*/ 6858000 h 6858000"/>
              <a:gd name="connsiteX11" fmla="*/ 0 w 2509126"/>
              <a:gd name="connsiteY11" fmla="*/ 0 h 6858000"/>
              <a:gd name="connsiteX0" fmla="*/ 0 w 2509126"/>
              <a:gd name="connsiteY0" fmla="*/ 0 h 6858000"/>
              <a:gd name="connsiteX1" fmla="*/ 655455 w 2509126"/>
              <a:gd name="connsiteY1" fmla="*/ 0 h 6858000"/>
              <a:gd name="connsiteX2" fmla="*/ 2192941 w 2509126"/>
              <a:gd name="connsiteY2" fmla="*/ 2767476 h 6858000"/>
              <a:gd name="connsiteX3" fmla="*/ 2508530 w 2509126"/>
              <a:gd name="connsiteY3" fmla="*/ 3382471 h 6858000"/>
              <a:gd name="connsiteX4" fmla="*/ 2152481 w 2509126"/>
              <a:gd name="connsiteY4" fmla="*/ 3544311 h 6858000"/>
              <a:gd name="connsiteX5" fmla="*/ 1294725 w 2509126"/>
              <a:gd name="connsiteY5" fmla="*/ 3681876 h 6858000"/>
              <a:gd name="connsiteX6" fmla="*/ 1011504 w 2509126"/>
              <a:gd name="connsiteY6" fmla="*/ 3843717 h 6858000"/>
              <a:gd name="connsiteX7" fmla="*/ 809204 w 2509126"/>
              <a:gd name="connsiteY7" fmla="*/ 4135031 h 6858000"/>
              <a:gd name="connsiteX8" fmla="*/ 639271 w 2509126"/>
              <a:gd name="connsiteY8" fmla="*/ 4944234 h 6858000"/>
              <a:gd name="connsiteX9" fmla="*/ 655455 w 2509126"/>
              <a:gd name="connsiteY9" fmla="*/ 6858000 h 6858000"/>
              <a:gd name="connsiteX10" fmla="*/ 0 w 2509126"/>
              <a:gd name="connsiteY10" fmla="*/ 6858000 h 6858000"/>
              <a:gd name="connsiteX11" fmla="*/ 0 w 2509126"/>
              <a:gd name="connsiteY11" fmla="*/ 0 h 6858000"/>
              <a:gd name="connsiteX0" fmla="*/ 0 w 2646550"/>
              <a:gd name="connsiteY0" fmla="*/ 0 h 6858000"/>
              <a:gd name="connsiteX1" fmla="*/ 655455 w 2646550"/>
              <a:gd name="connsiteY1" fmla="*/ 0 h 6858000"/>
              <a:gd name="connsiteX2" fmla="*/ 2646095 w 2646550"/>
              <a:gd name="connsiteY2" fmla="*/ 3123526 h 6858000"/>
              <a:gd name="connsiteX3" fmla="*/ 2508530 w 2646550"/>
              <a:gd name="connsiteY3" fmla="*/ 3382471 h 6858000"/>
              <a:gd name="connsiteX4" fmla="*/ 2152481 w 2646550"/>
              <a:gd name="connsiteY4" fmla="*/ 3544311 h 6858000"/>
              <a:gd name="connsiteX5" fmla="*/ 1294725 w 2646550"/>
              <a:gd name="connsiteY5" fmla="*/ 3681876 h 6858000"/>
              <a:gd name="connsiteX6" fmla="*/ 1011504 w 2646550"/>
              <a:gd name="connsiteY6" fmla="*/ 3843717 h 6858000"/>
              <a:gd name="connsiteX7" fmla="*/ 809204 w 2646550"/>
              <a:gd name="connsiteY7" fmla="*/ 4135031 h 6858000"/>
              <a:gd name="connsiteX8" fmla="*/ 639271 w 2646550"/>
              <a:gd name="connsiteY8" fmla="*/ 4944234 h 6858000"/>
              <a:gd name="connsiteX9" fmla="*/ 655455 w 2646550"/>
              <a:gd name="connsiteY9" fmla="*/ 6858000 h 6858000"/>
              <a:gd name="connsiteX10" fmla="*/ 0 w 2646550"/>
              <a:gd name="connsiteY10" fmla="*/ 6858000 h 6858000"/>
              <a:gd name="connsiteX11" fmla="*/ 0 w 2646550"/>
              <a:gd name="connsiteY11" fmla="*/ 0 h 6858000"/>
              <a:gd name="connsiteX0" fmla="*/ 0 w 2646550"/>
              <a:gd name="connsiteY0" fmla="*/ 0 h 6858000"/>
              <a:gd name="connsiteX1" fmla="*/ 655455 w 2646550"/>
              <a:gd name="connsiteY1" fmla="*/ 0 h 6858000"/>
              <a:gd name="connsiteX2" fmla="*/ 2306229 w 2646550"/>
              <a:gd name="connsiteY2" fmla="*/ 2557083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711542"/>
              <a:gd name="connsiteY0" fmla="*/ 0 h 6858000"/>
              <a:gd name="connsiteX1" fmla="*/ 655455 w 2711542"/>
              <a:gd name="connsiteY1" fmla="*/ 0 h 6858000"/>
              <a:gd name="connsiteX2" fmla="*/ 2540898 w 2711542"/>
              <a:gd name="connsiteY2" fmla="*/ 2322414 h 6858000"/>
              <a:gd name="connsiteX3" fmla="*/ 2646095 w 2711542"/>
              <a:gd name="connsiteY3" fmla="*/ 3123526 h 6858000"/>
              <a:gd name="connsiteX4" fmla="*/ 2508530 w 2711542"/>
              <a:gd name="connsiteY4" fmla="*/ 3382471 h 6858000"/>
              <a:gd name="connsiteX5" fmla="*/ 2152481 w 2711542"/>
              <a:gd name="connsiteY5" fmla="*/ 3544311 h 6858000"/>
              <a:gd name="connsiteX6" fmla="*/ 1294725 w 2711542"/>
              <a:gd name="connsiteY6" fmla="*/ 3681876 h 6858000"/>
              <a:gd name="connsiteX7" fmla="*/ 1011504 w 2711542"/>
              <a:gd name="connsiteY7" fmla="*/ 3843717 h 6858000"/>
              <a:gd name="connsiteX8" fmla="*/ 809204 w 2711542"/>
              <a:gd name="connsiteY8" fmla="*/ 4135031 h 6858000"/>
              <a:gd name="connsiteX9" fmla="*/ 639271 w 2711542"/>
              <a:gd name="connsiteY9" fmla="*/ 4944234 h 6858000"/>
              <a:gd name="connsiteX10" fmla="*/ 655455 w 2711542"/>
              <a:gd name="connsiteY10" fmla="*/ 6858000 h 6858000"/>
              <a:gd name="connsiteX11" fmla="*/ 0 w 2711542"/>
              <a:gd name="connsiteY11" fmla="*/ 6858000 h 6858000"/>
              <a:gd name="connsiteX12" fmla="*/ 0 w 2711542"/>
              <a:gd name="connsiteY12" fmla="*/ 0 h 6858000"/>
              <a:gd name="connsiteX0" fmla="*/ 0 w 2646550"/>
              <a:gd name="connsiteY0" fmla="*/ 0 h 6858000"/>
              <a:gd name="connsiteX1" fmla="*/ 655455 w 2646550"/>
              <a:gd name="connsiteY1" fmla="*/ 0 h 6858000"/>
              <a:gd name="connsiteX2" fmla="*/ 2540898 w 2646550"/>
              <a:gd name="connsiteY2" fmla="*/ 2322414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646550"/>
              <a:gd name="connsiteY0" fmla="*/ 0 h 6858000"/>
              <a:gd name="connsiteX1" fmla="*/ 655455 w 2646550"/>
              <a:gd name="connsiteY1" fmla="*/ 0 h 6858000"/>
              <a:gd name="connsiteX2" fmla="*/ 2540898 w 2646550"/>
              <a:gd name="connsiteY2" fmla="*/ 2322414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719333"/>
              <a:gd name="connsiteY0" fmla="*/ 0 h 6858000"/>
              <a:gd name="connsiteX1" fmla="*/ 655455 w 2719333"/>
              <a:gd name="connsiteY1" fmla="*/ 0 h 6858000"/>
              <a:gd name="connsiteX2" fmla="*/ 2718923 w 2719333"/>
              <a:gd name="connsiteY2" fmla="*/ 2937409 h 6858000"/>
              <a:gd name="connsiteX3" fmla="*/ 2646095 w 2719333"/>
              <a:gd name="connsiteY3" fmla="*/ 3123526 h 6858000"/>
              <a:gd name="connsiteX4" fmla="*/ 2508530 w 2719333"/>
              <a:gd name="connsiteY4" fmla="*/ 3382471 h 6858000"/>
              <a:gd name="connsiteX5" fmla="*/ 2152481 w 2719333"/>
              <a:gd name="connsiteY5" fmla="*/ 3544311 h 6858000"/>
              <a:gd name="connsiteX6" fmla="*/ 1294725 w 2719333"/>
              <a:gd name="connsiteY6" fmla="*/ 3681876 h 6858000"/>
              <a:gd name="connsiteX7" fmla="*/ 1011504 w 2719333"/>
              <a:gd name="connsiteY7" fmla="*/ 3843717 h 6858000"/>
              <a:gd name="connsiteX8" fmla="*/ 809204 w 2719333"/>
              <a:gd name="connsiteY8" fmla="*/ 4135031 h 6858000"/>
              <a:gd name="connsiteX9" fmla="*/ 639271 w 2719333"/>
              <a:gd name="connsiteY9" fmla="*/ 4944234 h 6858000"/>
              <a:gd name="connsiteX10" fmla="*/ 655455 w 2719333"/>
              <a:gd name="connsiteY10" fmla="*/ 6858000 h 6858000"/>
              <a:gd name="connsiteX11" fmla="*/ 0 w 2719333"/>
              <a:gd name="connsiteY11" fmla="*/ 6858000 h 6858000"/>
              <a:gd name="connsiteX12" fmla="*/ 0 w 2719333"/>
              <a:gd name="connsiteY12"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21188"/>
              <a:gd name="connsiteY0" fmla="*/ 0 h 6858000"/>
              <a:gd name="connsiteX1" fmla="*/ 655455 w 2721188"/>
              <a:gd name="connsiteY1" fmla="*/ 0 h 6858000"/>
              <a:gd name="connsiteX2" fmla="*/ 2395242 w 2721188"/>
              <a:gd name="connsiteY2" fmla="*/ 2435703 h 6858000"/>
              <a:gd name="connsiteX3" fmla="*/ 2718923 w 2721188"/>
              <a:gd name="connsiteY3" fmla="*/ 2937409 h 6858000"/>
              <a:gd name="connsiteX4" fmla="*/ 2646095 w 2721188"/>
              <a:gd name="connsiteY4" fmla="*/ 3123526 h 6858000"/>
              <a:gd name="connsiteX5" fmla="*/ 2508530 w 2721188"/>
              <a:gd name="connsiteY5" fmla="*/ 3382471 h 6858000"/>
              <a:gd name="connsiteX6" fmla="*/ 2152481 w 2721188"/>
              <a:gd name="connsiteY6" fmla="*/ 3544311 h 6858000"/>
              <a:gd name="connsiteX7" fmla="*/ 1294725 w 2721188"/>
              <a:gd name="connsiteY7" fmla="*/ 3681876 h 6858000"/>
              <a:gd name="connsiteX8" fmla="*/ 1011504 w 2721188"/>
              <a:gd name="connsiteY8" fmla="*/ 3843717 h 6858000"/>
              <a:gd name="connsiteX9" fmla="*/ 809204 w 2721188"/>
              <a:gd name="connsiteY9" fmla="*/ 4135031 h 6858000"/>
              <a:gd name="connsiteX10" fmla="*/ 639271 w 2721188"/>
              <a:gd name="connsiteY10" fmla="*/ 4944234 h 6858000"/>
              <a:gd name="connsiteX11" fmla="*/ 655455 w 2721188"/>
              <a:gd name="connsiteY11" fmla="*/ 6858000 h 6858000"/>
              <a:gd name="connsiteX12" fmla="*/ 0 w 2721188"/>
              <a:gd name="connsiteY12" fmla="*/ 6858000 h 6858000"/>
              <a:gd name="connsiteX13" fmla="*/ 0 w 2721188"/>
              <a:gd name="connsiteY13"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19531"/>
              <a:gd name="connsiteY0" fmla="*/ 0 h 6858000"/>
              <a:gd name="connsiteX1" fmla="*/ 655455 w 2719531"/>
              <a:gd name="connsiteY1" fmla="*/ 0 h 6858000"/>
              <a:gd name="connsiteX2" fmla="*/ 2662279 w 2719531"/>
              <a:gd name="connsiteY2" fmla="*/ 2484255 h 6858000"/>
              <a:gd name="connsiteX3" fmla="*/ 2718923 w 2719531"/>
              <a:gd name="connsiteY3" fmla="*/ 2937409 h 6858000"/>
              <a:gd name="connsiteX4" fmla="*/ 2646095 w 2719531"/>
              <a:gd name="connsiteY4" fmla="*/ 3123526 h 6858000"/>
              <a:gd name="connsiteX5" fmla="*/ 2508530 w 2719531"/>
              <a:gd name="connsiteY5" fmla="*/ 3382471 h 6858000"/>
              <a:gd name="connsiteX6" fmla="*/ 2152481 w 2719531"/>
              <a:gd name="connsiteY6" fmla="*/ 3544311 h 6858000"/>
              <a:gd name="connsiteX7" fmla="*/ 1294725 w 2719531"/>
              <a:gd name="connsiteY7" fmla="*/ 3681876 h 6858000"/>
              <a:gd name="connsiteX8" fmla="*/ 1011504 w 2719531"/>
              <a:gd name="connsiteY8" fmla="*/ 3843717 h 6858000"/>
              <a:gd name="connsiteX9" fmla="*/ 809204 w 2719531"/>
              <a:gd name="connsiteY9" fmla="*/ 4135031 h 6858000"/>
              <a:gd name="connsiteX10" fmla="*/ 639271 w 2719531"/>
              <a:gd name="connsiteY10" fmla="*/ 4944234 h 6858000"/>
              <a:gd name="connsiteX11" fmla="*/ 655455 w 2719531"/>
              <a:gd name="connsiteY11" fmla="*/ 6858000 h 6858000"/>
              <a:gd name="connsiteX12" fmla="*/ 0 w 2719531"/>
              <a:gd name="connsiteY12" fmla="*/ 6858000 h 6858000"/>
              <a:gd name="connsiteX13" fmla="*/ 0 w 2719531"/>
              <a:gd name="connsiteY13"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524714 w 2719531"/>
              <a:gd name="connsiteY2" fmla="*/ 1885444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524714 w 2719531"/>
              <a:gd name="connsiteY2" fmla="*/ 1885444 h 6858000"/>
              <a:gd name="connsiteX3" fmla="*/ 2662279 w 2719531"/>
              <a:gd name="connsiteY3" fmla="*/ 244379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55455 w 2719348"/>
              <a:gd name="connsiteY12" fmla="*/ 6858000 h 6858000"/>
              <a:gd name="connsiteX13" fmla="*/ 0 w 2719348"/>
              <a:gd name="connsiteY13" fmla="*/ 6858000 h 6858000"/>
              <a:gd name="connsiteX14" fmla="*/ 0 w 2719348"/>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55455 w 2719348"/>
              <a:gd name="connsiteY12" fmla="*/ 6858000 h 6858000"/>
              <a:gd name="connsiteX13" fmla="*/ 0 w 2719348"/>
              <a:gd name="connsiteY13" fmla="*/ 6858000 h 6858000"/>
              <a:gd name="connsiteX14" fmla="*/ 0 w 2719348"/>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47362 w 2719348"/>
              <a:gd name="connsiteY12" fmla="*/ 5470216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704006 w 2719348"/>
              <a:gd name="connsiteY13" fmla="*/ 605284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1035781 w 2719348"/>
              <a:gd name="connsiteY14" fmla="*/ 6858000 h 6858000"/>
              <a:gd name="connsiteX15" fmla="*/ 0 w 2719348"/>
              <a:gd name="connsiteY15" fmla="*/ 6858000 h 6858000"/>
              <a:gd name="connsiteX16" fmla="*/ 0 w 2719348"/>
              <a:gd name="connsiteY16" fmla="*/ 0 h 6858000"/>
              <a:gd name="connsiteX0" fmla="*/ 0 w 2719348"/>
              <a:gd name="connsiteY0" fmla="*/ 0 h 6858011"/>
              <a:gd name="connsiteX1" fmla="*/ 655455 w 2719348"/>
              <a:gd name="connsiteY1" fmla="*/ 0 h 6858011"/>
              <a:gd name="connsiteX2" fmla="*/ 2524714 w 2719348"/>
              <a:gd name="connsiteY2" fmla="*/ 1885444 h 6858011"/>
              <a:gd name="connsiteX3" fmla="*/ 2638003 w 2719348"/>
              <a:gd name="connsiteY3" fmla="*/ 2403335 h 6858011"/>
              <a:gd name="connsiteX4" fmla="*/ 2718923 w 2719348"/>
              <a:gd name="connsiteY4" fmla="*/ 2937409 h 6858011"/>
              <a:gd name="connsiteX5" fmla="*/ 2646095 w 2719348"/>
              <a:gd name="connsiteY5" fmla="*/ 3123526 h 6858011"/>
              <a:gd name="connsiteX6" fmla="*/ 2508530 w 2719348"/>
              <a:gd name="connsiteY6" fmla="*/ 3382471 h 6858011"/>
              <a:gd name="connsiteX7" fmla="*/ 2152481 w 2719348"/>
              <a:gd name="connsiteY7" fmla="*/ 3544311 h 6858011"/>
              <a:gd name="connsiteX8" fmla="*/ 1294725 w 2719348"/>
              <a:gd name="connsiteY8" fmla="*/ 3681876 h 6858011"/>
              <a:gd name="connsiteX9" fmla="*/ 1011504 w 2719348"/>
              <a:gd name="connsiteY9" fmla="*/ 3843717 h 6858011"/>
              <a:gd name="connsiteX10" fmla="*/ 809204 w 2719348"/>
              <a:gd name="connsiteY10" fmla="*/ 4135031 h 6858011"/>
              <a:gd name="connsiteX11" fmla="*/ 639271 w 2719348"/>
              <a:gd name="connsiteY11" fmla="*/ 4944234 h 6858011"/>
              <a:gd name="connsiteX12" fmla="*/ 720190 w 2719348"/>
              <a:gd name="connsiteY12" fmla="*/ 5526860 h 6858011"/>
              <a:gd name="connsiteX13" fmla="*/ 833479 w 2719348"/>
              <a:gd name="connsiteY13" fmla="*/ 6093302 h 6858011"/>
              <a:gd name="connsiteX14" fmla="*/ 1035781 w 2719348"/>
              <a:gd name="connsiteY14" fmla="*/ 6858000 h 6858011"/>
              <a:gd name="connsiteX15" fmla="*/ 0 w 2719348"/>
              <a:gd name="connsiteY15" fmla="*/ 6858000 h 6858011"/>
              <a:gd name="connsiteX16" fmla="*/ 0 w 2719348"/>
              <a:gd name="connsiteY16" fmla="*/ 0 h 6858011"/>
              <a:gd name="connsiteX0" fmla="*/ 0 w 2719348"/>
              <a:gd name="connsiteY0" fmla="*/ 0 h 6858011"/>
              <a:gd name="connsiteX1" fmla="*/ 655455 w 2719348"/>
              <a:gd name="connsiteY1" fmla="*/ 0 h 6858011"/>
              <a:gd name="connsiteX2" fmla="*/ 2524714 w 2719348"/>
              <a:gd name="connsiteY2" fmla="*/ 1885444 h 6858011"/>
              <a:gd name="connsiteX3" fmla="*/ 2638003 w 2719348"/>
              <a:gd name="connsiteY3" fmla="*/ 2403335 h 6858011"/>
              <a:gd name="connsiteX4" fmla="*/ 2718923 w 2719348"/>
              <a:gd name="connsiteY4" fmla="*/ 2937409 h 6858011"/>
              <a:gd name="connsiteX5" fmla="*/ 2646095 w 2719348"/>
              <a:gd name="connsiteY5" fmla="*/ 3123526 h 6858011"/>
              <a:gd name="connsiteX6" fmla="*/ 2508530 w 2719348"/>
              <a:gd name="connsiteY6" fmla="*/ 3382471 h 6858011"/>
              <a:gd name="connsiteX7" fmla="*/ 2152481 w 2719348"/>
              <a:gd name="connsiteY7" fmla="*/ 3544311 h 6858011"/>
              <a:gd name="connsiteX8" fmla="*/ 1294725 w 2719348"/>
              <a:gd name="connsiteY8" fmla="*/ 3681876 h 6858011"/>
              <a:gd name="connsiteX9" fmla="*/ 1011504 w 2719348"/>
              <a:gd name="connsiteY9" fmla="*/ 3843717 h 6858011"/>
              <a:gd name="connsiteX10" fmla="*/ 809204 w 2719348"/>
              <a:gd name="connsiteY10" fmla="*/ 4135031 h 6858011"/>
              <a:gd name="connsiteX11" fmla="*/ 639271 w 2719348"/>
              <a:gd name="connsiteY11" fmla="*/ 4944234 h 6858011"/>
              <a:gd name="connsiteX12" fmla="*/ 720190 w 2719348"/>
              <a:gd name="connsiteY12" fmla="*/ 5526860 h 6858011"/>
              <a:gd name="connsiteX13" fmla="*/ 809203 w 2719348"/>
              <a:gd name="connsiteY13" fmla="*/ 6109486 h 6858011"/>
              <a:gd name="connsiteX14" fmla="*/ 1035781 w 2719348"/>
              <a:gd name="connsiteY14" fmla="*/ 6858000 h 6858011"/>
              <a:gd name="connsiteX15" fmla="*/ 0 w 2719348"/>
              <a:gd name="connsiteY15" fmla="*/ 6858000 h 6858011"/>
              <a:gd name="connsiteX16" fmla="*/ 0 w 2719348"/>
              <a:gd name="connsiteY16"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2459978 w 2719348"/>
              <a:gd name="connsiteY2" fmla="*/ 1076241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2459978 w 2719348"/>
              <a:gd name="connsiteY2" fmla="*/ 1076241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27015"/>
              <a:gd name="connsiteY0" fmla="*/ 0 h 6858011"/>
              <a:gd name="connsiteX1" fmla="*/ 655455 w 2727015"/>
              <a:gd name="connsiteY1" fmla="*/ 0 h 6858011"/>
              <a:gd name="connsiteX2" fmla="*/ 2727015 w 2727015"/>
              <a:gd name="connsiteY2" fmla="*/ 364142 h 6858011"/>
              <a:gd name="connsiteX3" fmla="*/ 2459978 w 2727015"/>
              <a:gd name="connsiteY3" fmla="*/ 1076241 h 6858011"/>
              <a:gd name="connsiteX4" fmla="*/ 2524714 w 2727015"/>
              <a:gd name="connsiteY4" fmla="*/ 1885444 h 6858011"/>
              <a:gd name="connsiteX5" fmla="*/ 2638003 w 2727015"/>
              <a:gd name="connsiteY5" fmla="*/ 2403335 h 6858011"/>
              <a:gd name="connsiteX6" fmla="*/ 2718923 w 2727015"/>
              <a:gd name="connsiteY6" fmla="*/ 2937409 h 6858011"/>
              <a:gd name="connsiteX7" fmla="*/ 2646095 w 2727015"/>
              <a:gd name="connsiteY7" fmla="*/ 3123526 h 6858011"/>
              <a:gd name="connsiteX8" fmla="*/ 2508530 w 2727015"/>
              <a:gd name="connsiteY8" fmla="*/ 3382471 h 6858011"/>
              <a:gd name="connsiteX9" fmla="*/ 2152481 w 2727015"/>
              <a:gd name="connsiteY9" fmla="*/ 3544311 h 6858011"/>
              <a:gd name="connsiteX10" fmla="*/ 1294725 w 2727015"/>
              <a:gd name="connsiteY10" fmla="*/ 3681876 h 6858011"/>
              <a:gd name="connsiteX11" fmla="*/ 1011504 w 2727015"/>
              <a:gd name="connsiteY11" fmla="*/ 3843717 h 6858011"/>
              <a:gd name="connsiteX12" fmla="*/ 809204 w 2727015"/>
              <a:gd name="connsiteY12" fmla="*/ 4135031 h 6858011"/>
              <a:gd name="connsiteX13" fmla="*/ 639271 w 2727015"/>
              <a:gd name="connsiteY13" fmla="*/ 4944234 h 6858011"/>
              <a:gd name="connsiteX14" fmla="*/ 720190 w 2727015"/>
              <a:gd name="connsiteY14" fmla="*/ 5526860 h 6858011"/>
              <a:gd name="connsiteX15" fmla="*/ 809203 w 2727015"/>
              <a:gd name="connsiteY15" fmla="*/ 6109486 h 6858011"/>
              <a:gd name="connsiteX16" fmla="*/ 1035781 w 2727015"/>
              <a:gd name="connsiteY16" fmla="*/ 6858000 h 6858011"/>
              <a:gd name="connsiteX17" fmla="*/ 0 w 2727015"/>
              <a:gd name="connsiteY17" fmla="*/ 6858000 h 6858011"/>
              <a:gd name="connsiteX18" fmla="*/ 0 w 2727015"/>
              <a:gd name="connsiteY18" fmla="*/ 0 h 6858011"/>
              <a:gd name="connsiteX0" fmla="*/ 0 w 2727015"/>
              <a:gd name="connsiteY0" fmla="*/ 0 h 6858011"/>
              <a:gd name="connsiteX1" fmla="*/ 655455 w 2727015"/>
              <a:gd name="connsiteY1" fmla="*/ 0 h 6858011"/>
              <a:gd name="connsiteX2" fmla="*/ 2727015 w 2727015"/>
              <a:gd name="connsiteY2" fmla="*/ 364142 h 6858011"/>
              <a:gd name="connsiteX3" fmla="*/ 2459978 w 2727015"/>
              <a:gd name="connsiteY3" fmla="*/ 1076241 h 6858011"/>
              <a:gd name="connsiteX4" fmla="*/ 2524714 w 2727015"/>
              <a:gd name="connsiteY4" fmla="*/ 1885444 h 6858011"/>
              <a:gd name="connsiteX5" fmla="*/ 2638003 w 2727015"/>
              <a:gd name="connsiteY5" fmla="*/ 2403335 h 6858011"/>
              <a:gd name="connsiteX6" fmla="*/ 2718923 w 2727015"/>
              <a:gd name="connsiteY6" fmla="*/ 2937409 h 6858011"/>
              <a:gd name="connsiteX7" fmla="*/ 2646095 w 2727015"/>
              <a:gd name="connsiteY7" fmla="*/ 3123526 h 6858011"/>
              <a:gd name="connsiteX8" fmla="*/ 2508530 w 2727015"/>
              <a:gd name="connsiteY8" fmla="*/ 3382471 h 6858011"/>
              <a:gd name="connsiteX9" fmla="*/ 2152481 w 2727015"/>
              <a:gd name="connsiteY9" fmla="*/ 3544311 h 6858011"/>
              <a:gd name="connsiteX10" fmla="*/ 1294725 w 2727015"/>
              <a:gd name="connsiteY10" fmla="*/ 3681876 h 6858011"/>
              <a:gd name="connsiteX11" fmla="*/ 1011504 w 2727015"/>
              <a:gd name="connsiteY11" fmla="*/ 3843717 h 6858011"/>
              <a:gd name="connsiteX12" fmla="*/ 809204 w 2727015"/>
              <a:gd name="connsiteY12" fmla="*/ 4135031 h 6858011"/>
              <a:gd name="connsiteX13" fmla="*/ 639271 w 2727015"/>
              <a:gd name="connsiteY13" fmla="*/ 4944234 h 6858011"/>
              <a:gd name="connsiteX14" fmla="*/ 720190 w 2727015"/>
              <a:gd name="connsiteY14" fmla="*/ 5526860 h 6858011"/>
              <a:gd name="connsiteX15" fmla="*/ 809203 w 2727015"/>
              <a:gd name="connsiteY15" fmla="*/ 6109486 h 6858011"/>
              <a:gd name="connsiteX16" fmla="*/ 1035781 w 2727015"/>
              <a:gd name="connsiteY16" fmla="*/ 6858000 h 6858011"/>
              <a:gd name="connsiteX17" fmla="*/ 0 w 2727015"/>
              <a:gd name="connsiteY17" fmla="*/ 6858000 h 6858011"/>
              <a:gd name="connsiteX18" fmla="*/ 0 w 2727015"/>
              <a:gd name="connsiteY18" fmla="*/ 0 h 6858011"/>
              <a:gd name="connsiteX0" fmla="*/ 0 w 3099577"/>
              <a:gd name="connsiteY0" fmla="*/ 0 h 6858011"/>
              <a:gd name="connsiteX1" fmla="*/ 3002145 w 3099577"/>
              <a:gd name="connsiteY1" fmla="*/ 0 h 6858011"/>
              <a:gd name="connsiteX2" fmla="*/ 2727015 w 3099577"/>
              <a:gd name="connsiteY2" fmla="*/ 364142 h 6858011"/>
              <a:gd name="connsiteX3" fmla="*/ 2459978 w 3099577"/>
              <a:gd name="connsiteY3" fmla="*/ 1076241 h 6858011"/>
              <a:gd name="connsiteX4" fmla="*/ 2524714 w 3099577"/>
              <a:gd name="connsiteY4" fmla="*/ 1885444 h 6858011"/>
              <a:gd name="connsiteX5" fmla="*/ 2638003 w 3099577"/>
              <a:gd name="connsiteY5" fmla="*/ 2403335 h 6858011"/>
              <a:gd name="connsiteX6" fmla="*/ 2718923 w 3099577"/>
              <a:gd name="connsiteY6" fmla="*/ 2937409 h 6858011"/>
              <a:gd name="connsiteX7" fmla="*/ 2646095 w 3099577"/>
              <a:gd name="connsiteY7" fmla="*/ 3123526 h 6858011"/>
              <a:gd name="connsiteX8" fmla="*/ 2508530 w 3099577"/>
              <a:gd name="connsiteY8" fmla="*/ 3382471 h 6858011"/>
              <a:gd name="connsiteX9" fmla="*/ 2152481 w 3099577"/>
              <a:gd name="connsiteY9" fmla="*/ 3544311 h 6858011"/>
              <a:gd name="connsiteX10" fmla="*/ 1294725 w 3099577"/>
              <a:gd name="connsiteY10" fmla="*/ 3681876 h 6858011"/>
              <a:gd name="connsiteX11" fmla="*/ 1011504 w 3099577"/>
              <a:gd name="connsiteY11" fmla="*/ 3843717 h 6858011"/>
              <a:gd name="connsiteX12" fmla="*/ 809204 w 3099577"/>
              <a:gd name="connsiteY12" fmla="*/ 4135031 h 6858011"/>
              <a:gd name="connsiteX13" fmla="*/ 639271 w 3099577"/>
              <a:gd name="connsiteY13" fmla="*/ 4944234 h 6858011"/>
              <a:gd name="connsiteX14" fmla="*/ 720190 w 3099577"/>
              <a:gd name="connsiteY14" fmla="*/ 5526860 h 6858011"/>
              <a:gd name="connsiteX15" fmla="*/ 809203 w 3099577"/>
              <a:gd name="connsiteY15" fmla="*/ 6109486 h 6858011"/>
              <a:gd name="connsiteX16" fmla="*/ 1035781 w 3099577"/>
              <a:gd name="connsiteY16" fmla="*/ 6858000 h 6858011"/>
              <a:gd name="connsiteX17" fmla="*/ 0 w 3099577"/>
              <a:gd name="connsiteY17" fmla="*/ 6858000 h 6858011"/>
              <a:gd name="connsiteX18" fmla="*/ 0 w 3099577"/>
              <a:gd name="connsiteY18" fmla="*/ 0 h 6858011"/>
              <a:gd name="connsiteX0" fmla="*/ 0 w 3002517"/>
              <a:gd name="connsiteY0" fmla="*/ 0 h 6858011"/>
              <a:gd name="connsiteX1" fmla="*/ 3002145 w 3002517"/>
              <a:gd name="connsiteY1" fmla="*/ 0 h 6858011"/>
              <a:gd name="connsiteX2" fmla="*/ 2727015 w 3002517"/>
              <a:gd name="connsiteY2" fmla="*/ 364142 h 6858011"/>
              <a:gd name="connsiteX3" fmla="*/ 2459978 w 3002517"/>
              <a:gd name="connsiteY3" fmla="*/ 1076241 h 6858011"/>
              <a:gd name="connsiteX4" fmla="*/ 2524714 w 3002517"/>
              <a:gd name="connsiteY4" fmla="*/ 1885444 h 6858011"/>
              <a:gd name="connsiteX5" fmla="*/ 2638003 w 3002517"/>
              <a:gd name="connsiteY5" fmla="*/ 2403335 h 6858011"/>
              <a:gd name="connsiteX6" fmla="*/ 2718923 w 3002517"/>
              <a:gd name="connsiteY6" fmla="*/ 2937409 h 6858011"/>
              <a:gd name="connsiteX7" fmla="*/ 2646095 w 3002517"/>
              <a:gd name="connsiteY7" fmla="*/ 3123526 h 6858011"/>
              <a:gd name="connsiteX8" fmla="*/ 2508530 w 3002517"/>
              <a:gd name="connsiteY8" fmla="*/ 3382471 h 6858011"/>
              <a:gd name="connsiteX9" fmla="*/ 2152481 w 3002517"/>
              <a:gd name="connsiteY9" fmla="*/ 3544311 h 6858011"/>
              <a:gd name="connsiteX10" fmla="*/ 1294725 w 3002517"/>
              <a:gd name="connsiteY10" fmla="*/ 3681876 h 6858011"/>
              <a:gd name="connsiteX11" fmla="*/ 1011504 w 3002517"/>
              <a:gd name="connsiteY11" fmla="*/ 3843717 h 6858011"/>
              <a:gd name="connsiteX12" fmla="*/ 809204 w 3002517"/>
              <a:gd name="connsiteY12" fmla="*/ 4135031 h 6858011"/>
              <a:gd name="connsiteX13" fmla="*/ 639271 w 3002517"/>
              <a:gd name="connsiteY13" fmla="*/ 4944234 h 6858011"/>
              <a:gd name="connsiteX14" fmla="*/ 720190 w 3002517"/>
              <a:gd name="connsiteY14" fmla="*/ 5526860 h 6858011"/>
              <a:gd name="connsiteX15" fmla="*/ 809203 w 3002517"/>
              <a:gd name="connsiteY15" fmla="*/ 6109486 h 6858011"/>
              <a:gd name="connsiteX16" fmla="*/ 1035781 w 3002517"/>
              <a:gd name="connsiteY16" fmla="*/ 6858000 h 6858011"/>
              <a:gd name="connsiteX17" fmla="*/ 0 w 3002517"/>
              <a:gd name="connsiteY17" fmla="*/ 6858000 h 6858011"/>
              <a:gd name="connsiteX18" fmla="*/ 0 w 3002517"/>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508530 w 2970194"/>
              <a:gd name="connsiteY8" fmla="*/ 3382471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508530 w 2970194"/>
              <a:gd name="connsiteY8" fmla="*/ 3382471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31429 w 2970194"/>
              <a:gd name="connsiteY12" fmla="*/ 40842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31429 w 2970194"/>
              <a:gd name="connsiteY12" fmla="*/ 40842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3017756"/>
              <a:gd name="connsiteY0" fmla="*/ 0 h 6858011"/>
              <a:gd name="connsiteX1" fmla="*/ 3017402 w 3017756"/>
              <a:gd name="connsiteY1" fmla="*/ 0 h 6858011"/>
              <a:gd name="connsiteX2" fmla="*/ 2727015 w 3017756"/>
              <a:gd name="connsiteY2" fmla="*/ 364142 h 6858011"/>
              <a:gd name="connsiteX3" fmla="*/ 2459978 w 3017756"/>
              <a:gd name="connsiteY3" fmla="*/ 1076241 h 6858011"/>
              <a:gd name="connsiteX4" fmla="*/ 2524714 w 3017756"/>
              <a:gd name="connsiteY4" fmla="*/ 1885444 h 6858011"/>
              <a:gd name="connsiteX5" fmla="*/ 2638003 w 3017756"/>
              <a:gd name="connsiteY5" fmla="*/ 2403335 h 6858011"/>
              <a:gd name="connsiteX6" fmla="*/ 2706223 w 3017756"/>
              <a:gd name="connsiteY6" fmla="*/ 2807234 h 6858011"/>
              <a:gd name="connsiteX7" fmla="*/ 2646095 w 3017756"/>
              <a:gd name="connsiteY7" fmla="*/ 3123526 h 6858011"/>
              <a:gd name="connsiteX8" fmla="*/ 2481636 w 3017756"/>
              <a:gd name="connsiteY8" fmla="*/ 3391436 h 6858011"/>
              <a:gd name="connsiteX9" fmla="*/ 2177881 w 3017756"/>
              <a:gd name="connsiteY9" fmla="*/ 3528436 h 6858011"/>
              <a:gd name="connsiteX10" fmla="*/ 1294725 w 3017756"/>
              <a:gd name="connsiteY10" fmla="*/ 3681876 h 6858011"/>
              <a:gd name="connsiteX11" fmla="*/ 1011504 w 3017756"/>
              <a:gd name="connsiteY11" fmla="*/ 3843717 h 6858011"/>
              <a:gd name="connsiteX12" fmla="*/ 831429 w 3017756"/>
              <a:gd name="connsiteY12" fmla="*/ 4084231 h 6858011"/>
              <a:gd name="connsiteX13" fmla="*/ 639271 w 3017756"/>
              <a:gd name="connsiteY13" fmla="*/ 4944234 h 6858011"/>
              <a:gd name="connsiteX14" fmla="*/ 720190 w 3017756"/>
              <a:gd name="connsiteY14" fmla="*/ 5526860 h 6858011"/>
              <a:gd name="connsiteX15" fmla="*/ 809203 w 3017756"/>
              <a:gd name="connsiteY15" fmla="*/ 6109486 h 6858011"/>
              <a:gd name="connsiteX16" fmla="*/ 1035781 w 3017756"/>
              <a:gd name="connsiteY16" fmla="*/ 6858000 h 6858011"/>
              <a:gd name="connsiteX17" fmla="*/ 0 w 3017756"/>
              <a:gd name="connsiteY17" fmla="*/ 6858000 h 6858011"/>
              <a:gd name="connsiteX18" fmla="*/ 0 w 3017756"/>
              <a:gd name="connsiteY18" fmla="*/ 0 h 6858011"/>
              <a:gd name="connsiteX0" fmla="*/ 0 w 3017756"/>
              <a:gd name="connsiteY0" fmla="*/ 3175 h 6861186"/>
              <a:gd name="connsiteX1" fmla="*/ 3017402 w 3017756"/>
              <a:gd name="connsiteY1" fmla="*/ 0 h 6861186"/>
              <a:gd name="connsiteX2" fmla="*/ 2727015 w 3017756"/>
              <a:gd name="connsiteY2" fmla="*/ 367317 h 6861186"/>
              <a:gd name="connsiteX3" fmla="*/ 2459978 w 3017756"/>
              <a:gd name="connsiteY3" fmla="*/ 1079416 h 6861186"/>
              <a:gd name="connsiteX4" fmla="*/ 2524714 w 3017756"/>
              <a:gd name="connsiteY4" fmla="*/ 1888619 h 6861186"/>
              <a:gd name="connsiteX5" fmla="*/ 2638003 w 3017756"/>
              <a:gd name="connsiteY5" fmla="*/ 2406510 h 6861186"/>
              <a:gd name="connsiteX6" fmla="*/ 2706223 w 3017756"/>
              <a:gd name="connsiteY6" fmla="*/ 2810409 h 6861186"/>
              <a:gd name="connsiteX7" fmla="*/ 2646095 w 3017756"/>
              <a:gd name="connsiteY7" fmla="*/ 3126701 h 6861186"/>
              <a:gd name="connsiteX8" fmla="*/ 2481636 w 3017756"/>
              <a:gd name="connsiteY8" fmla="*/ 3394611 h 6861186"/>
              <a:gd name="connsiteX9" fmla="*/ 2177881 w 3017756"/>
              <a:gd name="connsiteY9" fmla="*/ 3531611 h 6861186"/>
              <a:gd name="connsiteX10" fmla="*/ 1294725 w 3017756"/>
              <a:gd name="connsiteY10" fmla="*/ 3685051 h 6861186"/>
              <a:gd name="connsiteX11" fmla="*/ 1011504 w 3017756"/>
              <a:gd name="connsiteY11" fmla="*/ 3846892 h 6861186"/>
              <a:gd name="connsiteX12" fmla="*/ 831429 w 3017756"/>
              <a:gd name="connsiteY12" fmla="*/ 4087406 h 6861186"/>
              <a:gd name="connsiteX13" fmla="*/ 639271 w 3017756"/>
              <a:gd name="connsiteY13" fmla="*/ 4947409 h 6861186"/>
              <a:gd name="connsiteX14" fmla="*/ 720190 w 3017756"/>
              <a:gd name="connsiteY14" fmla="*/ 5530035 h 6861186"/>
              <a:gd name="connsiteX15" fmla="*/ 809203 w 3017756"/>
              <a:gd name="connsiteY15" fmla="*/ 6112661 h 6861186"/>
              <a:gd name="connsiteX16" fmla="*/ 1035781 w 3017756"/>
              <a:gd name="connsiteY16" fmla="*/ 6861175 h 6861186"/>
              <a:gd name="connsiteX17" fmla="*/ 0 w 3017756"/>
              <a:gd name="connsiteY17" fmla="*/ 6861175 h 6861186"/>
              <a:gd name="connsiteX18" fmla="*/ 0 w 3017756"/>
              <a:gd name="connsiteY18" fmla="*/ 3175 h 6861186"/>
              <a:gd name="connsiteX0" fmla="*/ 0 w 3017738"/>
              <a:gd name="connsiteY0" fmla="*/ 3175 h 6861186"/>
              <a:gd name="connsiteX1" fmla="*/ 3017402 w 3017738"/>
              <a:gd name="connsiteY1" fmla="*/ 0 h 6861186"/>
              <a:gd name="connsiteX2" fmla="*/ 2711140 w 3017738"/>
              <a:gd name="connsiteY2" fmla="*/ 364142 h 6861186"/>
              <a:gd name="connsiteX3" fmla="*/ 2459978 w 3017738"/>
              <a:gd name="connsiteY3" fmla="*/ 1079416 h 6861186"/>
              <a:gd name="connsiteX4" fmla="*/ 2524714 w 3017738"/>
              <a:gd name="connsiteY4" fmla="*/ 1888619 h 6861186"/>
              <a:gd name="connsiteX5" fmla="*/ 2638003 w 3017738"/>
              <a:gd name="connsiteY5" fmla="*/ 2406510 h 6861186"/>
              <a:gd name="connsiteX6" fmla="*/ 2706223 w 3017738"/>
              <a:gd name="connsiteY6" fmla="*/ 2810409 h 6861186"/>
              <a:gd name="connsiteX7" fmla="*/ 2646095 w 3017738"/>
              <a:gd name="connsiteY7" fmla="*/ 3126701 h 6861186"/>
              <a:gd name="connsiteX8" fmla="*/ 2481636 w 3017738"/>
              <a:gd name="connsiteY8" fmla="*/ 3394611 h 6861186"/>
              <a:gd name="connsiteX9" fmla="*/ 2177881 w 3017738"/>
              <a:gd name="connsiteY9" fmla="*/ 3531611 h 6861186"/>
              <a:gd name="connsiteX10" fmla="*/ 1294725 w 3017738"/>
              <a:gd name="connsiteY10" fmla="*/ 3685051 h 6861186"/>
              <a:gd name="connsiteX11" fmla="*/ 1011504 w 3017738"/>
              <a:gd name="connsiteY11" fmla="*/ 3846892 h 6861186"/>
              <a:gd name="connsiteX12" fmla="*/ 831429 w 3017738"/>
              <a:gd name="connsiteY12" fmla="*/ 4087406 h 6861186"/>
              <a:gd name="connsiteX13" fmla="*/ 639271 w 3017738"/>
              <a:gd name="connsiteY13" fmla="*/ 4947409 h 6861186"/>
              <a:gd name="connsiteX14" fmla="*/ 720190 w 3017738"/>
              <a:gd name="connsiteY14" fmla="*/ 5530035 h 6861186"/>
              <a:gd name="connsiteX15" fmla="*/ 809203 w 3017738"/>
              <a:gd name="connsiteY15" fmla="*/ 6112661 h 6861186"/>
              <a:gd name="connsiteX16" fmla="*/ 1035781 w 3017738"/>
              <a:gd name="connsiteY16" fmla="*/ 6861175 h 6861186"/>
              <a:gd name="connsiteX17" fmla="*/ 0 w 3017738"/>
              <a:gd name="connsiteY17" fmla="*/ 6861175 h 6861186"/>
              <a:gd name="connsiteX18" fmla="*/ 0 w 3017738"/>
              <a:gd name="connsiteY18" fmla="*/ 3175 h 6861186"/>
              <a:gd name="connsiteX0" fmla="*/ 0 w 3018112"/>
              <a:gd name="connsiteY0" fmla="*/ 3175 h 6861186"/>
              <a:gd name="connsiteX1" fmla="*/ 3017402 w 3018112"/>
              <a:gd name="connsiteY1" fmla="*/ 0 h 6861186"/>
              <a:gd name="connsiteX2" fmla="*/ 2711140 w 3018112"/>
              <a:gd name="connsiteY2" fmla="*/ 364142 h 6861186"/>
              <a:gd name="connsiteX3" fmla="*/ 2459978 w 3018112"/>
              <a:gd name="connsiteY3" fmla="*/ 1079416 h 6861186"/>
              <a:gd name="connsiteX4" fmla="*/ 2524714 w 3018112"/>
              <a:gd name="connsiteY4" fmla="*/ 1888619 h 6861186"/>
              <a:gd name="connsiteX5" fmla="*/ 2638003 w 3018112"/>
              <a:gd name="connsiteY5" fmla="*/ 2406510 h 6861186"/>
              <a:gd name="connsiteX6" fmla="*/ 2706223 w 3018112"/>
              <a:gd name="connsiteY6" fmla="*/ 2810409 h 6861186"/>
              <a:gd name="connsiteX7" fmla="*/ 2646095 w 3018112"/>
              <a:gd name="connsiteY7" fmla="*/ 3126701 h 6861186"/>
              <a:gd name="connsiteX8" fmla="*/ 2481636 w 3018112"/>
              <a:gd name="connsiteY8" fmla="*/ 3394611 h 6861186"/>
              <a:gd name="connsiteX9" fmla="*/ 2177881 w 3018112"/>
              <a:gd name="connsiteY9" fmla="*/ 3531611 h 6861186"/>
              <a:gd name="connsiteX10" fmla="*/ 1294725 w 3018112"/>
              <a:gd name="connsiteY10" fmla="*/ 3685051 h 6861186"/>
              <a:gd name="connsiteX11" fmla="*/ 1011504 w 3018112"/>
              <a:gd name="connsiteY11" fmla="*/ 3846892 h 6861186"/>
              <a:gd name="connsiteX12" fmla="*/ 831429 w 3018112"/>
              <a:gd name="connsiteY12" fmla="*/ 4087406 h 6861186"/>
              <a:gd name="connsiteX13" fmla="*/ 639271 w 3018112"/>
              <a:gd name="connsiteY13" fmla="*/ 4947409 h 6861186"/>
              <a:gd name="connsiteX14" fmla="*/ 720190 w 3018112"/>
              <a:gd name="connsiteY14" fmla="*/ 5530035 h 6861186"/>
              <a:gd name="connsiteX15" fmla="*/ 809203 w 3018112"/>
              <a:gd name="connsiteY15" fmla="*/ 6112661 h 6861186"/>
              <a:gd name="connsiteX16" fmla="*/ 1035781 w 3018112"/>
              <a:gd name="connsiteY16" fmla="*/ 6861175 h 6861186"/>
              <a:gd name="connsiteX17" fmla="*/ 0 w 3018112"/>
              <a:gd name="connsiteY17" fmla="*/ 6861175 h 6861186"/>
              <a:gd name="connsiteX18" fmla="*/ 0 w 3018112"/>
              <a:gd name="connsiteY18" fmla="*/ 3175 h 6861186"/>
              <a:gd name="connsiteX0" fmla="*/ 0 w 3018112"/>
              <a:gd name="connsiteY0" fmla="*/ 3175 h 6861186"/>
              <a:gd name="connsiteX1" fmla="*/ 3017402 w 3018112"/>
              <a:gd name="connsiteY1" fmla="*/ 0 h 6861186"/>
              <a:gd name="connsiteX2" fmla="*/ 2711140 w 3018112"/>
              <a:gd name="connsiteY2" fmla="*/ 364142 h 6861186"/>
              <a:gd name="connsiteX3" fmla="*/ 2459978 w 3018112"/>
              <a:gd name="connsiteY3" fmla="*/ 1079416 h 6861186"/>
              <a:gd name="connsiteX4" fmla="*/ 2524714 w 3018112"/>
              <a:gd name="connsiteY4" fmla="*/ 1888619 h 6861186"/>
              <a:gd name="connsiteX5" fmla="*/ 2638003 w 3018112"/>
              <a:gd name="connsiteY5" fmla="*/ 2406510 h 6861186"/>
              <a:gd name="connsiteX6" fmla="*/ 2706223 w 3018112"/>
              <a:gd name="connsiteY6" fmla="*/ 2810409 h 6861186"/>
              <a:gd name="connsiteX7" fmla="*/ 2646095 w 3018112"/>
              <a:gd name="connsiteY7" fmla="*/ 3126701 h 6861186"/>
              <a:gd name="connsiteX8" fmla="*/ 2481636 w 3018112"/>
              <a:gd name="connsiteY8" fmla="*/ 3394611 h 6861186"/>
              <a:gd name="connsiteX9" fmla="*/ 2177881 w 3018112"/>
              <a:gd name="connsiteY9" fmla="*/ 3531611 h 6861186"/>
              <a:gd name="connsiteX10" fmla="*/ 1294725 w 3018112"/>
              <a:gd name="connsiteY10" fmla="*/ 3685051 h 6861186"/>
              <a:gd name="connsiteX11" fmla="*/ 1011504 w 3018112"/>
              <a:gd name="connsiteY11" fmla="*/ 3846892 h 6861186"/>
              <a:gd name="connsiteX12" fmla="*/ 831429 w 3018112"/>
              <a:gd name="connsiteY12" fmla="*/ 4087406 h 6861186"/>
              <a:gd name="connsiteX13" fmla="*/ 639271 w 3018112"/>
              <a:gd name="connsiteY13" fmla="*/ 4947409 h 6861186"/>
              <a:gd name="connsiteX14" fmla="*/ 720190 w 3018112"/>
              <a:gd name="connsiteY14" fmla="*/ 5530035 h 6861186"/>
              <a:gd name="connsiteX15" fmla="*/ 809203 w 3018112"/>
              <a:gd name="connsiteY15" fmla="*/ 6112661 h 6861186"/>
              <a:gd name="connsiteX16" fmla="*/ 1035781 w 3018112"/>
              <a:gd name="connsiteY16" fmla="*/ 6861175 h 6861186"/>
              <a:gd name="connsiteX17" fmla="*/ 0 w 3018112"/>
              <a:gd name="connsiteY17" fmla="*/ 6861175 h 6861186"/>
              <a:gd name="connsiteX18" fmla="*/ 0 w 3018112"/>
              <a:gd name="connsiteY18" fmla="*/ 3175 h 6861186"/>
              <a:gd name="connsiteX0" fmla="*/ 0 w 3018157"/>
              <a:gd name="connsiteY0" fmla="*/ 3175 h 6861186"/>
              <a:gd name="connsiteX1" fmla="*/ 3017402 w 3018157"/>
              <a:gd name="connsiteY1" fmla="*/ 0 h 6861186"/>
              <a:gd name="connsiteX2" fmla="*/ 2720665 w 3018157"/>
              <a:gd name="connsiteY2" fmla="*/ 367317 h 6861186"/>
              <a:gd name="connsiteX3" fmla="*/ 2459978 w 3018157"/>
              <a:gd name="connsiteY3" fmla="*/ 1079416 h 6861186"/>
              <a:gd name="connsiteX4" fmla="*/ 2524714 w 3018157"/>
              <a:gd name="connsiteY4" fmla="*/ 1888619 h 6861186"/>
              <a:gd name="connsiteX5" fmla="*/ 2638003 w 3018157"/>
              <a:gd name="connsiteY5" fmla="*/ 2406510 h 6861186"/>
              <a:gd name="connsiteX6" fmla="*/ 2706223 w 3018157"/>
              <a:gd name="connsiteY6" fmla="*/ 2810409 h 6861186"/>
              <a:gd name="connsiteX7" fmla="*/ 2646095 w 3018157"/>
              <a:gd name="connsiteY7" fmla="*/ 3126701 h 6861186"/>
              <a:gd name="connsiteX8" fmla="*/ 2481636 w 3018157"/>
              <a:gd name="connsiteY8" fmla="*/ 3394611 h 6861186"/>
              <a:gd name="connsiteX9" fmla="*/ 2177881 w 3018157"/>
              <a:gd name="connsiteY9" fmla="*/ 3531611 h 6861186"/>
              <a:gd name="connsiteX10" fmla="*/ 1294725 w 3018157"/>
              <a:gd name="connsiteY10" fmla="*/ 3685051 h 6861186"/>
              <a:gd name="connsiteX11" fmla="*/ 1011504 w 3018157"/>
              <a:gd name="connsiteY11" fmla="*/ 3846892 h 6861186"/>
              <a:gd name="connsiteX12" fmla="*/ 831429 w 3018157"/>
              <a:gd name="connsiteY12" fmla="*/ 4087406 h 6861186"/>
              <a:gd name="connsiteX13" fmla="*/ 639271 w 3018157"/>
              <a:gd name="connsiteY13" fmla="*/ 4947409 h 6861186"/>
              <a:gd name="connsiteX14" fmla="*/ 720190 w 3018157"/>
              <a:gd name="connsiteY14" fmla="*/ 5530035 h 6861186"/>
              <a:gd name="connsiteX15" fmla="*/ 809203 w 3018157"/>
              <a:gd name="connsiteY15" fmla="*/ 6112661 h 6861186"/>
              <a:gd name="connsiteX16" fmla="*/ 1035781 w 3018157"/>
              <a:gd name="connsiteY16" fmla="*/ 6861175 h 6861186"/>
              <a:gd name="connsiteX17" fmla="*/ 0 w 3018157"/>
              <a:gd name="connsiteY17" fmla="*/ 6861175 h 6861186"/>
              <a:gd name="connsiteX18" fmla="*/ 0 w 3018157"/>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39271 w 3018060"/>
              <a:gd name="connsiteY13" fmla="*/ 4947409 h 6861186"/>
              <a:gd name="connsiteX14" fmla="*/ 720190 w 3018060"/>
              <a:gd name="connsiteY14" fmla="*/ 5530035 h 6861186"/>
              <a:gd name="connsiteX15" fmla="*/ 809203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09203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25078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25078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729276 w 3018060"/>
              <a:gd name="connsiteY13" fmla="*/ 4429125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58795 w 3018060"/>
              <a:gd name="connsiteY7" fmla="*/ 31013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58795 w 3018060"/>
              <a:gd name="connsiteY7" fmla="*/ 31013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66328 w 3018060"/>
              <a:gd name="connsiteY3" fmla="*/ 1114341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66328 w 3018060"/>
              <a:gd name="connsiteY3" fmla="*/ 1114341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Lst>
            <a:ahLst/>
            <a:cxnLst/>
            <a:rect l="l" t="t" r="r" b="b"/>
            <a:pathLst>
              <a:path w="3018060" h="6861186">
                <a:moveTo>
                  <a:pt x="0" y="3175"/>
                </a:moveTo>
                <a:lnTo>
                  <a:pt x="3017402" y="0"/>
                </a:lnTo>
                <a:cubicBezTo>
                  <a:pt x="3029539" y="9440"/>
                  <a:pt x="2871716" y="167994"/>
                  <a:pt x="2720665" y="367317"/>
                </a:cubicBezTo>
                <a:cubicBezTo>
                  <a:pt x="2669472" y="488191"/>
                  <a:pt x="2488609" y="800635"/>
                  <a:pt x="2466328" y="1114341"/>
                </a:cubicBezTo>
                <a:cubicBezTo>
                  <a:pt x="2462282" y="1112993"/>
                  <a:pt x="2447840" y="1645858"/>
                  <a:pt x="2524714" y="1888619"/>
                </a:cubicBezTo>
                <a:cubicBezTo>
                  <a:pt x="2535503" y="1889967"/>
                  <a:pt x="2598892" y="2221742"/>
                  <a:pt x="2638003" y="2406510"/>
                </a:cubicBezTo>
                <a:cubicBezTo>
                  <a:pt x="2650141" y="2410556"/>
                  <a:pt x="2703441" y="2804453"/>
                  <a:pt x="2696698" y="2797709"/>
                </a:cubicBezTo>
                <a:cubicBezTo>
                  <a:pt x="2704789" y="2792315"/>
                  <a:pt x="2688578" y="3049461"/>
                  <a:pt x="2620695" y="3174326"/>
                </a:cubicBezTo>
                <a:cubicBezTo>
                  <a:pt x="2630136" y="3187813"/>
                  <a:pt x="2472504" y="3353665"/>
                  <a:pt x="2465761" y="3375561"/>
                </a:cubicBezTo>
                <a:cubicBezTo>
                  <a:pt x="2480596" y="3367468"/>
                  <a:pt x="2270378" y="3510791"/>
                  <a:pt x="2127081" y="3531611"/>
                </a:cubicBezTo>
                <a:cubicBezTo>
                  <a:pt x="2128430" y="3546446"/>
                  <a:pt x="1390593" y="3596207"/>
                  <a:pt x="1272500" y="3681876"/>
                </a:cubicBezTo>
                <a:cubicBezTo>
                  <a:pt x="1267105" y="3683225"/>
                  <a:pt x="1010155" y="3840149"/>
                  <a:pt x="1011504" y="3846892"/>
                </a:cubicBezTo>
                <a:cubicBezTo>
                  <a:pt x="1012853" y="3840149"/>
                  <a:pt x="824686" y="4106287"/>
                  <a:pt x="831429" y="4087406"/>
                </a:cubicBezTo>
                <a:cubicBezTo>
                  <a:pt x="784391" y="4184445"/>
                  <a:pt x="750190" y="4264625"/>
                  <a:pt x="722926" y="4406900"/>
                </a:cubicBezTo>
                <a:cubicBezTo>
                  <a:pt x="695662" y="4549176"/>
                  <a:pt x="669360" y="4757574"/>
                  <a:pt x="667846" y="4941059"/>
                </a:cubicBezTo>
                <a:cubicBezTo>
                  <a:pt x="640872" y="5163590"/>
                  <a:pt x="725585" y="5518571"/>
                  <a:pt x="720190" y="5530035"/>
                </a:cubicBezTo>
                <a:cubicBezTo>
                  <a:pt x="730979" y="5714803"/>
                  <a:pt x="835867" y="6125473"/>
                  <a:pt x="825078" y="6112661"/>
                </a:cubicBezTo>
                <a:cubicBezTo>
                  <a:pt x="830473" y="6116033"/>
                  <a:pt x="1047919" y="6864547"/>
                  <a:pt x="1035781" y="6861175"/>
                </a:cubicBezTo>
                <a:lnTo>
                  <a:pt x="0" y="6861175"/>
                </a:lnTo>
                <a:lnTo>
                  <a:pt x="0" y="3175"/>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8" name="Graphic 9"/>
          <p:cNvPicPr>
            <a:picLocks noChangeAspect="1"/>
          </p:cNvPicPr>
          <p:nvPr/>
        </p:nvPicPr>
        <p:blipFill rotWithShape="1">
          <a:blip>
            <a:extLst>
              <a:ext uri="{96DAC541-7B7A-43D3-8B79-37D633B846F1}">
                <asvg:svgBlip xmlns:asvg="http://schemas.microsoft.com/office/drawing/2016/SVG/main" r:embed="rId4"/>
              </a:ext>
            </a:extLst>
          </a:blip>
          <a:srcRect t="15815" b="1385"/>
          <a:stretch/>
        </p:blipFill>
        <p:spPr>
          <a:xfrm>
            <a:off x="5273106" y="-3175"/>
            <a:ext cx="5553920" cy="68580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_LIGHT04">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D63E79AF-CB68-D6C4-70EA-86219EE2A208}"/>
              </a:ext>
            </a:extLst>
          </p:cNvPr>
          <p:cNvSpPr>
            <a:spLocks noGrp="1"/>
          </p:cNvSpPr>
          <p:nvPr>
            <p:ph type="body" idx="10" hasCustomPrompt="1"/>
          </p:nvPr>
        </p:nvSpPr>
        <p:spPr>
          <a:xfrm>
            <a:off x="696910" y="4865154"/>
            <a:ext cx="4970243" cy="360000"/>
          </a:xfrm>
        </p:spPr>
        <p:txBody>
          <a:bodyPr anchor="ctr">
            <a:noAutofit/>
          </a:bodyPr>
          <a:lstStyle>
            <a:lvl1pPr marL="0" indent="0">
              <a:buNone/>
              <a:defRPr sz="1800" b="0" i="0" spc="500" baseline="0">
                <a:solidFill>
                  <a:schemeClr val="bg1"/>
                </a:solidFill>
                <a:latin typeface="Montserrat"/>
                <a:ea typeface="Montserrat"/>
                <a:cs typeface="Montserrat"/>
              </a:defRPr>
            </a:lvl1pPr>
          </a:lstStyle>
          <a:p>
            <a:pPr lvl="0">
              <a:buNone/>
            </a:pPr>
            <a:r>
              <a:t>SUBTITLE</a:t>
            </a:r>
          </a:p>
        </p:txBody>
      </p:sp>
      <p:sp>
        <p:nvSpPr>
          <p:cNvPr id="7" name="Title 5">
            <a:extLst>
              <a:ext uri="{FF2B5EF4-FFF2-40B4-BE49-F238E27FC236}">
                <a16:creationId xmlns:a16="http://schemas.microsoft.com/office/drawing/2014/main" id="{97FE8B4D-EC7A-41D0-248E-CDD86937D25C}"/>
              </a:ext>
            </a:extLst>
          </p:cNvPr>
          <p:cNvSpPr>
            <a:spLocks noGrp="1"/>
          </p:cNvSpPr>
          <p:nvPr>
            <p:ph type="title" hasCustomPrompt="1"/>
          </p:nvPr>
        </p:nvSpPr>
        <p:spPr>
          <a:xfrm>
            <a:off x="696910" y="3428999"/>
            <a:ext cx="4970243" cy="1408467"/>
          </a:xfrm>
        </p:spPr>
        <p:txBody>
          <a:bodyPr anchor="b">
            <a:noAutofit/>
          </a:bodyPr>
          <a:lstStyle>
            <a:lvl1pPr>
              <a:buNone/>
              <a:defRPr sz="3600"/>
            </a:lvl1pPr>
          </a:lstStyle>
          <a:p>
            <a:r>
              <a:t>TITLE</a:t>
            </a:r>
          </a:p>
        </p:txBody>
      </p:sp>
      <p:sp>
        <p:nvSpPr>
          <p:cNvPr id="17" name="Text Placeholder 7">
            <a:extLst>
              <a:ext uri="{FF2B5EF4-FFF2-40B4-BE49-F238E27FC236}">
                <a16:creationId xmlns:a16="http://schemas.microsoft.com/office/drawing/2014/main" id="{2251FC30-D981-D20F-9F3D-83312F855260}"/>
              </a:ext>
            </a:extLst>
          </p:cNvPr>
          <p:cNvSpPr>
            <a:spLocks noGrp="1"/>
          </p:cNvSpPr>
          <p:nvPr>
            <p:ph type="body" idx="11" hasCustomPrompt="1"/>
          </p:nvPr>
        </p:nvSpPr>
        <p:spPr>
          <a:xfrm>
            <a:off x="695325" y="5769338"/>
            <a:ext cx="4970243" cy="360000"/>
          </a:xfrm>
        </p:spPr>
        <p:txBody>
          <a:bodyPr anchor="ctr">
            <a:noAutofit/>
          </a:bodyPr>
          <a:lstStyle>
            <a:lvl1pPr marL="0" indent="0">
              <a:buNone/>
              <a:defRPr sz="1100" b="0" i="0">
                <a:solidFill>
                  <a:schemeClr val="tx1"/>
                </a:solidFill>
                <a:latin typeface="Montserrat"/>
                <a:ea typeface="Montserrat"/>
                <a:cs typeface="Montserrat"/>
              </a:defRPr>
            </a:lvl1pPr>
          </a:lstStyle>
          <a:p>
            <a:pPr lvl="0">
              <a:buNone/>
            </a:pPr>
            <a:r>
              <a:t>Date / Speaker</a:t>
            </a:r>
          </a:p>
        </p:txBody>
      </p:sp>
      <p:pic>
        <p:nvPicPr>
          <p:cNvPr id="24" name="Graphic 18"/>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4350" y="539773"/>
            <a:ext cx="1800000" cy="1135115"/>
          </a:xfrm>
          <a:prstGeom prst="rect">
            <a:avLst/>
          </a:prstGeom>
        </p:spPr>
      </p:pic>
      <p:pic>
        <p:nvPicPr>
          <p:cNvPr id="25" name="Picture 1"/>
          <p:cNvPicPr>
            <a:picLocks noChangeAspect="1"/>
          </p:cNvPicPr>
          <p:nvPr/>
        </p:nvPicPr>
        <p:blipFill rotWithShape="1">
          <a:blip r:embed="rId3"/>
          <a:srcRect/>
          <a:stretch/>
        </p:blipFill>
        <p:spPr>
          <a:xfrm>
            <a:off x="7359163" y="0"/>
            <a:ext cx="4832838" cy="6858000"/>
          </a:xfrm>
          <a:prstGeom prst="rect">
            <a:avLst/>
          </a:prstGeom>
        </p:spPr>
      </p:pic>
      <p:sp>
        <p:nvSpPr>
          <p:cNvPr id="3" name="Rectangle 2">
            <a:extLst>
              <a:ext uri="{FF2B5EF4-FFF2-40B4-BE49-F238E27FC236}">
                <a16:creationId xmlns:a16="http://schemas.microsoft.com/office/drawing/2014/main" id="{9CC940BC-C811-7BDF-5E42-8849BE91C35D}"/>
              </a:ext>
            </a:extLst>
          </p:cNvPr>
          <p:cNvSpPr>
            <a:spLocks noGrp="1"/>
          </p:cNvSpPr>
          <p:nvPr/>
        </p:nvSpPr>
        <p:spPr>
          <a:xfrm>
            <a:off x="7359164" y="-1"/>
            <a:ext cx="4832836" cy="6858001"/>
          </a:xfrm>
          <a:prstGeom prst="rect">
            <a:avLst/>
          </a:prstGeom>
          <a:gradFill>
            <a:gsLst>
              <a:gs pos="0">
                <a:schemeClr val="tx2">
                  <a:alpha val="80000"/>
                </a:schemeClr>
              </a:gs>
              <a:gs pos="98000">
                <a:schemeClr val="bg1">
                  <a:alpha val="53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Rectangle 5">
            <a:extLst>
              <a:ext uri="{FF2B5EF4-FFF2-40B4-BE49-F238E27FC236}">
                <a16:creationId xmlns:a16="http://schemas.microsoft.com/office/drawing/2014/main" id="{295B370E-84D5-6059-F71F-5A8AEDDC80A8}"/>
              </a:ext>
            </a:extLst>
          </p:cNvPr>
          <p:cNvSpPr>
            <a:spLocks noGrp="1"/>
          </p:cNvSpPr>
          <p:nvPr/>
        </p:nvSpPr>
        <p:spPr>
          <a:xfrm>
            <a:off x="6736907" y="-3175"/>
            <a:ext cx="3018060" cy="6861175"/>
          </a:xfrm>
          <a:custGeom>
            <a:avLst/>
            <a:gdLst>
              <a:gd name="connsiteX0" fmla="*/ 0 w 655455"/>
              <a:gd name="connsiteY0" fmla="*/ 0 h 6858000"/>
              <a:gd name="connsiteX1" fmla="*/ 655455 w 655455"/>
              <a:gd name="connsiteY1" fmla="*/ 0 h 6858000"/>
              <a:gd name="connsiteX2" fmla="*/ 655455 w 655455"/>
              <a:gd name="connsiteY2" fmla="*/ 6858000 h 6858000"/>
              <a:gd name="connsiteX3" fmla="*/ 0 w 655455"/>
              <a:gd name="connsiteY3" fmla="*/ 6858000 h 6858000"/>
              <a:gd name="connsiteX4" fmla="*/ 0 w 655455"/>
              <a:gd name="connsiteY4" fmla="*/ 0 h 6858000"/>
              <a:gd name="connsiteX0" fmla="*/ 0 w 655455"/>
              <a:gd name="connsiteY0" fmla="*/ 0 h 6858000"/>
              <a:gd name="connsiteX1" fmla="*/ 655455 w 655455"/>
              <a:gd name="connsiteY1" fmla="*/ 0 h 6858000"/>
              <a:gd name="connsiteX2" fmla="*/ 647363 w 655455"/>
              <a:gd name="connsiteY2" fmla="*/ 4458712 h 6858000"/>
              <a:gd name="connsiteX3" fmla="*/ 655455 w 655455"/>
              <a:gd name="connsiteY3" fmla="*/ 6858000 h 6858000"/>
              <a:gd name="connsiteX4" fmla="*/ 0 w 655455"/>
              <a:gd name="connsiteY4" fmla="*/ 6858000 h 6858000"/>
              <a:gd name="connsiteX5" fmla="*/ 0 w 655455"/>
              <a:gd name="connsiteY5" fmla="*/ 0 h 6858000"/>
              <a:gd name="connsiteX0" fmla="*/ 0 w 699208"/>
              <a:gd name="connsiteY0" fmla="*/ 0 h 6858000"/>
              <a:gd name="connsiteX1" fmla="*/ 655455 w 699208"/>
              <a:gd name="connsiteY1" fmla="*/ 0 h 6858000"/>
              <a:gd name="connsiteX2" fmla="*/ 647363 w 699208"/>
              <a:gd name="connsiteY2" fmla="*/ 4458712 h 6858000"/>
              <a:gd name="connsiteX3" fmla="*/ 639271 w 699208"/>
              <a:gd name="connsiteY3" fmla="*/ 4944234 h 6858000"/>
              <a:gd name="connsiteX4" fmla="*/ 655455 w 699208"/>
              <a:gd name="connsiteY4" fmla="*/ 6858000 h 6858000"/>
              <a:gd name="connsiteX5" fmla="*/ 0 w 699208"/>
              <a:gd name="connsiteY5" fmla="*/ 6858000 h 6858000"/>
              <a:gd name="connsiteX6" fmla="*/ 0 w 699208"/>
              <a:gd name="connsiteY6" fmla="*/ 0 h 6858000"/>
              <a:gd name="connsiteX0" fmla="*/ 0 w 776878"/>
              <a:gd name="connsiteY0" fmla="*/ 0 h 6858000"/>
              <a:gd name="connsiteX1" fmla="*/ 655455 w 776878"/>
              <a:gd name="connsiteY1" fmla="*/ 0 h 6858000"/>
              <a:gd name="connsiteX2" fmla="*/ 776836 w 776878"/>
              <a:gd name="connsiteY2" fmla="*/ 3722337 h 6858000"/>
              <a:gd name="connsiteX3" fmla="*/ 639271 w 776878"/>
              <a:gd name="connsiteY3" fmla="*/ 4944234 h 6858000"/>
              <a:gd name="connsiteX4" fmla="*/ 655455 w 776878"/>
              <a:gd name="connsiteY4" fmla="*/ 6858000 h 6858000"/>
              <a:gd name="connsiteX5" fmla="*/ 0 w 776878"/>
              <a:gd name="connsiteY5" fmla="*/ 6858000 h 6858000"/>
              <a:gd name="connsiteX6" fmla="*/ 0 w 776878"/>
              <a:gd name="connsiteY6" fmla="*/ 0 h 6858000"/>
              <a:gd name="connsiteX0" fmla="*/ 0 w 776878"/>
              <a:gd name="connsiteY0" fmla="*/ 0 h 6858000"/>
              <a:gd name="connsiteX1" fmla="*/ 655455 w 776878"/>
              <a:gd name="connsiteY1" fmla="*/ 0 h 6858000"/>
              <a:gd name="connsiteX2" fmla="*/ 776836 w 776878"/>
              <a:gd name="connsiteY2" fmla="*/ 3722337 h 6858000"/>
              <a:gd name="connsiteX3" fmla="*/ 639271 w 776878"/>
              <a:gd name="connsiteY3" fmla="*/ 4944234 h 6858000"/>
              <a:gd name="connsiteX4" fmla="*/ 655455 w 776878"/>
              <a:gd name="connsiteY4" fmla="*/ 6858000 h 6858000"/>
              <a:gd name="connsiteX5" fmla="*/ 0 w 776878"/>
              <a:gd name="connsiteY5" fmla="*/ 6858000 h 6858000"/>
              <a:gd name="connsiteX6" fmla="*/ 0 w 776878"/>
              <a:gd name="connsiteY6" fmla="*/ 0 h 6858000"/>
              <a:gd name="connsiteX0" fmla="*/ 0 w 776836"/>
              <a:gd name="connsiteY0" fmla="*/ 0 h 6858000"/>
              <a:gd name="connsiteX1" fmla="*/ 655455 w 776836"/>
              <a:gd name="connsiteY1" fmla="*/ 0 h 6858000"/>
              <a:gd name="connsiteX2" fmla="*/ 776836 w 776836"/>
              <a:gd name="connsiteY2" fmla="*/ 3722337 h 6858000"/>
              <a:gd name="connsiteX3" fmla="*/ 639271 w 776836"/>
              <a:gd name="connsiteY3" fmla="*/ 4944234 h 6858000"/>
              <a:gd name="connsiteX4" fmla="*/ 655455 w 776836"/>
              <a:gd name="connsiteY4" fmla="*/ 6858000 h 6858000"/>
              <a:gd name="connsiteX5" fmla="*/ 0 w 776836"/>
              <a:gd name="connsiteY5" fmla="*/ 6858000 h 6858000"/>
              <a:gd name="connsiteX6" fmla="*/ 0 w 776836"/>
              <a:gd name="connsiteY6" fmla="*/ 0 h 6858000"/>
              <a:gd name="connsiteX0" fmla="*/ 0 w 825388"/>
              <a:gd name="connsiteY0" fmla="*/ 0 h 6858000"/>
              <a:gd name="connsiteX1" fmla="*/ 655455 w 825388"/>
              <a:gd name="connsiteY1" fmla="*/ 0 h 6858000"/>
              <a:gd name="connsiteX2" fmla="*/ 825388 w 825388"/>
              <a:gd name="connsiteY2" fmla="*/ 3940822 h 6858000"/>
              <a:gd name="connsiteX3" fmla="*/ 639271 w 825388"/>
              <a:gd name="connsiteY3" fmla="*/ 4944234 h 6858000"/>
              <a:gd name="connsiteX4" fmla="*/ 655455 w 825388"/>
              <a:gd name="connsiteY4" fmla="*/ 6858000 h 6858000"/>
              <a:gd name="connsiteX5" fmla="*/ 0 w 825388"/>
              <a:gd name="connsiteY5" fmla="*/ 6858000 h 6858000"/>
              <a:gd name="connsiteX6" fmla="*/ 0 w 825388"/>
              <a:gd name="connsiteY6" fmla="*/ 0 h 6858000"/>
              <a:gd name="connsiteX0" fmla="*/ 0 w 825388"/>
              <a:gd name="connsiteY0" fmla="*/ 0 h 6858000"/>
              <a:gd name="connsiteX1" fmla="*/ 655455 w 825388"/>
              <a:gd name="connsiteY1" fmla="*/ 0 h 6858000"/>
              <a:gd name="connsiteX2" fmla="*/ 825388 w 825388"/>
              <a:gd name="connsiteY2" fmla="*/ 3940822 h 6858000"/>
              <a:gd name="connsiteX3" fmla="*/ 639271 w 825388"/>
              <a:gd name="connsiteY3" fmla="*/ 4944234 h 6858000"/>
              <a:gd name="connsiteX4" fmla="*/ 655455 w 825388"/>
              <a:gd name="connsiteY4" fmla="*/ 6858000 h 6858000"/>
              <a:gd name="connsiteX5" fmla="*/ 0 w 825388"/>
              <a:gd name="connsiteY5" fmla="*/ 6858000 h 6858000"/>
              <a:gd name="connsiteX6" fmla="*/ 0 w 825388"/>
              <a:gd name="connsiteY6" fmla="*/ 0 h 6858000"/>
              <a:gd name="connsiteX0" fmla="*/ 0 w 809204"/>
              <a:gd name="connsiteY0" fmla="*/ 0 h 6858000"/>
              <a:gd name="connsiteX1" fmla="*/ 655455 w 809204"/>
              <a:gd name="connsiteY1" fmla="*/ 0 h 6858000"/>
              <a:gd name="connsiteX2" fmla="*/ 809204 w 809204"/>
              <a:gd name="connsiteY2" fmla="*/ 4135031 h 6858000"/>
              <a:gd name="connsiteX3" fmla="*/ 639271 w 809204"/>
              <a:gd name="connsiteY3" fmla="*/ 4944234 h 6858000"/>
              <a:gd name="connsiteX4" fmla="*/ 655455 w 809204"/>
              <a:gd name="connsiteY4" fmla="*/ 6858000 h 6858000"/>
              <a:gd name="connsiteX5" fmla="*/ 0 w 809204"/>
              <a:gd name="connsiteY5" fmla="*/ 6858000 h 6858000"/>
              <a:gd name="connsiteX6" fmla="*/ 0 w 809204"/>
              <a:gd name="connsiteY6" fmla="*/ 0 h 6858000"/>
              <a:gd name="connsiteX0" fmla="*/ 0 w 812512"/>
              <a:gd name="connsiteY0" fmla="*/ 0 h 6858000"/>
              <a:gd name="connsiteX1" fmla="*/ 655455 w 812512"/>
              <a:gd name="connsiteY1" fmla="*/ 0 h 6858000"/>
              <a:gd name="connsiteX2" fmla="*/ 744466 w 812512"/>
              <a:gd name="connsiteY2" fmla="*/ 3358195 h 6858000"/>
              <a:gd name="connsiteX3" fmla="*/ 809204 w 812512"/>
              <a:gd name="connsiteY3" fmla="*/ 4135031 h 6858000"/>
              <a:gd name="connsiteX4" fmla="*/ 639271 w 812512"/>
              <a:gd name="connsiteY4" fmla="*/ 4944234 h 6858000"/>
              <a:gd name="connsiteX5" fmla="*/ 655455 w 812512"/>
              <a:gd name="connsiteY5" fmla="*/ 6858000 h 6858000"/>
              <a:gd name="connsiteX6" fmla="*/ 0 w 812512"/>
              <a:gd name="connsiteY6" fmla="*/ 6858000 h 6858000"/>
              <a:gd name="connsiteX7" fmla="*/ 0 w 812512"/>
              <a:gd name="connsiteY7" fmla="*/ 0 h 6858000"/>
              <a:gd name="connsiteX0" fmla="*/ 0 w 1094019"/>
              <a:gd name="connsiteY0" fmla="*/ 0 h 6858000"/>
              <a:gd name="connsiteX1" fmla="*/ 655455 w 1094019"/>
              <a:gd name="connsiteY1" fmla="*/ 0 h 6858000"/>
              <a:gd name="connsiteX2" fmla="*/ 1092424 w 1094019"/>
              <a:gd name="connsiteY2" fmla="*/ 3625232 h 6858000"/>
              <a:gd name="connsiteX3" fmla="*/ 809204 w 1094019"/>
              <a:gd name="connsiteY3" fmla="*/ 4135031 h 6858000"/>
              <a:gd name="connsiteX4" fmla="*/ 639271 w 1094019"/>
              <a:gd name="connsiteY4" fmla="*/ 4944234 h 6858000"/>
              <a:gd name="connsiteX5" fmla="*/ 655455 w 1094019"/>
              <a:gd name="connsiteY5" fmla="*/ 6858000 h 6858000"/>
              <a:gd name="connsiteX6" fmla="*/ 0 w 1094019"/>
              <a:gd name="connsiteY6" fmla="*/ 6858000 h 6858000"/>
              <a:gd name="connsiteX7" fmla="*/ 0 w 1094019"/>
              <a:gd name="connsiteY7" fmla="*/ 0 h 6858000"/>
              <a:gd name="connsiteX0" fmla="*/ 0 w 1092429"/>
              <a:gd name="connsiteY0" fmla="*/ 0 h 6858000"/>
              <a:gd name="connsiteX1" fmla="*/ 655455 w 1092429"/>
              <a:gd name="connsiteY1" fmla="*/ 0 h 6858000"/>
              <a:gd name="connsiteX2" fmla="*/ 1092424 w 1092429"/>
              <a:gd name="connsiteY2" fmla="*/ 3625232 h 6858000"/>
              <a:gd name="connsiteX3" fmla="*/ 809204 w 1092429"/>
              <a:gd name="connsiteY3" fmla="*/ 4135031 h 6858000"/>
              <a:gd name="connsiteX4" fmla="*/ 639271 w 1092429"/>
              <a:gd name="connsiteY4" fmla="*/ 4944234 h 6858000"/>
              <a:gd name="connsiteX5" fmla="*/ 655455 w 1092429"/>
              <a:gd name="connsiteY5" fmla="*/ 6858000 h 6858000"/>
              <a:gd name="connsiteX6" fmla="*/ 0 w 1092429"/>
              <a:gd name="connsiteY6" fmla="*/ 6858000 h 6858000"/>
              <a:gd name="connsiteX7" fmla="*/ 0 w 1092429"/>
              <a:gd name="connsiteY7" fmla="*/ 0 h 6858000"/>
              <a:gd name="connsiteX0" fmla="*/ 0 w 1092529"/>
              <a:gd name="connsiteY0" fmla="*/ 0 h 6858000"/>
              <a:gd name="connsiteX1" fmla="*/ 655455 w 1092529"/>
              <a:gd name="connsiteY1" fmla="*/ 0 h 6858000"/>
              <a:gd name="connsiteX2" fmla="*/ 1092424 w 1092529"/>
              <a:gd name="connsiteY2" fmla="*/ 3625232 h 6858000"/>
              <a:gd name="connsiteX3" fmla="*/ 809204 w 1092529"/>
              <a:gd name="connsiteY3" fmla="*/ 4135031 h 6858000"/>
              <a:gd name="connsiteX4" fmla="*/ 639271 w 1092529"/>
              <a:gd name="connsiteY4" fmla="*/ 4944234 h 6858000"/>
              <a:gd name="connsiteX5" fmla="*/ 655455 w 1092529"/>
              <a:gd name="connsiteY5" fmla="*/ 6858000 h 6858000"/>
              <a:gd name="connsiteX6" fmla="*/ 0 w 1092529"/>
              <a:gd name="connsiteY6" fmla="*/ 6858000 h 6858000"/>
              <a:gd name="connsiteX7" fmla="*/ 0 w 1092529"/>
              <a:gd name="connsiteY7" fmla="*/ 0 h 6858000"/>
              <a:gd name="connsiteX0" fmla="*/ 0 w 1569896"/>
              <a:gd name="connsiteY0" fmla="*/ 0 h 6858000"/>
              <a:gd name="connsiteX1" fmla="*/ 655455 w 1569896"/>
              <a:gd name="connsiteY1" fmla="*/ 0 h 6858000"/>
              <a:gd name="connsiteX2" fmla="*/ 1569854 w 1569896"/>
              <a:gd name="connsiteY2" fmla="*/ 3528127 h 6858000"/>
              <a:gd name="connsiteX3" fmla="*/ 809204 w 1569896"/>
              <a:gd name="connsiteY3" fmla="*/ 4135031 h 6858000"/>
              <a:gd name="connsiteX4" fmla="*/ 639271 w 1569896"/>
              <a:gd name="connsiteY4" fmla="*/ 4944234 h 6858000"/>
              <a:gd name="connsiteX5" fmla="*/ 655455 w 1569896"/>
              <a:gd name="connsiteY5" fmla="*/ 6858000 h 6858000"/>
              <a:gd name="connsiteX6" fmla="*/ 0 w 1569896"/>
              <a:gd name="connsiteY6" fmla="*/ 6858000 h 6858000"/>
              <a:gd name="connsiteX7" fmla="*/ 0 w 1569896"/>
              <a:gd name="connsiteY7" fmla="*/ 0 h 6858000"/>
              <a:gd name="connsiteX0" fmla="*/ 0 w 1569896"/>
              <a:gd name="connsiteY0" fmla="*/ 0 h 6858000"/>
              <a:gd name="connsiteX1" fmla="*/ 655455 w 1569896"/>
              <a:gd name="connsiteY1" fmla="*/ 0 h 6858000"/>
              <a:gd name="connsiteX2" fmla="*/ 1569854 w 1569896"/>
              <a:gd name="connsiteY2" fmla="*/ 3528127 h 6858000"/>
              <a:gd name="connsiteX3" fmla="*/ 809204 w 1569896"/>
              <a:gd name="connsiteY3" fmla="*/ 4135031 h 6858000"/>
              <a:gd name="connsiteX4" fmla="*/ 639271 w 1569896"/>
              <a:gd name="connsiteY4" fmla="*/ 4944234 h 6858000"/>
              <a:gd name="connsiteX5" fmla="*/ 655455 w 1569896"/>
              <a:gd name="connsiteY5" fmla="*/ 6858000 h 6858000"/>
              <a:gd name="connsiteX6" fmla="*/ 0 w 1569896"/>
              <a:gd name="connsiteY6" fmla="*/ 6858000 h 6858000"/>
              <a:gd name="connsiteX7" fmla="*/ 0 w 1569896"/>
              <a:gd name="connsiteY7" fmla="*/ 0 h 6858000"/>
              <a:gd name="connsiteX0" fmla="*/ 0 w 963125"/>
              <a:gd name="connsiteY0" fmla="*/ 0 h 6858000"/>
              <a:gd name="connsiteX1" fmla="*/ 655455 w 963125"/>
              <a:gd name="connsiteY1" fmla="*/ 0 h 6858000"/>
              <a:gd name="connsiteX2" fmla="*/ 962951 w 963125"/>
              <a:gd name="connsiteY2" fmla="*/ 3730428 h 6858000"/>
              <a:gd name="connsiteX3" fmla="*/ 809204 w 963125"/>
              <a:gd name="connsiteY3" fmla="*/ 4135031 h 6858000"/>
              <a:gd name="connsiteX4" fmla="*/ 639271 w 963125"/>
              <a:gd name="connsiteY4" fmla="*/ 4944234 h 6858000"/>
              <a:gd name="connsiteX5" fmla="*/ 655455 w 963125"/>
              <a:gd name="connsiteY5" fmla="*/ 6858000 h 6858000"/>
              <a:gd name="connsiteX6" fmla="*/ 0 w 963125"/>
              <a:gd name="connsiteY6" fmla="*/ 6858000 h 6858000"/>
              <a:gd name="connsiteX7" fmla="*/ 0 w 963125"/>
              <a:gd name="connsiteY7" fmla="*/ 0 h 6858000"/>
              <a:gd name="connsiteX0" fmla="*/ 0 w 1011643"/>
              <a:gd name="connsiteY0" fmla="*/ 0 h 6858000"/>
              <a:gd name="connsiteX1" fmla="*/ 655455 w 1011643"/>
              <a:gd name="connsiteY1" fmla="*/ 0 h 6858000"/>
              <a:gd name="connsiteX2" fmla="*/ 1011504 w 1011643"/>
              <a:gd name="connsiteY2" fmla="*/ 3843717 h 6858000"/>
              <a:gd name="connsiteX3" fmla="*/ 809204 w 1011643"/>
              <a:gd name="connsiteY3" fmla="*/ 4135031 h 6858000"/>
              <a:gd name="connsiteX4" fmla="*/ 639271 w 1011643"/>
              <a:gd name="connsiteY4" fmla="*/ 4944234 h 6858000"/>
              <a:gd name="connsiteX5" fmla="*/ 655455 w 1011643"/>
              <a:gd name="connsiteY5" fmla="*/ 6858000 h 6858000"/>
              <a:gd name="connsiteX6" fmla="*/ 0 w 1011643"/>
              <a:gd name="connsiteY6" fmla="*/ 6858000 h 6858000"/>
              <a:gd name="connsiteX7" fmla="*/ 0 w 1011643"/>
              <a:gd name="connsiteY7" fmla="*/ 0 h 6858000"/>
              <a:gd name="connsiteX0" fmla="*/ 0 w 1019439"/>
              <a:gd name="connsiteY0" fmla="*/ 0 h 6858000"/>
              <a:gd name="connsiteX1" fmla="*/ 655455 w 1019439"/>
              <a:gd name="connsiteY1" fmla="*/ 0 h 6858000"/>
              <a:gd name="connsiteX2" fmla="*/ 946767 w 1019439"/>
              <a:gd name="connsiteY2" fmla="*/ 3220630 h 6858000"/>
              <a:gd name="connsiteX3" fmla="*/ 1011504 w 1019439"/>
              <a:gd name="connsiteY3" fmla="*/ 3843717 h 6858000"/>
              <a:gd name="connsiteX4" fmla="*/ 809204 w 1019439"/>
              <a:gd name="connsiteY4" fmla="*/ 4135031 h 6858000"/>
              <a:gd name="connsiteX5" fmla="*/ 639271 w 1019439"/>
              <a:gd name="connsiteY5" fmla="*/ 4944234 h 6858000"/>
              <a:gd name="connsiteX6" fmla="*/ 655455 w 1019439"/>
              <a:gd name="connsiteY6" fmla="*/ 6858000 h 6858000"/>
              <a:gd name="connsiteX7" fmla="*/ 0 w 1019439"/>
              <a:gd name="connsiteY7" fmla="*/ 6858000 h 6858000"/>
              <a:gd name="connsiteX8" fmla="*/ 0 w 1019439"/>
              <a:gd name="connsiteY8" fmla="*/ 0 h 6858000"/>
              <a:gd name="connsiteX0" fmla="*/ 0 w 1011510"/>
              <a:gd name="connsiteY0" fmla="*/ 0 h 6858000"/>
              <a:gd name="connsiteX1" fmla="*/ 655455 w 1011510"/>
              <a:gd name="connsiteY1" fmla="*/ 0 h 6858000"/>
              <a:gd name="connsiteX2" fmla="*/ 946767 w 1011510"/>
              <a:gd name="connsiteY2" fmla="*/ 3220630 h 6858000"/>
              <a:gd name="connsiteX3" fmla="*/ 1011504 w 1011510"/>
              <a:gd name="connsiteY3" fmla="*/ 3843717 h 6858000"/>
              <a:gd name="connsiteX4" fmla="*/ 809204 w 1011510"/>
              <a:gd name="connsiteY4" fmla="*/ 4135031 h 6858000"/>
              <a:gd name="connsiteX5" fmla="*/ 639271 w 1011510"/>
              <a:gd name="connsiteY5" fmla="*/ 4944234 h 6858000"/>
              <a:gd name="connsiteX6" fmla="*/ 655455 w 1011510"/>
              <a:gd name="connsiteY6" fmla="*/ 6858000 h 6858000"/>
              <a:gd name="connsiteX7" fmla="*/ 0 w 1011510"/>
              <a:gd name="connsiteY7" fmla="*/ 6858000 h 6858000"/>
              <a:gd name="connsiteX8" fmla="*/ 0 w 1011510"/>
              <a:gd name="connsiteY8" fmla="*/ 0 h 6858000"/>
              <a:gd name="connsiteX0" fmla="*/ 0 w 1381329"/>
              <a:gd name="connsiteY0" fmla="*/ 0 h 6858000"/>
              <a:gd name="connsiteX1" fmla="*/ 655455 w 1381329"/>
              <a:gd name="connsiteY1" fmla="*/ 0 h 6858000"/>
              <a:gd name="connsiteX2" fmla="*/ 1375645 w 1381329"/>
              <a:gd name="connsiteY2" fmla="*/ 3042605 h 6858000"/>
              <a:gd name="connsiteX3" fmla="*/ 1011504 w 1381329"/>
              <a:gd name="connsiteY3" fmla="*/ 3843717 h 6858000"/>
              <a:gd name="connsiteX4" fmla="*/ 809204 w 1381329"/>
              <a:gd name="connsiteY4" fmla="*/ 4135031 h 6858000"/>
              <a:gd name="connsiteX5" fmla="*/ 639271 w 1381329"/>
              <a:gd name="connsiteY5" fmla="*/ 4944234 h 6858000"/>
              <a:gd name="connsiteX6" fmla="*/ 655455 w 1381329"/>
              <a:gd name="connsiteY6" fmla="*/ 6858000 h 6858000"/>
              <a:gd name="connsiteX7" fmla="*/ 0 w 1381329"/>
              <a:gd name="connsiteY7" fmla="*/ 6858000 h 6858000"/>
              <a:gd name="connsiteX8" fmla="*/ 0 w 1381329"/>
              <a:gd name="connsiteY8" fmla="*/ 0 h 6858000"/>
              <a:gd name="connsiteX0" fmla="*/ 0 w 1375645"/>
              <a:gd name="connsiteY0" fmla="*/ 0 h 6858000"/>
              <a:gd name="connsiteX1" fmla="*/ 655455 w 1375645"/>
              <a:gd name="connsiteY1" fmla="*/ 0 h 6858000"/>
              <a:gd name="connsiteX2" fmla="*/ 1375645 w 1375645"/>
              <a:gd name="connsiteY2" fmla="*/ 3042605 h 6858000"/>
              <a:gd name="connsiteX3" fmla="*/ 1011504 w 1375645"/>
              <a:gd name="connsiteY3" fmla="*/ 3843717 h 6858000"/>
              <a:gd name="connsiteX4" fmla="*/ 809204 w 1375645"/>
              <a:gd name="connsiteY4" fmla="*/ 4135031 h 6858000"/>
              <a:gd name="connsiteX5" fmla="*/ 639271 w 1375645"/>
              <a:gd name="connsiteY5" fmla="*/ 4944234 h 6858000"/>
              <a:gd name="connsiteX6" fmla="*/ 655455 w 1375645"/>
              <a:gd name="connsiteY6" fmla="*/ 6858000 h 6858000"/>
              <a:gd name="connsiteX7" fmla="*/ 0 w 1375645"/>
              <a:gd name="connsiteY7" fmla="*/ 6858000 h 6858000"/>
              <a:gd name="connsiteX8" fmla="*/ 0 w 1375645"/>
              <a:gd name="connsiteY8" fmla="*/ 0 h 6858000"/>
              <a:gd name="connsiteX0" fmla="*/ 0 w 1375645"/>
              <a:gd name="connsiteY0" fmla="*/ 0 h 6858000"/>
              <a:gd name="connsiteX1" fmla="*/ 655455 w 1375645"/>
              <a:gd name="connsiteY1" fmla="*/ 0 h 6858000"/>
              <a:gd name="connsiteX2" fmla="*/ 1375645 w 1375645"/>
              <a:gd name="connsiteY2" fmla="*/ 3042605 h 6858000"/>
              <a:gd name="connsiteX3" fmla="*/ 1011504 w 1375645"/>
              <a:gd name="connsiteY3" fmla="*/ 3843717 h 6858000"/>
              <a:gd name="connsiteX4" fmla="*/ 809204 w 1375645"/>
              <a:gd name="connsiteY4" fmla="*/ 4135031 h 6858000"/>
              <a:gd name="connsiteX5" fmla="*/ 639271 w 1375645"/>
              <a:gd name="connsiteY5" fmla="*/ 4944234 h 6858000"/>
              <a:gd name="connsiteX6" fmla="*/ 655455 w 1375645"/>
              <a:gd name="connsiteY6" fmla="*/ 6858000 h 6858000"/>
              <a:gd name="connsiteX7" fmla="*/ 0 w 1375645"/>
              <a:gd name="connsiteY7" fmla="*/ 6858000 h 6858000"/>
              <a:gd name="connsiteX8" fmla="*/ 0 w 1375645"/>
              <a:gd name="connsiteY8" fmla="*/ 0 h 6858000"/>
              <a:gd name="connsiteX0" fmla="*/ 0 w 1294725"/>
              <a:gd name="connsiteY0" fmla="*/ 0 h 6858000"/>
              <a:gd name="connsiteX1" fmla="*/ 655455 w 1294725"/>
              <a:gd name="connsiteY1" fmla="*/ 0 h 6858000"/>
              <a:gd name="connsiteX2" fmla="*/ 1294725 w 1294725"/>
              <a:gd name="connsiteY2" fmla="*/ 3681876 h 6858000"/>
              <a:gd name="connsiteX3" fmla="*/ 1011504 w 1294725"/>
              <a:gd name="connsiteY3" fmla="*/ 3843717 h 6858000"/>
              <a:gd name="connsiteX4" fmla="*/ 809204 w 1294725"/>
              <a:gd name="connsiteY4" fmla="*/ 4135031 h 6858000"/>
              <a:gd name="connsiteX5" fmla="*/ 639271 w 1294725"/>
              <a:gd name="connsiteY5" fmla="*/ 4944234 h 6858000"/>
              <a:gd name="connsiteX6" fmla="*/ 655455 w 1294725"/>
              <a:gd name="connsiteY6" fmla="*/ 6858000 h 6858000"/>
              <a:gd name="connsiteX7" fmla="*/ 0 w 1294725"/>
              <a:gd name="connsiteY7" fmla="*/ 6858000 h 6858000"/>
              <a:gd name="connsiteX8" fmla="*/ 0 w 1294725"/>
              <a:gd name="connsiteY8" fmla="*/ 0 h 6858000"/>
              <a:gd name="connsiteX0" fmla="*/ 0 w 1309909"/>
              <a:gd name="connsiteY0" fmla="*/ 0 h 6858000"/>
              <a:gd name="connsiteX1" fmla="*/ 655455 w 1309909"/>
              <a:gd name="connsiteY1" fmla="*/ 0 h 6858000"/>
              <a:gd name="connsiteX2" fmla="*/ 1205713 w 1309909"/>
              <a:gd name="connsiteY2" fmla="*/ 3196354 h 6858000"/>
              <a:gd name="connsiteX3" fmla="*/ 1294725 w 1309909"/>
              <a:gd name="connsiteY3" fmla="*/ 3681876 h 6858000"/>
              <a:gd name="connsiteX4" fmla="*/ 1011504 w 1309909"/>
              <a:gd name="connsiteY4" fmla="*/ 3843717 h 6858000"/>
              <a:gd name="connsiteX5" fmla="*/ 809204 w 1309909"/>
              <a:gd name="connsiteY5" fmla="*/ 4135031 h 6858000"/>
              <a:gd name="connsiteX6" fmla="*/ 639271 w 1309909"/>
              <a:gd name="connsiteY6" fmla="*/ 4944234 h 6858000"/>
              <a:gd name="connsiteX7" fmla="*/ 655455 w 1309909"/>
              <a:gd name="connsiteY7" fmla="*/ 6858000 h 6858000"/>
              <a:gd name="connsiteX8" fmla="*/ 0 w 1309909"/>
              <a:gd name="connsiteY8" fmla="*/ 6858000 h 6858000"/>
              <a:gd name="connsiteX9" fmla="*/ 0 w 1309909"/>
              <a:gd name="connsiteY9" fmla="*/ 0 h 6858000"/>
              <a:gd name="connsiteX0" fmla="*/ 0 w 1300262"/>
              <a:gd name="connsiteY0" fmla="*/ 0 h 6858000"/>
              <a:gd name="connsiteX1" fmla="*/ 655455 w 1300262"/>
              <a:gd name="connsiteY1" fmla="*/ 0 h 6858000"/>
              <a:gd name="connsiteX2" fmla="*/ 1205713 w 1300262"/>
              <a:gd name="connsiteY2" fmla="*/ 3196354 h 6858000"/>
              <a:gd name="connsiteX3" fmla="*/ 1294725 w 1300262"/>
              <a:gd name="connsiteY3" fmla="*/ 3681876 h 6858000"/>
              <a:gd name="connsiteX4" fmla="*/ 1011504 w 1300262"/>
              <a:gd name="connsiteY4" fmla="*/ 3843717 h 6858000"/>
              <a:gd name="connsiteX5" fmla="*/ 809204 w 1300262"/>
              <a:gd name="connsiteY5" fmla="*/ 4135031 h 6858000"/>
              <a:gd name="connsiteX6" fmla="*/ 639271 w 1300262"/>
              <a:gd name="connsiteY6" fmla="*/ 4944234 h 6858000"/>
              <a:gd name="connsiteX7" fmla="*/ 655455 w 1300262"/>
              <a:gd name="connsiteY7" fmla="*/ 6858000 h 6858000"/>
              <a:gd name="connsiteX8" fmla="*/ 0 w 1300262"/>
              <a:gd name="connsiteY8" fmla="*/ 6858000 h 6858000"/>
              <a:gd name="connsiteX9" fmla="*/ 0 w 1300262"/>
              <a:gd name="connsiteY9" fmla="*/ 0 h 6858000"/>
              <a:gd name="connsiteX0" fmla="*/ 0 w 1300262"/>
              <a:gd name="connsiteY0" fmla="*/ 0 h 6858000"/>
              <a:gd name="connsiteX1" fmla="*/ 655455 w 1300262"/>
              <a:gd name="connsiteY1" fmla="*/ 0 h 6858000"/>
              <a:gd name="connsiteX2" fmla="*/ 1205713 w 1300262"/>
              <a:gd name="connsiteY2" fmla="*/ 3196354 h 6858000"/>
              <a:gd name="connsiteX3" fmla="*/ 1294725 w 1300262"/>
              <a:gd name="connsiteY3" fmla="*/ 3681876 h 6858000"/>
              <a:gd name="connsiteX4" fmla="*/ 1011504 w 1300262"/>
              <a:gd name="connsiteY4" fmla="*/ 3843717 h 6858000"/>
              <a:gd name="connsiteX5" fmla="*/ 809204 w 1300262"/>
              <a:gd name="connsiteY5" fmla="*/ 4135031 h 6858000"/>
              <a:gd name="connsiteX6" fmla="*/ 639271 w 1300262"/>
              <a:gd name="connsiteY6" fmla="*/ 4944234 h 6858000"/>
              <a:gd name="connsiteX7" fmla="*/ 655455 w 1300262"/>
              <a:gd name="connsiteY7" fmla="*/ 6858000 h 6858000"/>
              <a:gd name="connsiteX8" fmla="*/ 0 w 1300262"/>
              <a:gd name="connsiteY8" fmla="*/ 6858000 h 6858000"/>
              <a:gd name="connsiteX9" fmla="*/ 0 w 1300262"/>
              <a:gd name="connsiteY9" fmla="*/ 0 h 6858000"/>
              <a:gd name="connsiteX0" fmla="*/ 0 w 2152605"/>
              <a:gd name="connsiteY0" fmla="*/ 0 h 6858000"/>
              <a:gd name="connsiteX1" fmla="*/ 655455 w 2152605"/>
              <a:gd name="connsiteY1" fmla="*/ 0 h 6858000"/>
              <a:gd name="connsiteX2" fmla="*/ 2152481 w 2152605"/>
              <a:gd name="connsiteY2" fmla="*/ 3544311 h 6858000"/>
              <a:gd name="connsiteX3" fmla="*/ 1294725 w 2152605"/>
              <a:gd name="connsiteY3" fmla="*/ 3681876 h 6858000"/>
              <a:gd name="connsiteX4" fmla="*/ 1011504 w 2152605"/>
              <a:gd name="connsiteY4" fmla="*/ 3843717 h 6858000"/>
              <a:gd name="connsiteX5" fmla="*/ 809204 w 2152605"/>
              <a:gd name="connsiteY5" fmla="*/ 4135031 h 6858000"/>
              <a:gd name="connsiteX6" fmla="*/ 639271 w 2152605"/>
              <a:gd name="connsiteY6" fmla="*/ 4944234 h 6858000"/>
              <a:gd name="connsiteX7" fmla="*/ 655455 w 2152605"/>
              <a:gd name="connsiteY7" fmla="*/ 6858000 h 6858000"/>
              <a:gd name="connsiteX8" fmla="*/ 0 w 2152605"/>
              <a:gd name="connsiteY8" fmla="*/ 6858000 h 6858000"/>
              <a:gd name="connsiteX9" fmla="*/ 0 w 2152605"/>
              <a:gd name="connsiteY9" fmla="*/ 0 h 6858000"/>
              <a:gd name="connsiteX0" fmla="*/ 0 w 2197211"/>
              <a:gd name="connsiteY0" fmla="*/ 0 h 6858000"/>
              <a:gd name="connsiteX1" fmla="*/ 655455 w 2197211"/>
              <a:gd name="connsiteY1" fmla="*/ 0 h 6858000"/>
              <a:gd name="connsiteX2" fmla="*/ 1925904 w 2197211"/>
              <a:gd name="connsiteY2" fmla="*/ 3042605 h 6858000"/>
              <a:gd name="connsiteX3" fmla="*/ 2152481 w 2197211"/>
              <a:gd name="connsiteY3" fmla="*/ 3544311 h 6858000"/>
              <a:gd name="connsiteX4" fmla="*/ 1294725 w 2197211"/>
              <a:gd name="connsiteY4" fmla="*/ 3681876 h 6858000"/>
              <a:gd name="connsiteX5" fmla="*/ 1011504 w 2197211"/>
              <a:gd name="connsiteY5" fmla="*/ 3843717 h 6858000"/>
              <a:gd name="connsiteX6" fmla="*/ 809204 w 2197211"/>
              <a:gd name="connsiteY6" fmla="*/ 4135031 h 6858000"/>
              <a:gd name="connsiteX7" fmla="*/ 639271 w 2197211"/>
              <a:gd name="connsiteY7" fmla="*/ 4944234 h 6858000"/>
              <a:gd name="connsiteX8" fmla="*/ 655455 w 2197211"/>
              <a:gd name="connsiteY8" fmla="*/ 6858000 h 6858000"/>
              <a:gd name="connsiteX9" fmla="*/ 0 w 2197211"/>
              <a:gd name="connsiteY9" fmla="*/ 6858000 h 6858000"/>
              <a:gd name="connsiteX10" fmla="*/ 0 w 2197211"/>
              <a:gd name="connsiteY10" fmla="*/ 0 h 6858000"/>
              <a:gd name="connsiteX0" fmla="*/ 0 w 2173832"/>
              <a:gd name="connsiteY0" fmla="*/ 0 h 6858000"/>
              <a:gd name="connsiteX1" fmla="*/ 655455 w 2173832"/>
              <a:gd name="connsiteY1" fmla="*/ 0 h 6858000"/>
              <a:gd name="connsiteX2" fmla="*/ 1925904 w 2173832"/>
              <a:gd name="connsiteY2" fmla="*/ 3042605 h 6858000"/>
              <a:gd name="connsiteX3" fmla="*/ 2152481 w 2173832"/>
              <a:gd name="connsiteY3" fmla="*/ 3544311 h 6858000"/>
              <a:gd name="connsiteX4" fmla="*/ 1294725 w 2173832"/>
              <a:gd name="connsiteY4" fmla="*/ 3681876 h 6858000"/>
              <a:gd name="connsiteX5" fmla="*/ 1011504 w 2173832"/>
              <a:gd name="connsiteY5" fmla="*/ 3843717 h 6858000"/>
              <a:gd name="connsiteX6" fmla="*/ 809204 w 2173832"/>
              <a:gd name="connsiteY6" fmla="*/ 4135031 h 6858000"/>
              <a:gd name="connsiteX7" fmla="*/ 639271 w 2173832"/>
              <a:gd name="connsiteY7" fmla="*/ 4944234 h 6858000"/>
              <a:gd name="connsiteX8" fmla="*/ 655455 w 2173832"/>
              <a:gd name="connsiteY8" fmla="*/ 6858000 h 6858000"/>
              <a:gd name="connsiteX9" fmla="*/ 0 w 2173832"/>
              <a:gd name="connsiteY9" fmla="*/ 6858000 h 6858000"/>
              <a:gd name="connsiteX10" fmla="*/ 0 w 2173832"/>
              <a:gd name="connsiteY10" fmla="*/ 0 h 6858000"/>
              <a:gd name="connsiteX0" fmla="*/ 0 w 2509126"/>
              <a:gd name="connsiteY0" fmla="*/ 0 h 6858000"/>
              <a:gd name="connsiteX1" fmla="*/ 655455 w 2509126"/>
              <a:gd name="connsiteY1" fmla="*/ 0 h 6858000"/>
              <a:gd name="connsiteX2" fmla="*/ 2508530 w 2509126"/>
              <a:gd name="connsiteY2" fmla="*/ 3382471 h 6858000"/>
              <a:gd name="connsiteX3" fmla="*/ 2152481 w 2509126"/>
              <a:gd name="connsiteY3" fmla="*/ 3544311 h 6858000"/>
              <a:gd name="connsiteX4" fmla="*/ 1294725 w 2509126"/>
              <a:gd name="connsiteY4" fmla="*/ 3681876 h 6858000"/>
              <a:gd name="connsiteX5" fmla="*/ 1011504 w 2509126"/>
              <a:gd name="connsiteY5" fmla="*/ 3843717 h 6858000"/>
              <a:gd name="connsiteX6" fmla="*/ 809204 w 2509126"/>
              <a:gd name="connsiteY6" fmla="*/ 4135031 h 6858000"/>
              <a:gd name="connsiteX7" fmla="*/ 639271 w 2509126"/>
              <a:gd name="connsiteY7" fmla="*/ 4944234 h 6858000"/>
              <a:gd name="connsiteX8" fmla="*/ 655455 w 2509126"/>
              <a:gd name="connsiteY8" fmla="*/ 6858000 h 6858000"/>
              <a:gd name="connsiteX9" fmla="*/ 0 w 2509126"/>
              <a:gd name="connsiteY9" fmla="*/ 6858000 h 6858000"/>
              <a:gd name="connsiteX10" fmla="*/ 0 w 2509126"/>
              <a:gd name="connsiteY10" fmla="*/ 0 h 6858000"/>
              <a:gd name="connsiteX0" fmla="*/ 0 w 2509126"/>
              <a:gd name="connsiteY0" fmla="*/ 0 h 6858000"/>
              <a:gd name="connsiteX1" fmla="*/ 655455 w 2509126"/>
              <a:gd name="connsiteY1" fmla="*/ 0 h 6858000"/>
              <a:gd name="connsiteX2" fmla="*/ 2508530 w 2509126"/>
              <a:gd name="connsiteY2" fmla="*/ 3382471 h 6858000"/>
              <a:gd name="connsiteX3" fmla="*/ 2152481 w 2509126"/>
              <a:gd name="connsiteY3" fmla="*/ 3544311 h 6858000"/>
              <a:gd name="connsiteX4" fmla="*/ 1294725 w 2509126"/>
              <a:gd name="connsiteY4" fmla="*/ 3681876 h 6858000"/>
              <a:gd name="connsiteX5" fmla="*/ 1011504 w 2509126"/>
              <a:gd name="connsiteY5" fmla="*/ 3843717 h 6858000"/>
              <a:gd name="connsiteX6" fmla="*/ 809204 w 2509126"/>
              <a:gd name="connsiteY6" fmla="*/ 4135031 h 6858000"/>
              <a:gd name="connsiteX7" fmla="*/ 639271 w 2509126"/>
              <a:gd name="connsiteY7" fmla="*/ 4944234 h 6858000"/>
              <a:gd name="connsiteX8" fmla="*/ 655455 w 2509126"/>
              <a:gd name="connsiteY8" fmla="*/ 6858000 h 6858000"/>
              <a:gd name="connsiteX9" fmla="*/ 0 w 2509126"/>
              <a:gd name="connsiteY9" fmla="*/ 6858000 h 6858000"/>
              <a:gd name="connsiteX10" fmla="*/ 0 w 2509126"/>
              <a:gd name="connsiteY10" fmla="*/ 0 h 6858000"/>
              <a:gd name="connsiteX0" fmla="*/ 0 w 2509670"/>
              <a:gd name="connsiteY0" fmla="*/ 0 h 6858000"/>
              <a:gd name="connsiteX1" fmla="*/ 655455 w 2509670"/>
              <a:gd name="connsiteY1" fmla="*/ 0 h 6858000"/>
              <a:gd name="connsiteX2" fmla="*/ 2192941 w 2509670"/>
              <a:gd name="connsiteY2" fmla="*/ 2767476 h 6858000"/>
              <a:gd name="connsiteX3" fmla="*/ 2508530 w 2509670"/>
              <a:gd name="connsiteY3" fmla="*/ 3382471 h 6858000"/>
              <a:gd name="connsiteX4" fmla="*/ 2152481 w 2509670"/>
              <a:gd name="connsiteY4" fmla="*/ 3544311 h 6858000"/>
              <a:gd name="connsiteX5" fmla="*/ 1294725 w 2509670"/>
              <a:gd name="connsiteY5" fmla="*/ 3681876 h 6858000"/>
              <a:gd name="connsiteX6" fmla="*/ 1011504 w 2509670"/>
              <a:gd name="connsiteY6" fmla="*/ 3843717 h 6858000"/>
              <a:gd name="connsiteX7" fmla="*/ 809204 w 2509670"/>
              <a:gd name="connsiteY7" fmla="*/ 4135031 h 6858000"/>
              <a:gd name="connsiteX8" fmla="*/ 639271 w 2509670"/>
              <a:gd name="connsiteY8" fmla="*/ 4944234 h 6858000"/>
              <a:gd name="connsiteX9" fmla="*/ 655455 w 2509670"/>
              <a:gd name="connsiteY9" fmla="*/ 6858000 h 6858000"/>
              <a:gd name="connsiteX10" fmla="*/ 0 w 2509670"/>
              <a:gd name="connsiteY10" fmla="*/ 6858000 h 6858000"/>
              <a:gd name="connsiteX11" fmla="*/ 0 w 2509670"/>
              <a:gd name="connsiteY11" fmla="*/ 0 h 6858000"/>
              <a:gd name="connsiteX0" fmla="*/ 0 w 2509126"/>
              <a:gd name="connsiteY0" fmla="*/ 0 h 6858000"/>
              <a:gd name="connsiteX1" fmla="*/ 655455 w 2509126"/>
              <a:gd name="connsiteY1" fmla="*/ 0 h 6858000"/>
              <a:gd name="connsiteX2" fmla="*/ 2192941 w 2509126"/>
              <a:gd name="connsiteY2" fmla="*/ 2767476 h 6858000"/>
              <a:gd name="connsiteX3" fmla="*/ 2508530 w 2509126"/>
              <a:gd name="connsiteY3" fmla="*/ 3382471 h 6858000"/>
              <a:gd name="connsiteX4" fmla="*/ 2152481 w 2509126"/>
              <a:gd name="connsiteY4" fmla="*/ 3544311 h 6858000"/>
              <a:gd name="connsiteX5" fmla="*/ 1294725 w 2509126"/>
              <a:gd name="connsiteY5" fmla="*/ 3681876 h 6858000"/>
              <a:gd name="connsiteX6" fmla="*/ 1011504 w 2509126"/>
              <a:gd name="connsiteY6" fmla="*/ 3843717 h 6858000"/>
              <a:gd name="connsiteX7" fmla="*/ 809204 w 2509126"/>
              <a:gd name="connsiteY7" fmla="*/ 4135031 h 6858000"/>
              <a:gd name="connsiteX8" fmla="*/ 639271 w 2509126"/>
              <a:gd name="connsiteY8" fmla="*/ 4944234 h 6858000"/>
              <a:gd name="connsiteX9" fmla="*/ 655455 w 2509126"/>
              <a:gd name="connsiteY9" fmla="*/ 6858000 h 6858000"/>
              <a:gd name="connsiteX10" fmla="*/ 0 w 2509126"/>
              <a:gd name="connsiteY10" fmla="*/ 6858000 h 6858000"/>
              <a:gd name="connsiteX11" fmla="*/ 0 w 2509126"/>
              <a:gd name="connsiteY11" fmla="*/ 0 h 6858000"/>
              <a:gd name="connsiteX0" fmla="*/ 0 w 2509126"/>
              <a:gd name="connsiteY0" fmla="*/ 0 h 6858000"/>
              <a:gd name="connsiteX1" fmla="*/ 655455 w 2509126"/>
              <a:gd name="connsiteY1" fmla="*/ 0 h 6858000"/>
              <a:gd name="connsiteX2" fmla="*/ 2192941 w 2509126"/>
              <a:gd name="connsiteY2" fmla="*/ 2767476 h 6858000"/>
              <a:gd name="connsiteX3" fmla="*/ 2508530 w 2509126"/>
              <a:gd name="connsiteY3" fmla="*/ 3382471 h 6858000"/>
              <a:gd name="connsiteX4" fmla="*/ 2152481 w 2509126"/>
              <a:gd name="connsiteY4" fmla="*/ 3544311 h 6858000"/>
              <a:gd name="connsiteX5" fmla="*/ 1294725 w 2509126"/>
              <a:gd name="connsiteY5" fmla="*/ 3681876 h 6858000"/>
              <a:gd name="connsiteX6" fmla="*/ 1011504 w 2509126"/>
              <a:gd name="connsiteY6" fmla="*/ 3843717 h 6858000"/>
              <a:gd name="connsiteX7" fmla="*/ 809204 w 2509126"/>
              <a:gd name="connsiteY7" fmla="*/ 4135031 h 6858000"/>
              <a:gd name="connsiteX8" fmla="*/ 639271 w 2509126"/>
              <a:gd name="connsiteY8" fmla="*/ 4944234 h 6858000"/>
              <a:gd name="connsiteX9" fmla="*/ 655455 w 2509126"/>
              <a:gd name="connsiteY9" fmla="*/ 6858000 h 6858000"/>
              <a:gd name="connsiteX10" fmla="*/ 0 w 2509126"/>
              <a:gd name="connsiteY10" fmla="*/ 6858000 h 6858000"/>
              <a:gd name="connsiteX11" fmla="*/ 0 w 2509126"/>
              <a:gd name="connsiteY11" fmla="*/ 0 h 6858000"/>
              <a:gd name="connsiteX0" fmla="*/ 0 w 2646550"/>
              <a:gd name="connsiteY0" fmla="*/ 0 h 6858000"/>
              <a:gd name="connsiteX1" fmla="*/ 655455 w 2646550"/>
              <a:gd name="connsiteY1" fmla="*/ 0 h 6858000"/>
              <a:gd name="connsiteX2" fmla="*/ 2646095 w 2646550"/>
              <a:gd name="connsiteY2" fmla="*/ 3123526 h 6858000"/>
              <a:gd name="connsiteX3" fmla="*/ 2508530 w 2646550"/>
              <a:gd name="connsiteY3" fmla="*/ 3382471 h 6858000"/>
              <a:gd name="connsiteX4" fmla="*/ 2152481 w 2646550"/>
              <a:gd name="connsiteY4" fmla="*/ 3544311 h 6858000"/>
              <a:gd name="connsiteX5" fmla="*/ 1294725 w 2646550"/>
              <a:gd name="connsiteY5" fmla="*/ 3681876 h 6858000"/>
              <a:gd name="connsiteX6" fmla="*/ 1011504 w 2646550"/>
              <a:gd name="connsiteY6" fmla="*/ 3843717 h 6858000"/>
              <a:gd name="connsiteX7" fmla="*/ 809204 w 2646550"/>
              <a:gd name="connsiteY7" fmla="*/ 4135031 h 6858000"/>
              <a:gd name="connsiteX8" fmla="*/ 639271 w 2646550"/>
              <a:gd name="connsiteY8" fmla="*/ 4944234 h 6858000"/>
              <a:gd name="connsiteX9" fmla="*/ 655455 w 2646550"/>
              <a:gd name="connsiteY9" fmla="*/ 6858000 h 6858000"/>
              <a:gd name="connsiteX10" fmla="*/ 0 w 2646550"/>
              <a:gd name="connsiteY10" fmla="*/ 6858000 h 6858000"/>
              <a:gd name="connsiteX11" fmla="*/ 0 w 2646550"/>
              <a:gd name="connsiteY11" fmla="*/ 0 h 6858000"/>
              <a:gd name="connsiteX0" fmla="*/ 0 w 2646550"/>
              <a:gd name="connsiteY0" fmla="*/ 0 h 6858000"/>
              <a:gd name="connsiteX1" fmla="*/ 655455 w 2646550"/>
              <a:gd name="connsiteY1" fmla="*/ 0 h 6858000"/>
              <a:gd name="connsiteX2" fmla="*/ 2306229 w 2646550"/>
              <a:gd name="connsiteY2" fmla="*/ 2557083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711542"/>
              <a:gd name="connsiteY0" fmla="*/ 0 h 6858000"/>
              <a:gd name="connsiteX1" fmla="*/ 655455 w 2711542"/>
              <a:gd name="connsiteY1" fmla="*/ 0 h 6858000"/>
              <a:gd name="connsiteX2" fmla="*/ 2540898 w 2711542"/>
              <a:gd name="connsiteY2" fmla="*/ 2322414 h 6858000"/>
              <a:gd name="connsiteX3" fmla="*/ 2646095 w 2711542"/>
              <a:gd name="connsiteY3" fmla="*/ 3123526 h 6858000"/>
              <a:gd name="connsiteX4" fmla="*/ 2508530 w 2711542"/>
              <a:gd name="connsiteY4" fmla="*/ 3382471 h 6858000"/>
              <a:gd name="connsiteX5" fmla="*/ 2152481 w 2711542"/>
              <a:gd name="connsiteY5" fmla="*/ 3544311 h 6858000"/>
              <a:gd name="connsiteX6" fmla="*/ 1294725 w 2711542"/>
              <a:gd name="connsiteY6" fmla="*/ 3681876 h 6858000"/>
              <a:gd name="connsiteX7" fmla="*/ 1011504 w 2711542"/>
              <a:gd name="connsiteY7" fmla="*/ 3843717 h 6858000"/>
              <a:gd name="connsiteX8" fmla="*/ 809204 w 2711542"/>
              <a:gd name="connsiteY8" fmla="*/ 4135031 h 6858000"/>
              <a:gd name="connsiteX9" fmla="*/ 639271 w 2711542"/>
              <a:gd name="connsiteY9" fmla="*/ 4944234 h 6858000"/>
              <a:gd name="connsiteX10" fmla="*/ 655455 w 2711542"/>
              <a:gd name="connsiteY10" fmla="*/ 6858000 h 6858000"/>
              <a:gd name="connsiteX11" fmla="*/ 0 w 2711542"/>
              <a:gd name="connsiteY11" fmla="*/ 6858000 h 6858000"/>
              <a:gd name="connsiteX12" fmla="*/ 0 w 2711542"/>
              <a:gd name="connsiteY12" fmla="*/ 0 h 6858000"/>
              <a:gd name="connsiteX0" fmla="*/ 0 w 2646550"/>
              <a:gd name="connsiteY0" fmla="*/ 0 h 6858000"/>
              <a:gd name="connsiteX1" fmla="*/ 655455 w 2646550"/>
              <a:gd name="connsiteY1" fmla="*/ 0 h 6858000"/>
              <a:gd name="connsiteX2" fmla="*/ 2540898 w 2646550"/>
              <a:gd name="connsiteY2" fmla="*/ 2322414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646550"/>
              <a:gd name="connsiteY0" fmla="*/ 0 h 6858000"/>
              <a:gd name="connsiteX1" fmla="*/ 655455 w 2646550"/>
              <a:gd name="connsiteY1" fmla="*/ 0 h 6858000"/>
              <a:gd name="connsiteX2" fmla="*/ 2540898 w 2646550"/>
              <a:gd name="connsiteY2" fmla="*/ 2322414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719333"/>
              <a:gd name="connsiteY0" fmla="*/ 0 h 6858000"/>
              <a:gd name="connsiteX1" fmla="*/ 655455 w 2719333"/>
              <a:gd name="connsiteY1" fmla="*/ 0 h 6858000"/>
              <a:gd name="connsiteX2" fmla="*/ 2718923 w 2719333"/>
              <a:gd name="connsiteY2" fmla="*/ 2937409 h 6858000"/>
              <a:gd name="connsiteX3" fmla="*/ 2646095 w 2719333"/>
              <a:gd name="connsiteY3" fmla="*/ 3123526 h 6858000"/>
              <a:gd name="connsiteX4" fmla="*/ 2508530 w 2719333"/>
              <a:gd name="connsiteY4" fmla="*/ 3382471 h 6858000"/>
              <a:gd name="connsiteX5" fmla="*/ 2152481 w 2719333"/>
              <a:gd name="connsiteY5" fmla="*/ 3544311 h 6858000"/>
              <a:gd name="connsiteX6" fmla="*/ 1294725 w 2719333"/>
              <a:gd name="connsiteY6" fmla="*/ 3681876 h 6858000"/>
              <a:gd name="connsiteX7" fmla="*/ 1011504 w 2719333"/>
              <a:gd name="connsiteY7" fmla="*/ 3843717 h 6858000"/>
              <a:gd name="connsiteX8" fmla="*/ 809204 w 2719333"/>
              <a:gd name="connsiteY8" fmla="*/ 4135031 h 6858000"/>
              <a:gd name="connsiteX9" fmla="*/ 639271 w 2719333"/>
              <a:gd name="connsiteY9" fmla="*/ 4944234 h 6858000"/>
              <a:gd name="connsiteX10" fmla="*/ 655455 w 2719333"/>
              <a:gd name="connsiteY10" fmla="*/ 6858000 h 6858000"/>
              <a:gd name="connsiteX11" fmla="*/ 0 w 2719333"/>
              <a:gd name="connsiteY11" fmla="*/ 6858000 h 6858000"/>
              <a:gd name="connsiteX12" fmla="*/ 0 w 2719333"/>
              <a:gd name="connsiteY12"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21188"/>
              <a:gd name="connsiteY0" fmla="*/ 0 h 6858000"/>
              <a:gd name="connsiteX1" fmla="*/ 655455 w 2721188"/>
              <a:gd name="connsiteY1" fmla="*/ 0 h 6858000"/>
              <a:gd name="connsiteX2" fmla="*/ 2395242 w 2721188"/>
              <a:gd name="connsiteY2" fmla="*/ 2435703 h 6858000"/>
              <a:gd name="connsiteX3" fmla="*/ 2718923 w 2721188"/>
              <a:gd name="connsiteY3" fmla="*/ 2937409 h 6858000"/>
              <a:gd name="connsiteX4" fmla="*/ 2646095 w 2721188"/>
              <a:gd name="connsiteY4" fmla="*/ 3123526 h 6858000"/>
              <a:gd name="connsiteX5" fmla="*/ 2508530 w 2721188"/>
              <a:gd name="connsiteY5" fmla="*/ 3382471 h 6858000"/>
              <a:gd name="connsiteX6" fmla="*/ 2152481 w 2721188"/>
              <a:gd name="connsiteY6" fmla="*/ 3544311 h 6858000"/>
              <a:gd name="connsiteX7" fmla="*/ 1294725 w 2721188"/>
              <a:gd name="connsiteY7" fmla="*/ 3681876 h 6858000"/>
              <a:gd name="connsiteX8" fmla="*/ 1011504 w 2721188"/>
              <a:gd name="connsiteY8" fmla="*/ 3843717 h 6858000"/>
              <a:gd name="connsiteX9" fmla="*/ 809204 w 2721188"/>
              <a:gd name="connsiteY9" fmla="*/ 4135031 h 6858000"/>
              <a:gd name="connsiteX10" fmla="*/ 639271 w 2721188"/>
              <a:gd name="connsiteY10" fmla="*/ 4944234 h 6858000"/>
              <a:gd name="connsiteX11" fmla="*/ 655455 w 2721188"/>
              <a:gd name="connsiteY11" fmla="*/ 6858000 h 6858000"/>
              <a:gd name="connsiteX12" fmla="*/ 0 w 2721188"/>
              <a:gd name="connsiteY12" fmla="*/ 6858000 h 6858000"/>
              <a:gd name="connsiteX13" fmla="*/ 0 w 2721188"/>
              <a:gd name="connsiteY13"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19531"/>
              <a:gd name="connsiteY0" fmla="*/ 0 h 6858000"/>
              <a:gd name="connsiteX1" fmla="*/ 655455 w 2719531"/>
              <a:gd name="connsiteY1" fmla="*/ 0 h 6858000"/>
              <a:gd name="connsiteX2" fmla="*/ 2662279 w 2719531"/>
              <a:gd name="connsiteY2" fmla="*/ 2484255 h 6858000"/>
              <a:gd name="connsiteX3" fmla="*/ 2718923 w 2719531"/>
              <a:gd name="connsiteY3" fmla="*/ 2937409 h 6858000"/>
              <a:gd name="connsiteX4" fmla="*/ 2646095 w 2719531"/>
              <a:gd name="connsiteY4" fmla="*/ 3123526 h 6858000"/>
              <a:gd name="connsiteX5" fmla="*/ 2508530 w 2719531"/>
              <a:gd name="connsiteY5" fmla="*/ 3382471 h 6858000"/>
              <a:gd name="connsiteX6" fmla="*/ 2152481 w 2719531"/>
              <a:gd name="connsiteY6" fmla="*/ 3544311 h 6858000"/>
              <a:gd name="connsiteX7" fmla="*/ 1294725 w 2719531"/>
              <a:gd name="connsiteY7" fmla="*/ 3681876 h 6858000"/>
              <a:gd name="connsiteX8" fmla="*/ 1011504 w 2719531"/>
              <a:gd name="connsiteY8" fmla="*/ 3843717 h 6858000"/>
              <a:gd name="connsiteX9" fmla="*/ 809204 w 2719531"/>
              <a:gd name="connsiteY9" fmla="*/ 4135031 h 6858000"/>
              <a:gd name="connsiteX10" fmla="*/ 639271 w 2719531"/>
              <a:gd name="connsiteY10" fmla="*/ 4944234 h 6858000"/>
              <a:gd name="connsiteX11" fmla="*/ 655455 w 2719531"/>
              <a:gd name="connsiteY11" fmla="*/ 6858000 h 6858000"/>
              <a:gd name="connsiteX12" fmla="*/ 0 w 2719531"/>
              <a:gd name="connsiteY12" fmla="*/ 6858000 h 6858000"/>
              <a:gd name="connsiteX13" fmla="*/ 0 w 2719531"/>
              <a:gd name="connsiteY13"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524714 w 2719531"/>
              <a:gd name="connsiteY2" fmla="*/ 1885444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524714 w 2719531"/>
              <a:gd name="connsiteY2" fmla="*/ 1885444 h 6858000"/>
              <a:gd name="connsiteX3" fmla="*/ 2662279 w 2719531"/>
              <a:gd name="connsiteY3" fmla="*/ 244379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55455 w 2719348"/>
              <a:gd name="connsiteY12" fmla="*/ 6858000 h 6858000"/>
              <a:gd name="connsiteX13" fmla="*/ 0 w 2719348"/>
              <a:gd name="connsiteY13" fmla="*/ 6858000 h 6858000"/>
              <a:gd name="connsiteX14" fmla="*/ 0 w 2719348"/>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55455 w 2719348"/>
              <a:gd name="connsiteY12" fmla="*/ 6858000 h 6858000"/>
              <a:gd name="connsiteX13" fmla="*/ 0 w 2719348"/>
              <a:gd name="connsiteY13" fmla="*/ 6858000 h 6858000"/>
              <a:gd name="connsiteX14" fmla="*/ 0 w 2719348"/>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47362 w 2719348"/>
              <a:gd name="connsiteY12" fmla="*/ 5470216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704006 w 2719348"/>
              <a:gd name="connsiteY13" fmla="*/ 605284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1035781 w 2719348"/>
              <a:gd name="connsiteY14" fmla="*/ 6858000 h 6858000"/>
              <a:gd name="connsiteX15" fmla="*/ 0 w 2719348"/>
              <a:gd name="connsiteY15" fmla="*/ 6858000 h 6858000"/>
              <a:gd name="connsiteX16" fmla="*/ 0 w 2719348"/>
              <a:gd name="connsiteY16" fmla="*/ 0 h 6858000"/>
              <a:gd name="connsiteX0" fmla="*/ 0 w 2719348"/>
              <a:gd name="connsiteY0" fmla="*/ 0 h 6858011"/>
              <a:gd name="connsiteX1" fmla="*/ 655455 w 2719348"/>
              <a:gd name="connsiteY1" fmla="*/ 0 h 6858011"/>
              <a:gd name="connsiteX2" fmla="*/ 2524714 w 2719348"/>
              <a:gd name="connsiteY2" fmla="*/ 1885444 h 6858011"/>
              <a:gd name="connsiteX3" fmla="*/ 2638003 w 2719348"/>
              <a:gd name="connsiteY3" fmla="*/ 2403335 h 6858011"/>
              <a:gd name="connsiteX4" fmla="*/ 2718923 w 2719348"/>
              <a:gd name="connsiteY4" fmla="*/ 2937409 h 6858011"/>
              <a:gd name="connsiteX5" fmla="*/ 2646095 w 2719348"/>
              <a:gd name="connsiteY5" fmla="*/ 3123526 h 6858011"/>
              <a:gd name="connsiteX6" fmla="*/ 2508530 w 2719348"/>
              <a:gd name="connsiteY6" fmla="*/ 3382471 h 6858011"/>
              <a:gd name="connsiteX7" fmla="*/ 2152481 w 2719348"/>
              <a:gd name="connsiteY7" fmla="*/ 3544311 h 6858011"/>
              <a:gd name="connsiteX8" fmla="*/ 1294725 w 2719348"/>
              <a:gd name="connsiteY8" fmla="*/ 3681876 h 6858011"/>
              <a:gd name="connsiteX9" fmla="*/ 1011504 w 2719348"/>
              <a:gd name="connsiteY9" fmla="*/ 3843717 h 6858011"/>
              <a:gd name="connsiteX10" fmla="*/ 809204 w 2719348"/>
              <a:gd name="connsiteY10" fmla="*/ 4135031 h 6858011"/>
              <a:gd name="connsiteX11" fmla="*/ 639271 w 2719348"/>
              <a:gd name="connsiteY11" fmla="*/ 4944234 h 6858011"/>
              <a:gd name="connsiteX12" fmla="*/ 720190 w 2719348"/>
              <a:gd name="connsiteY12" fmla="*/ 5526860 h 6858011"/>
              <a:gd name="connsiteX13" fmla="*/ 833479 w 2719348"/>
              <a:gd name="connsiteY13" fmla="*/ 6093302 h 6858011"/>
              <a:gd name="connsiteX14" fmla="*/ 1035781 w 2719348"/>
              <a:gd name="connsiteY14" fmla="*/ 6858000 h 6858011"/>
              <a:gd name="connsiteX15" fmla="*/ 0 w 2719348"/>
              <a:gd name="connsiteY15" fmla="*/ 6858000 h 6858011"/>
              <a:gd name="connsiteX16" fmla="*/ 0 w 2719348"/>
              <a:gd name="connsiteY16" fmla="*/ 0 h 6858011"/>
              <a:gd name="connsiteX0" fmla="*/ 0 w 2719348"/>
              <a:gd name="connsiteY0" fmla="*/ 0 h 6858011"/>
              <a:gd name="connsiteX1" fmla="*/ 655455 w 2719348"/>
              <a:gd name="connsiteY1" fmla="*/ 0 h 6858011"/>
              <a:gd name="connsiteX2" fmla="*/ 2524714 w 2719348"/>
              <a:gd name="connsiteY2" fmla="*/ 1885444 h 6858011"/>
              <a:gd name="connsiteX3" fmla="*/ 2638003 w 2719348"/>
              <a:gd name="connsiteY3" fmla="*/ 2403335 h 6858011"/>
              <a:gd name="connsiteX4" fmla="*/ 2718923 w 2719348"/>
              <a:gd name="connsiteY4" fmla="*/ 2937409 h 6858011"/>
              <a:gd name="connsiteX5" fmla="*/ 2646095 w 2719348"/>
              <a:gd name="connsiteY5" fmla="*/ 3123526 h 6858011"/>
              <a:gd name="connsiteX6" fmla="*/ 2508530 w 2719348"/>
              <a:gd name="connsiteY6" fmla="*/ 3382471 h 6858011"/>
              <a:gd name="connsiteX7" fmla="*/ 2152481 w 2719348"/>
              <a:gd name="connsiteY7" fmla="*/ 3544311 h 6858011"/>
              <a:gd name="connsiteX8" fmla="*/ 1294725 w 2719348"/>
              <a:gd name="connsiteY8" fmla="*/ 3681876 h 6858011"/>
              <a:gd name="connsiteX9" fmla="*/ 1011504 w 2719348"/>
              <a:gd name="connsiteY9" fmla="*/ 3843717 h 6858011"/>
              <a:gd name="connsiteX10" fmla="*/ 809204 w 2719348"/>
              <a:gd name="connsiteY10" fmla="*/ 4135031 h 6858011"/>
              <a:gd name="connsiteX11" fmla="*/ 639271 w 2719348"/>
              <a:gd name="connsiteY11" fmla="*/ 4944234 h 6858011"/>
              <a:gd name="connsiteX12" fmla="*/ 720190 w 2719348"/>
              <a:gd name="connsiteY12" fmla="*/ 5526860 h 6858011"/>
              <a:gd name="connsiteX13" fmla="*/ 809203 w 2719348"/>
              <a:gd name="connsiteY13" fmla="*/ 6109486 h 6858011"/>
              <a:gd name="connsiteX14" fmla="*/ 1035781 w 2719348"/>
              <a:gd name="connsiteY14" fmla="*/ 6858000 h 6858011"/>
              <a:gd name="connsiteX15" fmla="*/ 0 w 2719348"/>
              <a:gd name="connsiteY15" fmla="*/ 6858000 h 6858011"/>
              <a:gd name="connsiteX16" fmla="*/ 0 w 2719348"/>
              <a:gd name="connsiteY16"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2459978 w 2719348"/>
              <a:gd name="connsiteY2" fmla="*/ 1076241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2459978 w 2719348"/>
              <a:gd name="connsiteY2" fmla="*/ 1076241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27015"/>
              <a:gd name="connsiteY0" fmla="*/ 0 h 6858011"/>
              <a:gd name="connsiteX1" fmla="*/ 655455 w 2727015"/>
              <a:gd name="connsiteY1" fmla="*/ 0 h 6858011"/>
              <a:gd name="connsiteX2" fmla="*/ 2727015 w 2727015"/>
              <a:gd name="connsiteY2" fmla="*/ 364142 h 6858011"/>
              <a:gd name="connsiteX3" fmla="*/ 2459978 w 2727015"/>
              <a:gd name="connsiteY3" fmla="*/ 1076241 h 6858011"/>
              <a:gd name="connsiteX4" fmla="*/ 2524714 w 2727015"/>
              <a:gd name="connsiteY4" fmla="*/ 1885444 h 6858011"/>
              <a:gd name="connsiteX5" fmla="*/ 2638003 w 2727015"/>
              <a:gd name="connsiteY5" fmla="*/ 2403335 h 6858011"/>
              <a:gd name="connsiteX6" fmla="*/ 2718923 w 2727015"/>
              <a:gd name="connsiteY6" fmla="*/ 2937409 h 6858011"/>
              <a:gd name="connsiteX7" fmla="*/ 2646095 w 2727015"/>
              <a:gd name="connsiteY7" fmla="*/ 3123526 h 6858011"/>
              <a:gd name="connsiteX8" fmla="*/ 2508530 w 2727015"/>
              <a:gd name="connsiteY8" fmla="*/ 3382471 h 6858011"/>
              <a:gd name="connsiteX9" fmla="*/ 2152481 w 2727015"/>
              <a:gd name="connsiteY9" fmla="*/ 3544311 h 6858011"/>
              <a:gd name="connsiteX10" fmla="*/ 1294725 w 2727015"/>
              <a:gd name="connsiteY10" fmla="*/ 3681876 h 6858011"/>
              <a:gd name="connsiteX11" fmla="*/ 1011504 w 2727015"/>
              <a:gd name="connsiteY11" fmla="*/ 3843717 h 6858011"/>
              <a:gd name="connsiteX12" fmla="*/ 809204 w 2727015"/>
              <a:gd name="connsiteY12" fmla="*/ 4135031 h 6858011"/>
              <a:gd name="connsiteX13" fmla="*/ 639271 w 2727015"/>
              <a:gd name="connsiteY13" fmla="*/ 4944234 h 6858011"/>
              <a:gd name="connsiteX14" fmla="*/ 720190 w 2727015"/>
              <a:gd name="connsiteY14" fmla="*/ 5526860 h 6858011"/>
              <a:gd name="connsiteX15" fmla="*/ 809203 w 2727015"/>
              <a:gd name="connsiteY15" fmla="*/ 6109486 h 6858011"/>
              <a:gd name="connsiteX16" fmla="*/ 1035781 w 2727015"/>
              <a:gd name="connsiteY16" fmla="*/ 6858000 h 6858011"/>
              <a:gd name="connsiteX17" fmla="*/ 0 w 2727015"/>
              <a:gd name="connsiteY17" fmla="*/ 6858000 h 6858011"/>
              <a:gd name="connsiteX18" fmla="*/ 0 w 2727015"/>
              <a:gd name="connsiteY18" fmla="*/ 0 h 6858011"/>
              <a:gd name="connsiteX0" fmla="*/ 0 w 2727015"/>
              <a:gd name="connsiteY0" fmla="*/ 0 h 6858011"/>
              <a:gd name="connsiteX1" fmla="*/ 655455 w 2727015"/>
              <a:gd name="connsiteY1" fmla="*/ 0 h 6858011"/>
              <a:gd name="connsiteX2" fmla="*/ 2727015 w 2727015"/>
              <a:gd name="connsiteY2" fmla="*/ 364142 h 6858011"/>
              <a:gd name="connsiteX3" fmla="*/ 2459978 w 2727015"/>
              <a:gd name="connsiteY3" fmla="*/ 1076241 h 6858011"/>
              <a:gd name="connsiteX4" fmla="*/ 2524714 w 2727015"/>
              <a:gd name="connsiteY4" fmla="*/ 1885444 h 6858011"/>
              <a:gd name="connsiteX5" fmla="*/ 2638003 w 2727015"/>
              <a:gd name="connsiteY5" fmla="*/ 2403335 h 6858011"/>
              <a:gd name="connsiteX6" fmla="*/ 2718923 w 2727015"/>
              <a:gd name="connsiteY6" fmla="*/ 2937409 h 6858011"/>
              <a:gd name="connsiteX7" fmla="*/ 2646095 w 2727015"/>
              <a:gd name="connsiteY7" fmla="*/ 3123526 h 6858011"/>
              <a:gd name="connsiteX8" fmla="*/ 2508530 w 2727015"/>
              <a:gd name="connsiteY8" fmla="*/ 3382471 h 6858011"/>
              <a:gd name="connsiteX9" fmla="*/ 2152481 w 2727015"/>
              <a:gd name="connsiteY9" fmla="*/ 3544311 h 6858011"/>
              <a:gd name="connsiteX10" fmla="*/ 1294725 w 2727015"/>
              <a:gd name="connsiteY10" fmla="*/ 3681876 h 6858011"/>
              <a:gd name="connsiteX11" fmla="*/ 1011504 w 2727015"/>
              <a:gd name="connsiteY11" fmla="*/ 3843717 h 6858011"/>
              <a:gd name="connsiteX12" fmla="*/ 809204 w 2727015"/>
              <a:gd name="connsiteY12" fmla="*/ 4135031 h 6858011"/>
              <a:gd name="connsiteX13" fmla="*/ 639271 w 2727015"/>
              <a:gd name="connsiteY13" fmla="*/ 4944234 h 6858011"/>
              <a:gd name="connsiteX14" fmla="*/ 720190 w 2727015"/>
              <a:gd name="connsiteY14" fmla="*/ 5526860 h 6858011"/>
              <a:gd name="connsiteX15" fmla="*/ 809203 w 2727015"/>
              <a:gd name="connsiteY15" fmla="*/ 6109486 h 6858011"/>
              <a:gd name="connsiteX16" fmla="*/ 1035781 w 2727015"/>
              <a:gd name="connsiteY16" fmla="*/ 6858000 h 6858011"/>
              <a:gd name="connsiteX17" fmla="*/ 0 w 2727015"/>
              <a:gd name="connsiteY17" fmla="*/ 6858000 h 6858011"/>
              <a:gd name="connsiteX18" fmla="*/ 0 w 2727015"/>
              <a:gd name="connsiteY18" fmla="*/ 0 h 6858011"/>
              <a:gd name="connsiteX0" fmla="*/ 0 w 3099577"/>
              <a:gd name="connsiteY0" fmla="*/ 0 h 6858011"/>
              <a:gd name="connsiteX1" fmla="*/ 3002145 w 3099577"/>
              <a:gd name="connsiteY1" fmla="*/ 0 h 6858011"/>
              <a:gd name="connsiteX2" fmla="*/ 2727015 w 3099577"/>
              <a:gd name="connsiteY2" fmla="*/ 364142 h 6858011"/>
              <a:gd name="connsiteX3" fmla="*/ 2459978 w 3099577"/>
              <a:gd name="connsiteY3" fmla="*/ 1076241 h 6858011"/>
              <a:gd name="connsiteX4" fmla="*/ 2524714 w 3099577"/>
              <a:gd name="connsiteY4" fmla="*/ 1885444 h 6858011"/>
              <a:gd name="connsiteX5" fmla="*/ 2638003 w 3099577"/>
              <a:gd name="connsiteY5" fmla="*/ 2403335 h 6858011"/>
              <a:gd name="connsiteX6" fmla="*/ 2718923 w 3099577"/>
              <a:gd name="connsiteY6" fmla="*/ 2937409 h 6858011"/>
              <a:gd name="connsiteX7" fmla="*/ 2646095 w 3099577"/>
              <a:gd name="connsiteY7" fmla="*/ 3123526 h 6858011"/>
              <a:gd name="connsiteX8" fmla="*/ 2508530 w 3099577"/>
              <a:gd name="connsiteY8" fmla="*/ 3382471 h 6858011"/>
              <a:gd name="connsiteX9" fmla="*/ 2152481 w 3099577"/>
              <a:gd name="connsiteY9" fmla="*/ 3544311 h 6858011"/>
              <a:gd name="connsiteX10" fmla="*/ 1294725 w 3099577"/>
              <a:gd name="connsiteY10" fmla="*/ 3681876 h 6858011"/>
              <a:gd name="connsiteX11" fmla="*/ 1011504 w 3099577"/>
              <a:gd name="connsiteY11" fmla="*/ 3843717 h 6858011"/>
              <a:gd name="connsiteX12" fmla="*/ 809204 w 3099577"/>
              <a:gd name="connsiteY12" fmla="*/ 4135031 h 6858011"/>
              <a:gd name="connsiteX13" fmla="*/ 639271 w 3099577"/>
              <a:gd name="connsiteY13" fmla="*/ 4944234 h 6858011"/>
              <a:gd name="connsiteX14" fmla="*/ 720190 w 3099577"/>
              <a:gd name="connsiteY14" fmla="*/ 5526860 h 6858011"/>
              <a:gd name="connsiteX15" fmla="*/ 809203 w 3099577"/>
              <a:gd name="connsiteY15" fmla="*/ 6109486 h 6858011"/>
              <a:gd name="connsiteX16" fmla="*/ 1035781 w 3099577"/>
              <a:gd name="connsiteY16" fmla="*/ 6858000 h 6858011"/>
              <a:gd name="connsiteX17" fmla="*/ 0 w 3099577"/>
              <a:gd name="connsiteY17" fmla="*/ 6858000 h 6858011"/>
              <a:gd name="connsiteX18" fmla="*/ 0 w 3099577"/>
              <a:gd name="connsiteY18" fmla="*/ 0 h 6858011"/>
              <a:gd name="connsiteX0" fmla="*/ 0 w 3002517"/>
              <a:gd name="connsiteY0" fmla="*/ 0 h 6858011"/>
              <a:gd name="connsiteX1" fmla="*/ 3002145 w 3002517"/>
              <a:gd name="connsiteY1" fmla="*/ 0 h 6858011"/>
              <a:gd name="connsiteX2" fmla="*/ 2727015 w 3002517"/>
              <a:gd name="connsiteY2" fmla="*/ 364142 h 6858011"/>
              <a:gd name="connsiteX3" fmla="*/ 2459978 w 3002517"/>
              <a:gd name="connsiteY3" fmla="*/ 1076241 h 6858011"/>
              <a:gd name="connsiteX4" fmla="*/ 2524714 w 3002517"/>
              <a:gd name="connsiteY4" fmla="*/ 1885444 h 6858011"/>
              <a:gd name="connsiteX5" fmla="*/ 2638003 w 3002517"/>
              <a:gd name="connsiteY5" fmla="*/ 2403335 h 6858011"/>
              <a:gd name="connsiteX6" fmla="*/ 2718923 w 3002517"/>
              <a:gd name="connsiteY6" fmla="*/ 2937409 h 6858011"/>
              <a:gd name="connsiteX7" fmla="*/ 2646095 w 3002517"/>
              <a:gd name="connsiteY7" fmla="*/ 3123526 h 6858011"/>
              <a:gd name="connsiteX8" fmla="*/ 2508530 w 3002517"/>
              <a:gd name="connsiteY8" fmla="*/ 3382471 h 6858011"/>
              <a:gd name="connsiteX9" fmla="*/ 2152481 w 3002517"/>
              <a:gd name="connsiteY9" fmla="*/ 3544311 h 6858011"/>
              <a:gd name="connsiteX10" fmla="*/ 1294725 w 3002517"/>
              <a:gd name="connsiteY10" fmla="*/ 3681876 h 6858011"/>
              <a:gd name="connsiteX11" fmla="*/ 1011504 w 3002517"/>
              <a:gd name="connsiteY11" fmla="*/ 3843717 h 6858011"/>
              <a:gd name="connsiteX12" fmla="*/ 809204 w 3002517"/>
              <a:gd name="connsiteY12" fmla="*/ 4135031 h 6858011"/>
              <a:gd name="connsiteX13" fmla="*/ 639271 w 3002517"/>
              <a:gd name="connsiteY13" fmla="*/ 4944234 h 6858011"/>
              <a:gd name="connsiteX14" fmla="*/ 720190 w 3002517"/>
              <a:gd name="connsiteY14" fmla="*/ 5526860 h 6858011"/>
              <a:gd name="connsiteX15" fmla="*/ 809203 w 3002517"/>
              <a:gd name="connsiteY15" fmla="*/ 6109486 h 6858011"/>
              <a:gd name="connsiteX16" fmla="*/ 1035781 w 3002517"/>
              <a:gd name="connsiteY16" fmla="*/ 6858000 h 6858011"/>
              <a:gd name="connsiteX17" fmla="*/ 0 w 3002517"/>
              <a:gd name="connsiteY17" fmla="*/ 6858000 h 6858011"/>
              <a:gd name="connsiteX18" fmla="*/ 0 w 3002517"/>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508530 w 2970194"/>
              <a:gd name="connsiteY8" fmla="*/ 3382471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508530 w 2970194"/>
              <a:gd name="connsiteY8" fmla="*/ 3382471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31429 w 2970194"/>
              <a:gd name="connsiteY12" fmla="*/ 40842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31429 w 2970194"/>
              <a:gd name="connsiteY12" fmla="*/ 40842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3017756"/>
              <a:gd name="connsiteY0" fmla="*/ 0 h 6858011"/>
              <a:gd name="connsiteX1" fmla="*/ 3017402 w 3017756"/>
              <a:gd name="connsiteY1" fmla="*/ 0 h 6858011"/>
              <a:gd name="connsiteX2" fmla="*/ 2727015 w 3017756"/>
              <a:gd name="connsiteY2" fmla="*/ 364142 h 6858011"/>
              <a:gd name="connsiteX3" fmla="*/ 2459978 w 3017756"/>
              <a:gd name="connsiteY3" fmla="*/ 1076241 h 6858011"/>
              <a:gd name="connsiteX4" fmla="*/ 2524714 w 3017756"/>
              <a:gd name="connsiteY4" fmla="*/ 1885444 h 6858011"/>
              <a:gd name="connsiteX5" fmla="*/ 2638003 w 3017756"/>
              <a:gd name="connsiteY5" fmla="*/ 2403335 h 6858011"/>
              <a:gd name="connsiteX6" fmla="*/ 2706223 w 3017756"/>
              <a:gd name="connsiteY6" fmla="*/ 2807234 h 6858011"/>
              <a:gd name="connsiteX7" fmla="*/ 2646095 w 3017756"/>
              <a:gd name="connsiteY7" fmla="*/ 3123526 h 6858011"/>
              <a:gd name="connsiteX8" fmla="*/ 2481636 w 3017756"/>
              <a:gd name="connsiteY8" fmla="*/ 3391436 h 6858011"/>
              <a:gd name="connsiteX9" fmla="*/ 2177881 w 3017756"/>
              <a:gd name="connsiteY9" fmla="*/ 3528436 h 6858011"/>
              <a:gd name="connsiteX10" fmla="*/ 1294725 w 3017756"/>
              <a:gd name="connsiteY10" fmla="*/ 3681876 h 6858011"/>
              <a:gd name="connsiteX11" fmla="*/ 1011504 w 3017756"/>
              <a:gd name="connsiteY11" fmla="*/ 3843717 h 6858011"/>
              <a:gd name="connsiteX12" fmla="*/ 831429 w 3017756"/>
              <a:gd name="connsiteY12" fmla="*/ 4084231 h 6858011"/>
              <a:gd name="connsiteX13" fmla="*/ 639271 w 3017756"/>
              <a:gd name="connsiteY13" fmla="*/ 4944234 h 6858011"/>
              <a:gd name="connsiteX14" fmla="*/ 720190 w 3017756"/>
              <a:gd name="connsiteY14" fmla="*/ 5526860 h 6858011"/>
              <a:gd name="connsiteX15" fmla="*/ 809203 w 3017756"/>
              <a:gd name="connsiteY15" fmla="*/ 6109486 h 6858011"/>
              <a:gd name="connsiteX16" fmla="*/ 1035781 w 3017756"/>
              <a:gd name="connsiteY16" fmla="*/ 6858000 h 6858011"/>
              <a:gd name="connsiteX17" fmla="*/ 0 w 3017756"/>
              <a:gd name="connsiteY17" fmla="*/ 6858000 h 6858011"/>
              <a:gd name="connsiteX18" fmla="*/ 0 w 3017756"/>
              <a:gd name="connsiteY18" fmla="*/ 0 h 6858011"/>
              <a:gd name="connsiteX0" fmla="*/ 0 w 3017756"/>
              <a:gd name="connsiteY0" fmla="*/ 3175 h 6861186"/>
              <a:gd name="connsiteX1" fmla="*/ 3017402 w 3017756"/>
              <a:gd name="connsiteY1" fmla="*/ 0 h 6861186"/>
              <a:gd name="connsiteX2" fmla="*/ 2727015 w 3017756"/>
              <a:gd name="connsiteY2" fmla="*/ 367317 h 6861186"/>
              <a:gd name="connsiteX3" fmla="*/ 2459978 w 3017756"/>
              <a:gd name="connsiteY3" fmla="*/ 1079416 h 6861186"/>
              <a:gd name="connsiteX4" fmla="*/ 2524714 w 3017756"/>
              <a:gd name="connsiteY4" fmla="*/ 1888619 h 6861186"/>
              <a:gd name="connsiteX5" fmla="*/ 2638003 w 3017756"/>
              <a:gd name="connsiteY5" fmla="*/ 2406510 h 6861186"/>
              <a:gd name="connsiteX6" fmla="*/ 2706223 w 3017756"/>
              <a:gd name="connsiteY6" fmla="*/ 2810409 h 6861186"/>
              <a:gd name="connsiteX7" fmla="*/ 2646095 w 3017756"/>
              <a:gd name="connsiteY7" fmla="*/ 3126701 h 6861186"/>
              <a:gd name="connsiteX8" fmla="*/ 2481636 w 3017756"/>
              <a:gd name="connsiteY8" fmla="*/ 3394611 h 6861186"/>
              <a:gd name="connsiteX9" fmla="*/ 2177881 w 3017756"/>
              <a:gd name="connsiteY9" fmla="*/ 3531611 h 6861186"/>
              <a:gd name="connsiteX10" fmla="*/ 1294725 w 3017756"/>
              <a:gd name="connsiteY10" fmla="*/ 3685051 h 6861186"/>
              <a:gd name="connsiteX11" fmla="*/ 1011504 w 3017756"/>
              <a:gd name="connsiteY11" fmla="*/ 3846892 h 6861186"/>
              <a:gd name="connsiteX12" fmla="*/ 831429 w 3017756"/>
              <a:gd name="connsiteY12" fmla="*/ 4087406 h 6861186"/>
              <a:gd name="connsiteX13" fmla="*/ 639271 w 3017756"/>
              <a:gd name="connsiteY13" fmla="*/ 4947409 h 6861186"/>
              <a:gd name="connsiteX14" fmla="*/ 720190 w 3017756"/>
              <a:gd name="connsiteY14" fmla="*/ 5530035 h 6861186"/>
              <a:gd name="connsiteX15" fmla="*/ 809203 w 3017756"/>
              <a:gd name="connsiteY15" fmla="*/ 6112661 h 6861186"/>
              <a:gd name="connsiteX16" fmla="*/ 1035781 w 3017756"/>
              <a:gd name="connsiteY16" fmla="*/ 6861175 h 6861186"/>
              <a:gd name="connsiteX17" fmla="*/ 0 w 3017756"/>
              <a:gd name="connsiteY17" fmla="*/ 6861175 h 6861186"/>
              <a:gd name="connsiteX18" fmla="*/ 0 w 3017756"/>
              <a:gd name="connsiteY18" fmla="*/ 3175 h 6861186"/>
              <a:gd name="connsiteX0" fmla="*/ 0 w 3017738"/>
              <a:gd name="connsiteY0" fmla="*/ 3175 h 6861186"/>
              <a:gd name="connsiteX1" fmla="*/ 3017402 w 3017738"/>
              <a:gd name="connsiteY1" fmla="*/ 0 h 6861186"/>
              <a:gd name="connsiteX2" fmla="*/ 2711140 w 3017738"/>
              <a:gd name="connsiteY2" fmla="*/ 364142 h 6861186"/>
              <a:gd name="connsiteX3" fmla="*/ 2459978 w 3017738"/>
              <a:gd name="connsiteY3" fmla="*/ 1079416 h 6861186"/>
              <a:gd name="connsiteX4" fmla="*/ 2524714 w 3017738"/>
              <a:gd name="connsiteY4" fmla="*/ 1888619 h 6861186"/>
              <a:gd name="connsiteX5" fmla="*/ 2638003 w 3017738"/>
              <a:gd name="connsiteY5" fmla="*/ 2406510 h 6861186"/>
              <a:gd name="connsiteX6" fmla="*/ 2706223 w 3017738"/>
              <a:gd name="connsiteY6" fmla="*/ 2810409 h 6861186"/>
              <a:gd name="connsiteX7" fmla="*/ 2646095 w 3017738"/>
              <a:gd name="connsiteY7" fmla="*/ 3126701 h 6861186"/>
              <a:gd name="connsiteX8" fmla="*/ 2481636 w 3017738"/>
              <a:gd name="connsiteY8" fmla="*/ 3394611 h 6861186"/>
              <a:gd name="connsiteX9" fmla="*/ 2177881 w 3017738"/>
              <a:gd name="connsiteY9" fmla="*/ 3531611 h 6861186"/>
              <a:gd name="connsiteX10" fmla="*/ 1294725 w 3017738"/>
              <a:gd name="connsiteY10" fmla="*/ 3685051 h 6861186"/>
              <a:gd name="connsiteX11" fmla="*/ 1011504 w 3017738"/>
              <a:gd name="connsiteY11" fmla="*/ 3846892 h 6861186"/>
              <a:gd name="connsiteX12" fmla="*/ 831429 w 3017738"/>
              <a:gd name="connsiteY12" fmla="*/ 4087406 h 6861186"/>
              <a:gd name="connsiteX13" fmla="*/ 639271 w 3017738"/>
              <a:gd name="connsiteY13" fmla="*/ 4947409 h 6861186"/>
              <a:gd name="connsiteX14" fmla="*/ 720190 w 3017738"/>
              <a:gd name="connsiteY14" fmla="*/ 5530035 h 6861186"/>
              <a:gd name="connsiteX15" fmla="*/ 809203 w 3017738"/>
              <a:gd name="connsiteY15" fmla="*/ 6112661 h 6861186"/>
              <a:gd name="connsiteX16" fmla="*/ 1035781 w 3017738"/>
              <a:gd name="connsiteY16" fmla="*/ 6861175 h 6861186"/>
              <a:gd name="connsiteX17" fmla="*/ 0 w 3017738"/>
              <a:gd name="connsiteY17" fmla="*/ 6861175 h 6861186"/>
              <a:gd name="connsiteX18" fmla="*/ 0 w 3017738"/>
              <a:gd name="connsiteY18" fmla="*/ 3175 h 6861186"/>
              <a:gd name="connsiteX0" fmla="*/ 0 w 3018112"/>
              <a:gd name="connsiteY0" fmla="*/ 3175 h 6861186"/>
              <a:gd name="connsiteX1" fmla="*/ 3017402 w 3018112"/>
              <a:gd name="connsiteY1" fmla="*/ 0 h 6861186"/>
              <a:gd name="connsiteX2" fmla="*/ 2711140 w 3018112"/>
              <a:gd name="connsiteY2" fmla="*/ 364142 h 6861186"/>
              <a:gd name="connsiteX3" fmla="*/ 2459978 w 3018112"/>
              <a:gd name="connsiteY3" fmla="*/ 1079416 h 6861186"/>
              <a:gd name="connsiteX4" fmla="*/ 2524714 w 3018112"/>
              <a:gd name="connsiteY4" fmla="*/ 1888619 h 6861186"/>
              <a:gd name="connsiteX5" fmla="*/ 2638003 w 3018112"/>
              <a:gd name="connsiteY5" fmla="*/ 2406510 h 6861186"/>
              <a:gd name="connsiteX6" fmla="*/ 2706223 w 3018112"/>
              <a:gd name="connsiteY6" fmla="*/ 2810409 h 6861186"/>
              <a:gd name="connsiteX7" fmla="*/ 2646095 w 3018112"/>
              <a:gd name="connsiteY7" fmla="*/ 3126701 h 6861186"/>
              <a:gd name="connsiteX8" fmla="*/ 2481636 w 3018112"/>
              <a:gd name="connsiteY8" fmla="*/ 3394611 h 6861186"/>
              <a:gd name="connsiteX9" fmla="*/ 2177881 w 3018112"/>
              <a:gd name="connsiteY9" fmla="*/ 3531611 h 6861186"/>
              <a:gd name="connsiteX10" fmla="*/ 1294725 w 3018112"/>
              <a:gd name="connsiteY10" fmla="*/ 3685051 h 6861186"/>
              <a:gd name="connsiteX11" fmla="*/ 1011504 w 3018112"/>
              <a:gd name="connsiteY11" fmla="*/ 3846892 h 6861186"/>
              <a:gd name="connsiteX12" fmla="*/ 831429 w 3018112"/>
              <a:gd name="connsiteY12" fmla="*/ 4087406 h 6861186"/>
              <a:gd name="connsiteX13" fmla="*/ 639271 w 3018112"/>
              <a:gd name="connsiteY13" fmla="*/ 4947409 h 6861186"/>
              <a:gd name="connsiteX14" fmla="*/ 720190 w 3018112"/>
              <a:gd name="connsiteY14" fmla="*/ 5530035 h 6861186"/>
              <a:gd name="connsiteX15" fmla="*/ 809203 w 3018112"/>
              <a:gd name="connsiteY15" fmla="*/ 6112661 h 6861186"/>
              <a:gd name="connsiteX16" fmla="*/ 1035781 w 3018112"/>
              <a:gd name="connsiteY16" fmla="*/ 6861175 h 6861186"/>
              <a:gd name="connsiteX17" fmla="*/ 0 w 3018112"/>
              <a:gd name="connsiteY17" fmla="*/ 6861175 h 6861186"/>
              <a:gd name="connsiteX18" fmla="*/ 0 w 3018112"/>
              <a:gd name="connsiteY18" fmla="*/ 3175 h 6861186"/>
              <a:gd name="connsiteX0" fmla="*/ 0 w 3018112"/>
              <a:gd name="connsiteY0" fmla="*/ 3175 h 6861186"/>
              <a:gd name="connsiteX1" fmla="*/ 3017402 w 3018112"/>
              <a:gd name="connsiteY1" fmla="*/ 0 h 6861186"/>
              <a:gd name="connsiteX2" fmla="*/ 2711140 w 3018112"/>
              <a:gd name="connsiteY2" fmla="*/ 364142 h 6861186"/>
              <a:gd name="connsiteX3" fmla="*/ 2459978 w 3018112"/>
              <a:gd name="connsiteY3" fmla="*/ 1079416 h 6861186"/>
              <a:gd name="connsiteX4" fmla="*/ 2524714 w 3018112"/>
              <a:gd name="connsiteY4" fmla="*/ 1888619 h 6861186"/>
              <a:gd name="connsiteX5" fmla="*/ 2638003 w 3018112"/>
              <a:gd name="connsiteY5" fmla="*/ 2406510 h 6861186"/>
              <a:gd name="connsiteX6" fmla="*/ 2706223 w 3018112"/>
              <a:gd name="connsiteY6" fmla="*/ 2810409 h 6861186"/>
              <a:gd name="connsiteX7" fmla="*/ 2646095 w 3018112"/>
              <a:gd name="connsiteY7" fmla="*/ 3126701 h 6861186"/>
              <a:gd name="connsiteX8" fmla="*/ 2481636 w 3018112"/>
              <a:gd name="connsiteY8" fmla="*/ 3394611 h 6861186"/>
              <a:gd name="connsiteX9" fmla="*/ 2177881 w 3018112"/>
              <a:gd name="connsiteY9" fmla="*/ 3531611 h 6861186"/>
              <a:gd name="connsiteX10" fmla="*/ 1294725 w 3018112"/>
              <a:gd name="connsiteY10" fmla="*/ 3685051 h 6861186"/>
              <a:gd name="connsiteX11" fmla="*/ 1011504 w 3018112"/>
              <a:gd name="connsiteY11" fmla="*/ 3846892 h 6861186"/>
              <a:gd name="connsiteX12" fmla="*/ 831429 w 3018112"/>
              <a:gd name="connsiteY12" fmla="*/ 4087406 h 6861186"/>
              <a:gd name="connsiteX13" fmla="*/ 639271 w 3018112"/>
              <a:gd name="connsiteY13" fmla="*/ 4947409 h 6861186"/>
              <a:gd name="connsiteX14" fmla="*/ 720190 w 3018112"/>
              <a:gd name="connsiteY14" fmla="*/ 5530035 h 6861186"/>
              <a:gd name="connsiteX15" fmla="*/ 809203 w 3018112"/>
              <a:gd name="connsiteY15" fmla="*/ 6112661 h 6861186"/>
              <a:gd name="connsiteX16" fmla="*/ 1035781 w 3018112"/>
              <a:gd name="connsiteY16" fmla="*/ 6861175 h 6861186"/>
              <a:gd name="connsiteX17" fmla="*/ 0 w 3018112"/>
              <a:gd name="connsiteY17" fmla="*/ 6861175 h 6861186"/>
              <a:gd name="connsiteX18" fmla="*/ 0 w 3018112"/>
              <a:gd name="connsiteY18" fmla="*/ 3175 h 6861186"/>
              <a:gd name="connsiteX0" fmla="*/ 0 w 3018157"/>
              <a:gd name="connsiteY0" fmla="*/ 3175 h 6861186"/>
              <a:gd name="connsiteX1" fmla="*/ 3017402 w 3018157"/>
              <a:gd name="connsiteY1" fmla="*/ 0 h 6861186"/>
              <a:gd name="connsiteX2" fmla="*/ 2720665 w 3018157"/>
              <a:gd name="connsiteY2" fmla="*/ 367317 h 6861186"/>
              <a:gd name="connsiteX3" fmla="*/ 2459978 w 3018157"/>
              <a:gd name="connsiteY3" fmla="*/ 1079416 h 6861186"/>
              <a:gd name="connsiteX4" fmla="*/ 2524714 w 3018157"/>
              <a:gd name="connsiteY4" fmla="*/ 1888619 h 6861186"/>
              <a:gd name="connsiteX5" fmla="*/ 2638003 w 3018157"/>
              <a:gd name="connsiteY5" fmla="*/ 2406510 h 6861186"/>
              <a:gd name="connsiteX6" fmla="*/ 2706223 w 3018157"/>
              <a:gd name="connsiteY6" fmla="*/ 2810409 h 6861186"/>
              <a:gd name="connsiteX7" fmla="*/ 2646095 w 3018157"/>
              <a:gd name="connsiteY7" fmla="*/ 3126701 h 6861186"/>
              <a:gd name="connsiteX8" fmla="*/ 2481636 w 3018157"/>
              <a:gd name="connsiteY8" fmla="*/ 3394611 h 6861186"/>
              <a:gd name="connsiteX9" fmla="*/ 2177881 w 3018157"/>
              <a:gd name="connsiteY9" fmla="*/ 3531611 h 6861186"/>
              <a:gd name="connsiteX10" fmla="*/ 1294725 w 3018157"/>
              <a:gd name="connsiteY10" fmla="*/ 3685051 h 6861186"/>
              <a:gd name="connsiteX11" fmla="*/ 1011504 w 3018157"/>
              <a:gd name="connsiteY11" fmla="*/ 3846892 h 6861186"/>
              <a:gd name="connsiteX12" fmla="*/ 831429 w 3018157"/>
              <a:gd name="connsiteY12" fmla="*/ 4087406 h 6861186"/>
              <a:gd name="connsiteX13" fmla="*/ 639271 w 3018157"/>
              <a:gd name="connsiteY13" fmla="*/ 4947409 h 6861186"/>
              <a:gd name="connsiteX14" fmla="*/ 720190 w 3018157"/>
              <a:gd name="connsiteY14" fmla="*/ 5530035 h 6861186"/>
              <a:gd name="connsiteX15" fmla="*/ 809203 w 3018157"/>
              <a:gd name="connsiteY15" fmla="*/ 6112661 h 6861186"/>
              <a:gd name="connsiteX16" fmla="*/ 1035781 w 3018157"/>
              <a:gd name="connsiteY16" fmla="*/ 6861175 h 6861186"/>
              <a:gd name="connsiteX17" fmla="*/ 0 w 3018157"/>
              <a:gd name="connsiteY17" fmla="*/ 6861175 h 6861186"/>
              <a:gd name="connsiteX18" fmla="*/ 0 w 3018157"/>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39271 w 3018060"/>
              <a:gd name="connsiteY13" fmla="*/ 4947409 h 6861186"/>
              <a:gd name="connsiteX14" fmla="*/ 720190 w 3018060"/>
              <a:gd name="connsiteY14" fmla="*/ 5530035 h 6861186"/>
              <a:gd name="connsiteX15" fmla="*/ 809203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09203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25078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25078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729276 w 3018060"/>
              <a:gd name="connsiteY13" fmla="*/ 4429125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58795 w 3018060"/>
              <a:gd name="connsiteY7" fmla="*/ 31013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58795 w 3018060"/>
              <a:gd name="connsiteY7" fmla="*/ 31013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66328 w 3018060"/>
              <a:gd name="connsiteY3" fmla="*/ 1114341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66328 w 3018060"/>
              <a:gd name="connsiteY3" fmla="*/ 1114341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Lst>
            <a:ahLst/>
            <a:cxnLst/>
            <a:rect l="l" t="t" r="r" b="b"/>
            <a:pathLst>
              <a:path w="3018060" h="6861186">
                <a:moveTo>
                  <a:pt x="0" y="3175"/>
                </a:moveTo>
                <a:lnTo>
                  <a:pt x="3017402" y="0"/>
                </a:lnTo>
                <a:cubicBezTo>
                  <a:pt x="3029539" y="9440"/>
                  <a:pt x="2871716" y="167994"/>
                  <a:pt x="2720665" y="367317"/>
                </a:cubicBezTo>
                <a:cubicBezTo>
                  <a:pt x="2669472" y="488191"/>
                  <a:pt x="2488609" y="800635"/>
                  <a:pt x="2466328" y="1114341"/>
                </a:cubicBezTo>
                <a:cubicBezTo>
                  <a:pt x="2462282" y="1112993"/>
                  <a:pt x="2447840" y="1645858"/>
                  <a:pt x="2524714" y="1888619"/>
                </a:cubicBezTo>
                <a:cubicBezTo>
                  <a:pt x="2535503" y="1889967"/>
                  <a:pt x="2598892" y="2221742"/>
                  <a:pt x="2638003" y="2406510"/>
                </a:cubicBezTo>
                <a:cubicBezTo>
                  <a:pt x="2650141" y="2410556"/>
                  <a:pt x="2703441" y="2804453"/>
                  <a:pt x="2696698" y="2797709"/>
                </a:cubicBezTo>
                <a:cubicBezTo>
                  <a:pt x="2704789" y="2792315"/>
                  <a:pt x="2688578" y="3049461"/>
                  <a:pt x="2620695" y="3174326"/>
                </a:cubicBezTo>
                <a:cubicBezTo>
                  <a:pt x="2630136" y="3187813"/>
                  <a:pt x="2472504" y="3353665"/>
                  <a:pt x="2465761" y="3375561"/>
                </a:cubicBezTo>
                <a:cubicBezTo>
                  <a:pt x="2480596" y="3367468"/>
                  <a:pt x="2270378" y="3510791"/>
                  <a:pt x="2127081" y="3531611"/>
                </a:cubicBezTo>
                <a:cubicBezTo>
                  <a:pt x="2128430" y="3546446"/>
                  <a:pt x="1390593" y="3596207"/>
                  <a:pt x="1272500" y="3681876"/>
                </a:cubicBezTo>
                <a:cubicBezTo>
                  <a:pt x="1267105" y="3683225"/>
                  <a:pt x="1010155" y="3840149"/>
                  <a:pt x="1011504" y="3846892"/>
                </a:cubicBezTo>
                <a:cubicBezTo>
                  <a:pt x="1012853" y="3840149"/>
                  <a:pt x="824686" y="4106287"/>
                  <a:pt x="831429" y="4087406"/>
                </a:cubicBezTo>
                <a:cubicBezTo>
                  <a:pt x="784391" y="4184445"/>
                  <a:pt x="750190" y="4264625"/>
                  <a:pt x="722926" y="4406900"/>
                </a:cubicBezTo>
                <a:cubicBezTo>
                  <a:pt x="695662" y="4549176"/>
                  <a:pt x="669360" y="4757574"/>
                  <a:pt x="667846" y="4941059"/>
                </a:cubicBezTo>
                <a:cubicBezTo>
                  <a:pt x="640872" y="5163590"/>
                  <a:pt x="725585" y="5518571"/>
                  <a:pt x="720190" y="5530035"/>
                </a:cubicBezTo>
                <a:cubicBezTo>
                  <a:pt x="730979" y="5714803"/>
                  <a:pt x="835867" y="6125473"/>
                  <a:pt x="825078" y="6112661"/>
                </a:cubicBezTo>
                <a:cubicBezTo>
                  <a:pt x="830473" y="6116033"/>
                  <a:pt x="1047919" y="6864547"/>
                  <a:pt x="1035781" y="6861175"/>
                </a:cubicBezTo>
                <a:lnTo>
                  <a:pt x="0" y="6861175"/>
                </a:lnTo>
                <a:lnTo>
                  <a:pt x="0" y="3175"/>
                </a:lnTo>
                <a:close/>
              </a:path>
            </a:pathLst>
          </a:cu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8" name="Graphic 10"/>
          <p:cNvPicPr>
            <a:picLocks noChangeAspect="1"/>
          </p:cNvPicPr>
          <p:nvPr/>
        </p:nvPicPr>
        <p:blipFill rotWithShape="1">
          <a:blip>
            <a:extLst>
              <a:ext uri="{96DAC541-7B7A-43D3-8B79-37D633B846F1}">
                <asvg:svgBlip xmlns:asvg="http://schemas.microsoft.com/office/drawing/2016/SVG/main" r:embed="rId4"/>
              </a:ext>
            </a:extLst>
          </a:blip>
          <a:srcRect t="15816" b="1347"/>
          <a:stretch/>
        </p:blipFill>
        <p:spPr>
          <a:xfrm>
            <a:off x="5273106" y="-3175"/>
            <a:ext cx="5553919" cy="686117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_DARK01">
    <p:bg>
      <p:bgPr>
        <a:solidFill>
          <a:schemeClr val="tx1"/>
        </a:solidFill>
        <a:effectLst/>
      </p:bgPr>
    </p:bg>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D63E79AF-CB68-D6C4-70EA-86219EE2A208}"/>
              </a:ext>
            </a:extLst>
          </p:cNvPr>
          <p:cNvSpPr>
            <a:spLocks noGrp="1"/>
          </p:cNvSpPr>
          <p:nvPr>
            <p:ph type="body" idx="10" hasCustomPrompt="1"/>
          </p:nvPr>
        </p:nvSpPr>
        <p:spPr>
          <a:xfrm>
            <a:off x="696910" y="4865154"/>
            <a:ext cx="4970243" cy="360000"/>
          </a:xfrm>
        </p:spPr>
        <p:txBody>
          <a:bodyPr anchor="ctr">
            <a:noAutofit/>
          </a:bodyPr>
          <a:lstStyle>
            <a:lvl1pPr marL="0" indent="0">
              <a:buNone/>
              <a:defRPr sz="1800" b="0" i="0" spc="500" baseline="0">
                <a:solidFill>
                  <a:schemeClr val="accent1"/>
                </a:solidFill>
                <a:latin typeface="Montserrat"/>
                <a:ea typeface="Montserrat"/>
                <a:cs typeface="Montserrat"/>
              </a:defRPr>
            </a:lvl1pPr>
          </a:lstStyle>
          <a:p>
            <a:pPr lvl="0">
              <a:buNone/>
            </a:pPr>
            <a:r>
              <a:t>SUBTITLE</a:t>
            </a:r>
          </a:p>
        </p:txBody>
      </p:sp>
      <p:sp>
        <p:nvSpPr>
          <p:cNvPr id="7" name="Title 5">
            <a:extLst>
              <a:ext uri="{FF2B5EF4-FFF2-40B4-BE49-F238E27FC236}">
                <a16:creationId xmlns:a16="http://schemas.microsoft.com/office/drawing/2014/main" id="{97FE8B4D-EC7A-41D0-248E-CDD86937D25C}"/>
              </a:ext>
            </a:extLst>
          </p:cNvPr>
          <p:cNvSpPr>
            <a:spLocks noGrp="1"/>
          </p:cNvSpPr>
          <p:nvPr>
            <p:ph type="title" hasCustomPrompt="1"/>
          </p:nvPr>
        </p:nvSpPr>
        <p:spPr>
          <a:xfrm>
            <a:off x="696910" y="3428999"/>
            <a:ext cx="4970243" cy="1408467"/>
          </a:xfrm>
        </p:spPr>
        <p:txBody>
          <a:bodyPr anchor="b">
            <a:noAutofit/>
          </a:bodyPr>
          <a:lstStyle>
            <a:lvl1pPr>
              <a:buNone/>
              <a:defRPr sz="3600">
                <a:solidFill>
                  <a:srgbClr val="FFFFFF"/>
                </a:solidFill>
              </a:defRPr>
            </a:lvl1pPr>
          </a:lstStyle>
          <a:p>
            <a:r>
              <a:t>TITLE</a:t>
            </a:r>
          </a:p>
        </p:txBody>
      </p:sp>
      <p:sp>
        <p:nvSpPr>
          <p:cNvPr id="17" name="Text Placeholder 7">
            <a:extLst>
              <a:ext uri="{FF2B5EF4-FFF2-40B4-BE49-F238E27FC236}">
                <a16:creationId xmlns:a16="http://schemas.microsoft.com/office/drawing/2014/main" id="{2251FC30-D981-D20F-9F3D-83312F855260}"/>
              </a:ext>
            </a:extLst>
          </p:cNvPr>
          <p:cNvSpPr>
            <a:spLocks noGrp="1"/>
          </p:cNvSpPr>
          <p:nvPr>
            <p:ph type="body" idx="11" hasCustomPrompt="1"/>
          </p:nvPr>
        </p:nvSpPr>
        <p:spPr>
          <a:xfrm>
            <a:off x="695325" y="5769338"/>
            <a:ext cx="4970243" cy="360000"/>
          </a:xfrm>
        </p:spPr>
        <p:txBody>
          <a:bodyPr anchor="ctr">
            <a:noAutofit/>
          </a:bodyPr>
          <a:lstStyle>
            <a:lvl1pPr marL="0" indent="0">
              <a:buNone/>
              <a:defRPr sz="1100" b="0" i="0">
                <a:solidFill>
                  <a:srgbClr val="FFFFFF"/>
                </a:solidFill>
                <a:latin typeface="Montserrat"/>
                <a:ea typeface="Montserrat"/>
                <a:cs typeface="Montserrat"/>
              </a:defRPr>
            </a:lvl1pPr>
          </a:lstStyle>
          <a:p>
            <a:pPr lvl="0">
              <a:buNone/>
            </a:pPr>
            <a:r>
              <a:t>Date / Speaker</a:t>
            </a:r>
          </a:p>
        </p:txBody>
      </p:sp>
      <p:pic>
        <p:nvPicPr>
          <p:cNvPr id="24" name="Picture 1"/>
          <p:cNvPicPr>
            <a:picLocks noChangeAspect="1"/>
          </p:cNvPicPr>
          <p:nvPr/>
        </p:nvPicPr>
        <p:blipFill rotWithShape="1">
          <a:blip r:embed="rId2"/>
          <a:srcRect/>
          <a:stretch/>
        </p:blipFill>
        <p:spPr>
          <a:xfrm>
            <a:off x="7359163" y="0"/>
            <a:ext cx="4832838" cy="6858000"/>
          </a:xfrm>
          <a:prstGeom prst="rect">
            <a:avLst/>
          </a:prstGeom>
        </p:spPr>
      </p:pic>
      <p:sp>
        <p:nvSpPr>
          <p:cNvPr id="3" name="Rectangle 2">
            <a:extLst>
              <a:ext uri="{FF2B5EF4-FFF2-40B4-BE49-F238E27FC236}">
                <a16:creationId xmlns:a16="http://schemas.microsoft.com/office/drawing/2014/main" id="{9CC940BC-C811-7BDF-5E42-8849BE91C35D}"/>
              </a:ext>
            </a:extLst>
          </p:cNvPr>
          <p:cNvSpPr>
            <a:spLocks noGrp="1"/>
          </p:cNvSpPr>
          <p:nvPr/>
        </p:nvSpPr>
        <p:spPr>
          <a:xfrm>
            <a:off x="7359164" y="-1"/>
            <a:ext cx="4832836" cy="6858001"/>
          </a:xfrm>
          <a:prstGeom prst="rect">
            <a:avLst/>
          </a:prstGeom>
          <a:gradFill>
            <a:gsLst>
              <a:gs pos="0">
                <a:srgbClr val="FF275B">
                  <a:alpha val="53261"/>
                </a:srgbClr>
              </a:gs>
              <a:gs pos="98000">
                <a:srgbClr val="3003F5">
                  <a:alpha val="5101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Rectangle 5">
            <a:extLst>
              <a:ext uri="{FF2B5EF4-FFF2-40B4-BE49-F238E27FC236}">
                <a16:creationId xmlns:a16="http://schemas.microsoft.com/office/drawing/2014/main" id="{295B370E-84D5-6059-F71F-5A8AEDDC80A8}"/>
              </a:ext>
            </a:extLst>
          </p:cNvPr>
          <p:cNvSpPr>
            <a:spLocks noGrp="1"/>
          </p:cNvSpPr>
          <p:nvPr/>
        </p:nvSpPr>
        <p:spPr>
          <a:xfrm>
            <a:off x="6736907" y="-3175"/>
            <a:ext cx="3018060" cy="6861175"/>
          </a:xfrm>
          <a:custGeom>
            <a:avLst/>
            <a:gdLst>
              <a:gd name="connsiteX0" fmla="*/ 0 w 655455"/>
              <a:gd name="connsiteY0" fmla="*/ 0 h 6858000"/>
              <a:gd name="connsiteX1" fmla="*/ 655455 w 655455"/>
              <a:gd name="connsiteY1" fmla="*/ 0 h 6858000"/>
              <a:gd name="connsiteX2" fmla="*/ 655455 w 655455"/>
              <a:gd name="connsiteY2" fmla="*/ 6858000 h 6858000"/>
              <a:gd name="connsiteX3" fmla="*/ 0 w 655455"/>
              <a:gd name="connsiteY3" fmla="*/ 6858000 h 6858000"/>
              <a:gd name="connsiteX4" fmla="*/ 0 w 655455"/>
              <a:gd name="connsiteY4" fmla="*/ 0 h 6858000"/>
              <a:gd name="connsiteX0" fmla="*/ 0 w 655455"/>
              <a:gd name="connsiteY0" fmla="*/ 0 h 6858000"/>
              <a:gd name="connsiteX1" fmla="*/ 655455 w 655455"/>
              <a:gd name="connsiteY1" fmla="*/ 0 h 6858000"/>
              <a:gd name="connsiteX2" fmla="*/ 647363 w 655455"/>
              <a:gd name="connsiteY2" fmla="*/ 4458712 h 6858000"/>
              <a:gd name="connsiteX3" fmla="*/ 655455 w 655455"/>
              <a:gd name="connsiteY3" fmla="*/ 6858000 h 6858000"/>
              <a:gd name="connsiteX4" fmla="*/ 0 w 655455"/>
              <a:gd name="connsiteY4" fmla="*/ 6858000 h 6858000"/>
              <a:gd name="connsiteX5" fmla="*/ 0 w 655455"/>
              <a:gd name="connsiteY5" fmla="*/ 0 h 6858000"/>
              <a:gd name="connsiteX0" fmla="*/ 0 w 699208"/>
              <a:gd name="connsiteY0" fmla="*/ 0 h 6858000"/>
              <a:gd name="connsiteX1" fmla="*/ 655455 w 699208"/>
              <a:gd name="connsiteY1" fmla="*/ 0 h 6858000"/>
              <a:gd name="connsiteX2" fmla="*/ 647363 w 699208"/>
              <a:gd name="connsiteY2" fmla="*/ 4458712 h 6858000"/>
              <a:gd name="connsiteX3" fmla="*/ 639271 w 699208"/>
              <a:gd name="connsiteY3" fmla="*/ 4944234 h 6858000"/>
              <a:gd name="connsiteX4" fmla="*/ 655455 w 699208"/>
              <a:gd name="connsiteY4" fmla="*/ 6858000 h 6858000"/>
              <a:gd name="connsiteX5" fmla="*/ 0 w 699208"/>
              <a:gd name="connsiteY5" fmla="*/ 6858000 h 6858000"/>
              <a:gd name="connsiteX6" fmla="*/ 0 w 699208"/>
              <a:gd name="connsiteY6" fmla="*/ 0 h 6858000"/>
              <a:gd name="connsiteX0" fmla="*/ 0 w 776878"/>
              <a:gd name="connsiteY0" fmla="*/ 0 h 6858000"/>
              <a:gd name="connsiteX1" fmla="*/ 655455 w 776878"/>
              <a:gd name="connsiteY1" fmla="*/ 0 h 6858000"/>
              <a:gd name="connsiteX2" fmla="*/ 776836 w 776878"/>
              <a:gd name="connsiteY2" fmla="*/ 3722337 h 6858000"/>
              <a:gd name="connsiteX3" fmla="*/ 639271 w 776878"/>
              <a:gd name="connsiteY3" fmla="*/ 4944234 h 6858000"/>
              <a:gd name="connsiteX4" fmla="*/ 655455 w 776878"/>
              <a:gd name="connsiteY4" fmla="*/ 6858000 h 6858000"/>
              <a:gd name="connsiteX5" fmla="*/ 0 w 776878"/>
              <a:gd name="connsiteY5" fmla="*/ 6858000 h 6858000"/>
              <a:gd name="connsiteX6" fmla="*/ 0 w 776878"/>
              <a:gd name="connsiteY6" fmla="*/ 0 h 6858000"/>
              <a:gd name="connsiteX0" fmla="*/ 0 w 776878"/>
              <a:gd name="connsiteY0" fmla="*/ 0 h 6858000"/>
              <a:gd name="connsiteX1" fmla="*/ 655455 w 776878"/>
              <a:gd name="connsiteY1" fmla="*/ 0 h 6858000"/>
              <a:gd name="connsiteX2" fmla="*/ 776836 w 776878"/>
              <a:gd name="connsiteY2" fmla="*/ 3722337 h 6858000"/>
              <a:gd name="connsiteX3" fmla="*/ 639271 w 776878"/>
              <a:gd name="connsiteY3" fmla="*/ 4944234 h 6858000"/>
              <a:gd name="connsiteX4" fmla="*/ 655455 w 776878"/>
              <a:gd name="connsiteY4" fmla="*/ 6858000 h 6858000"/>
              <a:gd name="connsiteX5" fmla="*/ 0 w 776878"/>
              <a:gd name="connsiteY5" fmla="*/ 6858000 h 6858000"/>
              <a:gd name="connsiteX6" fmla="*/ 0 w 776878"/>
              <a:gd name="connsiteY6" fmla="*/ 0 h 6858000"/>
              <a:gd name="connsiteX0" fmla="*/ 0 w 776836"/>
              <a:gd name="connsiteY0" fmla="*/ 0 h 6858000"/>
              <a:gd name="connsiteX1" fmla="*/ 655455 w 776836"/>
              <a:gd name="connsiteY1" fmla="*/ 0 h 6858000"/>
              <a:gd name="connsiteX2" fmla="*/ 776836 w 776836"/>
              <a:gd name="connsiteY2" fmla="*/ 3722337 h 6858000"/>
              <a:gd name="connsiteX3" fmla="*/ 639271 w 776836"/>
              <a:gd name="connsiteY3" fmla="*/ 4944234 h 6858000"/>
              <a:gd name="connsiteX4" fmla="*/ 655455 w 776836"/>
              <a:gd name="connsiteY4" fmla="*/ 6858000 h 6858000"/>
              <a:gd name="connsiteX5" fmla="*/ 0 w 776836"/>
              <a:gd name="connsiteY5" fmla="*/ 6858000 h 6858000"/>
              <a:gd name="connsiteX6" fmla="*/ 0 w 776836"/>
              <a:gd name="connsiteY6" fmla="*/ 0 h 6858000"/>
              <a:gd name="connsiteX0" fmla="*/ 0 w 825388"/>
              <a:gd name="connsiteY0" fmla="*/ 0 h 6858000"/>
              <a:gd name="connsiteX1" fmla="*/ 655455 w 825388"/>
              <a:gd name="connsiteY1" fmla="*/ 0 h 6858000"/>
              <a:gd name="connsiteX2" fmla="*/ 825388 w 825388"/>
              <a:gd name="connsiteY2" fmla="*/ 3940822 h 6858000"/>
              <a:gd name="connsiteX3" fmla="*/ 639271 w 825388"/>
              <a:gd name="connsiteY3" fmla="*/ 4944234 h 6858000"/>
              <a:gd name="connsiteX4" fmla="*/ 655455 w 825388"/>
              <a:gd name="connsiteY4" fmla="*/ 6858000 h 6858000"/>
              <a:gd name="connsiteX5" fmla="*/ 0 w 825388"/>
              <a:gd name="connsiteY5" fmla="*/ 6858000 h 6858000"/>
              <a:gd name="connsiteX6" fmla="*/ 0 w 825388"/>
              <a:gd name="connsiteY6" fmla="*/ 0 h 6858000"/>
              <a:gd name="connsiteX0" fmla="*/ 0 w 825388"/>
              <a:gd name="connsiteY0" fmla="*/ 0 h 6858000"/>
              <a:gd name="connsiteX1" fmla="*/ 655455 w 825388"/>
              <a:gd name="connsiteY1" fmla="*/ 0 h 6858000"/>
              <a:gd name="connsiteX2" fmla="*/ 825388 w 825388"/>
              <a:gd name="connsiteY2" fmla="*/ 3940822 h 6858000"/>
              <a:gd name="connsiteX3" fmla="*/ 639271 w 825388"/>
              <a:gd name="connsiteY3" fmla="*/ 4944234 h 6858000"/>
              <a:gd name="connsiteX4" fmla="*/ 655455 w 825388"/>
              <a:gd name="connsiteY4" fmla="*/ 6858000 h 6858000"/>
              <a:gd name="connsiteX5" fmla="*/ 0 w 825388"/>
              <a:gd name="connsiteY5" fmla="*/ 6858000 h 6858000"/>
              <a:gd name="connsiteX6" fmla="*/ 0 w 825388"/>
              <a:gd name="connsiteY6" fmla="*/ 0 h 6858000"/>
              <a:gd name="connsiteX0" fmla="*/ 0 w 809204"/>
              <a:gd name="connsiteY0" fmla="*/ 0 h 6858000"/>
              <a:gd name="connsiteX1" fmla="*/ 655455 w 809204"/>
              <a:gd name="connsiteY1" fmla="*/ 0 h 6858000"/>
              <a:gd name="connsiteX2" fmla="*/ 809204 w 809204"/>
              <a:gd name="connsiteY2" fmla="*/ 4135031 h 6858000"/>
              <a:gd name="connsiteX3" fmla="*/ 639271 w 809204"/>
              <a:gd name="connsiteY3" fmla="*/ 4944234 h 6858000"/>
              <a:gd name="connsiteX4" fmla="*/ 655455 w 809204"/>
              <a:gd name="connsiteY4" fmla="*/ 6858000 h 6858000"/>
              <a:gd name="connsiteX5" fmla="*/ 0 w 809204"/>
              <a:gd name="connsiteY5" fmla="*/ 6858000 h 6858000"/>
              <a:gd name="connsiteX6" fmla="*/ 0 w 809204"/>
              <a:gd name="connsiteY6" fmla="*/ 0 h 6858000"/>
              <a:gd name="connsiteX0" fmla="*/ 0 w 812512"/>
              <a:gd name="connsiteY0" fmla="*/ 0 h 6858000"/>
              <a:gd name="connsiteX1" fmla="*/ 655455 w 812512"/>
              <a:gd name="connsiteY1" fmla="*/ 0 h 6858000"/>
              <a:gd name="connsiteX2" fmla="*/ 744466 w 812512"/>
              <a:gd name="connsiteY2" fmla="*/ 3358195 h 6858000"/>
              <a:gd name="connsiteX3" fmla="*/ 809204 w 812512"/>
              <a:gd name="connsiteY3" fmla="*/ 4135031 h 6858000"/>
              <a:gd name="connsiteX4" fmla="*/ 639271 w 812512"/>
              <a:gd name="connsiteY4" fmla="*/ 4944234 h 6858000"/>
              <a:gd name="connsiteX5" fmla="*/ 655455 w 812512"/>
              <a:gd name="connsiteY5" fmla="*/ 6858000 h 6858000"/>
              <a:gd name="connsiteX6" fmla="*/ 0 w 812512"/>
              <a:gd name="connsiteY6" fmla="*/ 6858000 h 6858000"/>
              <a:gd name="connsiteX7" fmla="*/ 0 w 812512"/>
              <a:gd name="connsiteY7" fmla="*/ 0 h 6858000"/>
              <a:gd name="connsiteX0" fmla="*/ 0 w 1094019"/>
              <a:gd name="connsiteY0" fmla="*/ 0 h 6858000"/>
              <a:gd name="connsiteX1" fmla="*/ 655455 w 1094019"/>
              <a:gd name="connsiteY1" fmla="*/ 0 h 6858000"/>
              <a:gd name="connsiteX2" fmla="*/ 1092424 w 1094019"/>
              <a:gd name="connsiteY2" fmla="*/ 3625232 h 6858000"/>
              <a:gd name="connsiteX3" fmla="*/ 809204 w 1094019"/>
              <a:gd name="connsiteY3" fmla="*/ 4135031 h 6858000"/>
              <a:gd name="connsiteX4" fmla="*/ 639271 w 1094019"/>
              <a:gd name="connsiteY4" fmla="*/ 4944234 h 6858000"/>
              <a:gd name="connsiteX5" fmla="*/ 655455 w 1094019"/>
              <a:gd name="connsiteY5" fmla="*/ 6858000 h 6858000"/>
              <a:gd name="connsiteX6" fmla="*/ 0 w 1094019"/>
              <a:gd name="connsiteY6" fmla="*/ 6858000 h 6858000"/>
              <a:gd name="connsiteX7" fmla="*/ 0 w 1094019"/>
              <a:gd name="connsiteY7" fmla="*/ 0 h 6858000"/>
              <a:gd name="connsiteX0" fmla="*/ 0 w 1092429"/>
              <a:gd name="connsiteY0" fmla="*/ 0 h 6858000"/>
              <a:gd name="connsiteX1" fmla="*/ 655455 w 1092429"/>
              <a:gd name="connsiteY1" fmla="*/ 0 h 6858000"/>
              <a:gd name="connsiteX2" fmla="*/ 1092424 w 1092429"/>
              <a:gd name="connsiteY2" fmla="*/ 3625232 h 6858000"/>
              <a:gd name="connsiteX3" fmla="*/ 809204 w 1092429"/>
              <a:gd name="connsiteY3" fmla="*/ 4135031 h 6858000"/>
              <a:gd name="connsiteX4" fmla="*/ 639271 w 1092429"/>
              <a:gd name="connsiteY4" fmla="*/ 4944234 h 6858000"/>
              <a:gd name="connsiteX5" fmla="*/ 655455 w 1092429"/>
              <a:gd name="connsiteY5" fmla="*/ 6858000 h 6858000"/>
              <a:gd name="connsiteX6" fmla="*/ 0 w 1092429"/>
              <a:gd name="connsiteY6" fmla="*/ 6858000 h 6858000"/>
              <a:gd name="connsiteX7" fmla="*/ 0 w 1092429"/>
              <a:gd name="connsiteY7" fmla="*/ 0 h 6858000"/>
              <a:gd name="connsiteX0" fmla="*/ 0 w 1092529"/>
              <a:gd name="connsiteY0" fmla="*/ 0 h 6858000"/>
              <a:gd name="connsiteX1" fmla="*/ 655455 w 1092529"/>
              <a:gd name="connsiteY1" fmla="*/ 0 h 6858000"/>
              <a:gd name="connsiteX2" fmla="*/ 1092424 w 1092529"/>
              <a:gd name="connsiteY2" fmla="*/ 3625232 h 6858000"/>
              <a:gd name="connsiteX3" fmla="*/ 809204 w 1092529"/>
              <a:gd name="connsiteY3" fmla="*/ 4135031 h 6858000"/>
              <a:gd name="connsiteX4" fmla="*/ 639271 w 1092529"/>
              <a:gd name="connsiteY4" fmla="*/ 4944234 h 6858000"/>
              <a:gd name="connsiteX5" fmla="*/ 655455 w 1092529"/>
              <a:gd name="connsiteY5" fmla="*/ 6858000 h 6858000"/>
              <a:gd name="connsiteX6" fmla="*/ 0 w 1092529"/>
              <a:gd name="connsiteY6" fmla="*/ 6858000 h 6858000"/>
              <a:gd name="connsiteX7" fmla="*/ 0 w 1092529"/>
              <a:gd name="connsiteY7" fmla="*/ 0 h 6858000"/>
              <a:gd name="connsiteX0" fmla="*/ 0 w 1569896"/>
              <a:gd name="connsiteY0" fmla="*/ 0 h 6858000"/>
              <a:gd name="connsiteX1" fmla="*/ 655455 w 1569896"/>
              <a:gd name="connsiteY1" fmla="*/ 0 h 6858000"/>
              <a:gd name="connsiteX2" fmla="*/ 1569854 w 1569896"/>
              <a:gd name="connsiteY2" fmla="*/ 3528127 h 6858000"/>
              <a:gd name="connsiteX3" fmla="*/ 809204 w 1569896"/>
              <a:gd name="connsiteY3" fmla="*/ 4135031 h 6858000"/>
              <a:gd name="connsiteX4" fmla="*/ 639271 w 1569896"/>
              <a:gd name="connsiteY4" fmla="*/ 4944234 h 6858000"/>
              <a:gd name="connsiteX5" fmla="*/ 655455 w 1569896"/>
              <a:gd name="connsiteY5" fmla="*/ 6858000 h 6858000"/>
              <a:gd name="connsiteX6" fmla="*/ 0 w 1569896"/>
              <a:gd name="connsiteY6" fmla="*/ 6858000 h 6858000"/>
              <a:gd name="connsiteX7" fmla="*/ 0 w 1569896"/>
              <a:gd name="connsiteY7" fmla="*/ 0 h 6858000"/>
              <a:gd name="connsiteX0" fmla="*/ 0 w 1569896"/>
              <a:gd name="connsiteY0" fmla="*/ 0 h 6858000"/>
              <a:gd name="connsiteX1" fmla="*/ 655455 w 1569896"/>
              <a:gd name="connsiteY1" fmla="*/ 0 h 6858000"/>
              <a:gd name="connsiteX2" fmla="*/ 1569854 w 1569896"/>
              <a:gd name="connsiteY2" fmla="*/ 3528127 h 6858000"/>
              <a:gd name="connsiteX3" fmla="*/ 809204 w 1569896"/>
              <a:gd name="connsiteY3" fmla="*/ 4135031 h 6858000"/>
              <a:gd name="connsiteX4" fmla="*/ 639271 w 1569896"/>
              <a:gd name="connsiteY4" fmla="*/ 4944234 h 6858000"/>
              <a:gd name="connsiteX5" fmla="*/ 655455 w 1569896"/>
              <a:gd name="connsiteY5" fmla="*/ 6858000 h 6858000"/>
              <a:gd name="connsiteX6" fmla="*/ 0 w 1569896"/>
              <a:gd name="connsiteY6" fmla="*/ 6858000 h 6858000"/>
              <a:gd name="connsiteX7" fmla="*/ 0 w 1569896"/>
              <a:gd name="connsiteY7" fmla="*/ 0 h 6858000"/>
              <a:gd name="connsiteX0" fmla="*/ 0 w 963125"/>
              <a:gd name="connsiteY0" fmla="*/ 0 h 6858000"/>
              <a:gd name="connsiteX1" fmla="*/ 655455 w 963125"/>
              <a:gd name="connsiteY1" fmla="*/ 0 h 6858000"/>
              <a:gd name="connsiteX2" fmla="*/ 962951 w 963125"/>
              <a:gd name="connsiteY2" fmla="*/ 3730428 h 6858000"/>
              <a:gd name="connsiteX3" fmla="*/ 809204 w 963125"/>
              <a:gd name="connsiteY3" fmla="*/ 4135031 h 6858000"/>
              <a:gd name="connsiteX4" fmla="*/ 639271 w 963125"/>
              <a:gd name="connsiteY4" fmla="*/ 4944234 h 6858000"/>
              <a:gd name="connsiteX5" fmla="*/ 655455 w 963125"/>
              <a:gd name="connsiteY5" fmla="*/ 6858000 h 6858000"/>
              <a:gd name="connsiteX6" fmla="*/ 0 w 963125"/>
              <a:gd name="connsiteY6" fmla="*/ 6858000 h 6858000"/>
              <a:gd name="connsiteX7" fmla="*/ 0 w 963125"/>
              <a:gd name="connsiteY7" fmla="*/ 0 h 6858000"/>
              <a:gd name="connsiteX0" fmla="*/ 0 w 1011643"/>
              <a:gd name="connsiteY0" fmla="*/ 0 h 6858000"/>
              <a:gd name="connsiteX1" fmla="*/ 655455 w 1011643"/>
              <a:gd name="connsiteY1" fmla="*/ 0 h 6858000"/>
              <a:gd name="connsiteX2" fmla="*/ 1011504 w 1011643"/>
              <a:gd name="connsiteY2" fmla="*/ 3843717 h 6858000"/>
              <a:gd name="connsiteX3" fmla="*/ 809204 w 1011643"/>
              <a:gd name="connsiteY3" fmla="*/ 4135031 h 6858000"/>
              <a:gd name="connsiteX4" fmla="*/ 639271 w 1011643"/>
              <a:gd name="connsiteY4" fmla="*/ 4944234 h 6858000"/>
              <a:gd name="connsiteX5" fmla="*/ 655455 w 1011643"/>
              <a:gd name="connsiteY5" fmla="*/ 6858000 h 6858000"/>
              <a:gd name="connsiteX6" fmla="*/ 0 w 1011643"/>
              <a:gd name="connsiteY6" fmla="*/ 6858000 h 6858000"/>
              <a:gd name="connsiteX7" fmla="*/ 0 w 1011643"/>
              <a:gd name="connsiteY7" fmla="*/ 0 h 6858000"/>
              <a:gd name="connsiteX0" fmla="*/ 0 w 1019439"/>
              <a:gd name="connsiteY0" fmla="*/ 0 h 6858000"/>
              <a:gd name="connsiteX1" fmla="*/ 655455 w 1019439"/>
              <a:gd name="connsiteY1" fmla="*/ 0 h 6858000"/>
              <a:gd name="connsiteX2" fmla="*/ 946767 w 1019439"/>
              <a:gd name="connsiteY2" fmla="*/ 3220630 h 6858000"/>
              <a:gd name="connsiteX3" fmla="*/ 1011504 w 1019439"/>
              <a:gd name="connsiteY3" fmla="*/ 3843717 h 6858000"/>
              <a:gd name="connsiteX4" fmla="*/ 809204 w 1019439"/>
              <a:gd name="connsiteY4" fmla="*/ 4135031 h 6858000"/>
              <a:gd name="connsiteX5" fmla="*/ 639271 w 1019439"/>
              <a:gd name="connsiteY5" fmla="*/ 4944234 h 6858000"/>
              <a:gd name="connsiteX6" fmla="*/ 655455 w 1019439"/>
              <a:gd name="connsiteY6" fmla="*/ 6858000 h 6858000"/>
              <a:gd name="connsiteX7" fmla="*/ 0 w 1019439"/>
              <a:gd name="connsiteY7" fmla="*/ 6858000 h 6858000"/>
              <a:gd name="connsiteX8" fmla="*/ 0 w 1019439"/>
              <a:gd name="connsiteY8" fmla="*/ 0 h 6858000"/>
              <a:gd name="connsiteX0" fmla="*/ 0 w 1011510"/>
              <a:gd name="connsiteY0" fmla="*/ 0 h 6858000"/>
              <a:gd name="connsiteX1" fmla="*/ 655455 w 1011510"/>
              <a:gd name="connsiteY1" fmla="*/ 0 h 6858000"/>
              <a:gd name="connsiteX2" fmla="*/ 946767 w 1011510"/>
              <a:gd name="connsiteY2" fmla="*/ 3220630 h 6858000"/>
              <a:gd name="connsiteX3" fmla="*/ 1011504 w 1011510"/>
              <a:gd name="connsiteY3" fmla="*/ 3843717 h 6858000"/>
              <a:gd name="connsiteX4" fmla="*/ 809204 w 1011510"/>
              <a:gd name="connsiteY4" fmla="*/ 4135031 h 6858000"/>
              <a:gd name="connsiteX5" fmla="*/ 639271 w 1011510"/>
              <a:gd name="connsiteY5" fmla="*/ 4944234 h 6858000"/>
              <a:gd name="connsiteX6" fmla="*/ 655455 w 1011510"/>
              <a:gd name="connsiteY6" fmla="*/ 6858000 h 6858000"/>
              <a:gd name="connsiteX7" fmla="*/ 0 w 1011510"/>
              <a:gd name="connsiteY7" fmla="*/ 6858000 h 6858000"/>
              <a:gd name="connsiteX8" fmla="*/ 0 w 1011510"/>
              <a:gd name="connsiteY8" fmla="*/ 0 h 6858000"/>
              <a:gd name="connsiteX0" fmla="*/ 0 w 1381329"/>
              <a:gd name="connsiteY0" fmla="*/ 0 h 6858000"/>
              <a:gd name="connsiteX1" fmla="*/ 655455 w 1381329"/>
              <a:gd name="connsiteY1" fmla="*/ 0 h 6858000"/>
              <a:gd name="connsiteX2" fmla="*/ 1375645 w 1381329"/>
              <a:gd name="connsiteY2" fmla="*/ 3042605 h 6858000"/>
              <a:gd name="connsiteX3" fmla="*/ 1011504 w 1381329"/>
              <a:gd name="connsiteY3" fmla="*/ 3843717 h 6858000"/>
              <a:gd name="connsiteX4" fmla="*/ 809204 w 1381329"/>
              <a:gd name="connsiteY4" fmla="*/ 4135031 h 6858000"/>
              <a:gd name="connsiteX5" fmla="*/ 639271 w 1381329"/>
              <a:gd name="connsiteY5" fmla="*/ 4944234 h 6858000"/>
              <a:gd name="connsiteX6" fmla="*/ 655455 w 1381329"/>
              <a:gd name="connsiteY6" fmla="*/ 6858000 h 6858000"/>
              <a:gd name="connsiteX7" fmla="*/ 0 w 1381329"/>
              <a:gd name="connsiteY7" fmla="*/ 6858000 h 6858000"/>
              <a:gd name="connsiteX8" fmla="*/ 0 w 1381329"/>
              <a:gd name="connsiteY8" fmla="*/ 0 h 6858000"/>
              <a:gd name="connsiteX0" fmla="*/ 0 w 1375645"/>
              <a:gd name="connsiteY0" fmla="*/ 0 h 6858000"/>
              <a:gd name="connsiteX1" fmla="*/ 655455 w 1375645"/>
              <a:gd name="connsiteY1" fmla="*/ 0 h 6858000"/>
              <a:gd name="connsiteX2" fmla="*/ 1375645 w 1375645"/>
              <a:gd name="connsiteY2" fmla="*/ 3042605 h 6858000"/>
              <a:gd name="connsiteX3" fmla="*/ 1011504 w 1375645"/>
              <a:gd name="connsiteY3" fmla="*/ 3843717 h 6858000"/>
              <a:gd name="connsiteX4" fmla="*/ 809204 w 1375645"/>
              <a:gd name="connsiteY4" fmla="*/ 4135031 h 6858000"/>
              <a:gd name="connsiteX5" fmla="*/ 639271 w 1375645"/>
              <a:gd name="connsiteY5" fmla="*/ 4944234 h 6858000"/>
              <a:gd name="connsiteX6" fmla="*/ 655455 w 1375645"/>
              <a:gd name="connsiteY6" fmla="*/ 6858000 h 6858000"/>
              <a:gd name="connsiteX7" fmla="*/ 0 w 1375645"/>
              <a:gd name="connsiteY7" fmla="*/ 6858000 h 6858000"/>
              <a:gd name="connsiteX8" fmla="*/ 0 w 1375645"/>
              <a:gd name="connsiteY8" fmla="*/ 0 h 6858000"/>
              <a:gd name="connsiteX0" fmla="*/ 0 w 1375645"/>
              <a:gd name="connsiteY0" fmla="*/ 0 h 6858000"/>
              <a:gd name="connsiteX1" fmla="*/ 655455 w 1375645"/>
              <a:gd name="connsiteY1" fmla="*/ 0 h 6858000"/>
              <a:gd name="connsiteX2" fmla="*/ 1375645 w 1375645"/>
              <a:gd name="connsiteY2" fmla="*/ 3042605 h 6858000"/>
              <a:gd name="connsiteX3" fmla="*/ 1011504 w 1375645"/>
              <a:gd name="connsiteY3" fmla="*/ 3843717 h 6858000"/>
              <a:gd name="connsiteX4" fmla="*/ 809204 w 1375645"/>
              <a:gd name="connsiteY4" fmla="*/ 4135031 h 6858000"/>
              <a:gd name="connsiteX5" fmla="*/ 639271 w 1375645"/>
              <a:gd name="connsiteY5" fmla="*/ 4944234 h 6858000"/>
              <a:gd name="connsiteX6" fmla="*/ 655455 w 1375645"/>
              <a:gd name="connsiteY6" fmla="*/ 6858000 h 6858000"/>
              <a:gd name="connsiteX7" fmla="*/ 0 w 1375645"/>
              <a:gd name="connsiteY7" fmla="*/ 6858000 h 6858000"/>
              <a:gd name="connsiteX8" fmla="*/ 0 w 1375645"/>
              <a:gd name="connsiteY8" fmla="*/ 0 h 6858000"/>
              <a:gd name="connsiteX0" fmla="*/ 0 w 1294725"/>
              <a:gd name="connsiteY0" fmla="*/ 0 h 6858000"/>
              <a:gd name="connsiteX1" fmla="*/ 655455 w 1294725"/>
              <a:gd name="connsiteY1" fmla="*/ 0 h 6858000"/>
              <a:gd name="connsiteX2" fmla="*/ 1294725 w 1294725"/>
              <a:gd name="connsiteY2" fmla="*/ 3681876 h 6858000"/>
              <a:gd name="connsiteX3" fmla="*/ 1011504 w 1294725"/>
              <a:gd name="connsiteY3" fmla="*/ 3843717 h 6858000"/>
              <a:gd name="connsiteX4" fmla="*/ 809204 w 1294725"/>
              <a:gd name="connsiteY4" fmla="*/ 4135031 h 6858000"/>
              <a:gd name="connsiteX5" fmla="*/ 639271 w 1294725"/>
              <a:gd name="connsiteY5" fmla="*/ 4944234 h 6858000"/>
              <a:gd name="connsiteX6" fmla="*/ 655455 w 1294725"/>
              <a:gd name="connsiteY6" fmla="*/ 6858000 h 6858000"/>
              <a:gd name="connsiteX7" fmla="*/ 0 w 1294725"/>
              <a:gd name="connsiteY7" fmla="*/ 6858000 h 6858000"/>
              <a:gd name="connsiteX8" fmla="*/ 0 w 1294725"/>
              <a:gd name="connsiteY8" fmla="*/ 0 h 6858000"/>
              <a:gd name="connsiteX0" fmla="*/ 0 w 1309909"/>
              <a:gd name="connsiteY0" fmla="*/ 0 h 6858000"/>
              <a:gd name="connsiteX1" fmla="*/ 655455 w 1309909"/>
              <a:gd name="connsiteY1" fmla="*/ 0 h 6858000"/>
              <a:gd name="connsiteX2" fmla="*/ 1205713 w 1309909"/>
              <a:gd name="connsiteY2" fmla="*/ 3196354 h 6858000"/>
              <a:gd name="connsiteX3" fmla="*/ 1294725 w 1309909"/>
              <a:gd name="connsiteY3" fmla="*/ 3681876 h 6858000"/>
              <a:gd name="connsiteX4" fmla="*/ 1011504 w 1309909"/>
              <a:gd name="connsiteY4" fmla="*/ 3843717 h 6858000"/>
              <a:gd name="connsiteX5" fmla="*/ 809204 w 1309909"/>
              <a:gd name="connsiteY5" fmla="*/ 4135031 h 6858000"/>
              <a:gd name="connsiteX6" fmla="*/ 639271 w 1309909"/>
              <a:gd name="connsiteY6" fmla="*/ 4944234 h 6858000"/>
              <a:gd name="connsiteX7" fmla="*/ 655455 w 1309909"/>
              <a:gd name="connsiteY7" fmla="*/ 6858000 h 6858000"/>
              <a:gd name="connsiteX8" fmla="*/ 0 w 1309909"/>
              <a:gd name="connsiteY8" fmla="*/ 6858000 h 6858000"/>
              <a:gd name="connsiteX9" fmla="*/ 0 w 1309909"/>
              <a:gd name="connsiteY9" fmla="*/ 0 h 6858000"/>
              <a:gd name="connsiteX0" fmla="*/ 0 w 1300262"/>
              <a:gd name="connsiteY0" fmla="*/ 0 h 6858000"/>
              <a:gd name="connsiteX1" fmla="*/ 655455 w 1300262"/>
              <a:gd name="connsiteY1" fmla="*/ 0 h 6858000"/>
              <a:gd name="connsiteX2" fmla="*/ 1205713 w 1300262"/>
              <a:gd name="connsiteY2" fmla="*/ 3196354 h 6858000"/>
              <a:gd name="connsiteX3" fmla="*/ 1294725 w 1300262"/>
              <a:gd name="connsiteY3" fmla="*/ 3681876 h 6858000"/>
              <a:gd name="connsiteX4" fmla="*/ 1011504 w 1300262"/>
              <a:gd name="connsiteY4" fmla="*/ 3843717 h 6858000"/>
              <a:gd name="connsiteX5" fmla="*/ 809204 w 1300262"/>
              <a:gd name="connsiteY5" fmla="*/ 4135031 h 6858000"/>
              <a:gd name="connsiteX6" fmla="*/ 639271 w 1300262"/>
              <a:gd name="connsiteY6" fmla="*/ 4944234 h 6858000"/>
              <a:gd name="connsiteX7" fmla="*/ 655455 w 1300262"/>
              <a:gd name="connsiteY7" fmla="*/ 6858000 h 6858000"/>
              <a:gd name="connsiteX8" fmla="*/ 0 w 1300262"/>
              <a:gd name="connsiteY8" fmla="*/ 6858000 h 6858000"/>
              <a:gd name="connsiteX9" fmla="*/ 0 w 1300262"/>
              <a:gd name="connsiteY9" fmla="*/ 0 h 6858000"/>
              <a:gd name="connsiteX0" fmla="*/ 0 w 1300262"/>
              <a:gd name="connsiteY0" fmla="*/ 0 h 6858000"/>
              <a:gd name="connsiteX1" fmla="*/ 655455 w 1300262"/>
              <a:gd name="connsiteY1" fmla="*/ 0 h 6858000"/>
              <a:gd name="connsiteX2" fmla="*/ 1205713 w 1300262"/>
              <a:gd name="connsiteY2" fmla="*/ 3196354 h 6858000"/>
              <a:gd name="connsiteX3" fmla="*/ 1294725 w 1300262"/>
              <a:gd name="connsiteY3" fmla="*/ 3681876 h 6858000"/>
              <a:gd name="connsiteX4" fmla="*/ 1011504 w 1300262"/>
              <a:gd name="connsiteY4" fmla="*/ 3843717 h 6858000"/>
              <a:gd name="connsiteX5" fmla="*/ 809204 w 1300262"/>
              <a:gd name="connsiteY5" fmla="*/ 4135031 h 6858000"/>
              <a:gd name="connsiteX6" fmla="*/ 639271 w 1300262"/>
              <a:gd name="connsiteY6" fmla="*/ 4944234 h 6858000"/>
              <a:gd name="connsiteX7" fmla="*/ 655455 w 1300262"/>
              <a:gd name="connsiteY7" fmla="*/ 6858000 h 6858000"/>
              <a:gd name="connsiteX8" fmla="*/ 0 w 1300262"/>
              <a:gd name="connsiteY8" fmla="*/ 6858000 h 6858000"/>
              <a:gd name="connsiteX9" fmla="*/ 0 w 1300262"/>
              <a:gd name="connsiteY9" fmla="*/ 0 h 6858000"/>
              <a:gd name="connsiteX0" fmla="*/ 0 w 2152605"/>
              <a:gd name="connsiteY0" fmla="*/ 0 h 6858000"/>
              <a:gd name="connsiteX1" fmla="*/ 655455 w 2152605"/>
              <a:gd name="connsiteY1" fmla="*/ 0 h 6858000"/>
              <a:gd name="connsiteX2" fmla="*/ 2152481 w 2152605"/>
              <a:gd name="connsiteY2" fmla="*/ 3544311 h 6858000"/>
              <a:gd name="connsiteX3" fmla="*/ 1294725 w 2152605"/>
              <a:gd name="connsiteY3" fmla="*/ 3681876 h 6858000"/>
              <a:gd name="connsiteX4" fmla="*/ 1011504 w 2152605"/>
              <a:gd name="connsiteY4" fmla="*/ 3843717 h 6858000"/>
              <a:gd name="connsiteX5" fmla="*/ 809204 w 2152605"/>
              <a:gd name="connsiteY5" fmla="*/ 4135031 h 6858000"/>
              <a:gd name="connsiteX6" fmla="*/ 639271 w 2152605"/>
              <a:gd name="connsiteY6" fmla="*/ 4944234 h 6858000"/>
              <a:gd name="connsiteX7" fmla="*/ 655455 w 2152605"/>
              <a:gd name="connsiteY7" fmla="*/ 6858000 h 6858000"/>
              <a:gd name="connsiteX8" fmla="*/ 0 w 2152605"/>
              <a:gd name="connsiteY8" fmla="*/ 6858000 h 6858000"/>
              <a:gd name="connsiteX9" fmla="*/ 0 w 2152605"/>
              <a:gd name="connsiteY9" fmla="*/ 0 h 6858000"/>
              <a:gd name="connsiteX0" fmla="*/ 0 w 2197211"/>
              <a:gd name="connsiteY0" fmla="*/ 0 h 6858000"/>
              <a:gd name="connsiteX1" fmla="*/ 655455 w 2197211"/>
              <a:gd name="connsiteY1" fmla="*/ 0 h 6858000"/>
              <a:gd name="connsiteX2" fmla="*/ 1925904 w 2197211"/>
              <a:gd name="connsiteY2" fmla="*/ 3042605 h 6858000"/>
              <a:gd name="connsiteX3" fmla="*/ 2152481 w 2197211"/>
              <a:gd name="connsiteY3" fmla="*/ 3544311 h 6858000"/>
              <a:gd name="connsiteX4" fmla="*/ 1294725 w 2197211"/>
              <a:gd name="connsiteY4" fmla="*/ 3681876 h 6858000"/>
              <a:gd name="connsiteX5" fmla="*/ 1011504 w 2197211"/>
              <a:gd name="connsiteY5" fmla="*/ 3843717 h 6858000"/>
              <a:gd name="connsiteX6" fmla="*/ 809204 w 2197211"/>
              <a:gd name="connsiteY6" fmla="*/ 4135031 h 6858000"/>
              <a:gd name="connsiteX7" fmla="*/ 639271 w 2197211"/>
              <a:gd name="connsiteY7" fmla="*/ 4944234 h 6858000"/>
              <a:gd name="connsiteX8" fmla="*/ 655455 w 2197211"/>
              <a:gd name="connsiteY8" fmla="*/ 6858000 h 6858000"/>
              <a:gd name="connsiteX9" fmla="*/ 0 w 2197211"/>
              <a:gd name="connsiteY9" fmla="*/ 6858000 h 6858000"/>
              <a:gd name="connsiteX10" fmla="*/ 0 w 2197211"/>
              <a:gd name="connsiteY10" fmla="*/ 0 h 6858000"/>
              <a:gd name="connsiteX0" fmla="*/ 0 w 2173832"/>
              <a:gd name="connsiteY0" fmla="*/ 0 h 6858000"/>
              <a:gd name="connsiteX1" fmla="*/ 655455 w 2173832"/>
              <a:gd name="connsiteY1" fmla="*/ 0 h 6858000"/>
              <a:gd name="connsiteX2" fmla="*/ 1925904 w 2173832"/>
              <a:gd name="connsiteY2" fmla="*/ 3042605 h 6858000"/>
              <a:gd name="connsiteX3" fmla="*/ 2152481 w 2173832"/>
              <a:gd name="connsiteY3" fmla="*/ 3544311 h 6858000"/>
              <a:gd name="connsiteX4" fmla="*/ 1294725 w 2173832"/>
              <a:gd name="connsiteY4" fmla="*/ 3681876 h 6858000"/>
              <a:gd name="connsiteX5" fmla="*/ 1011504 w 2173832"/>
              <a:gd name="connsiteY5" fmla="*/ 3843717 h 6858000"/>
              <a:gd name="connsiteX6" fmla="*/ 809204 w 2173832"/>
              <a:gd name="connsiteY6" fmla="*/ 4135031 h 6858000"/>
              <a:gd name="connsiteX7" fmla="*/ 639271 w 2173832"/>
              <a:gd name="connsiteY7" fmla="*/ 4944234 h 6858000"/>
              <a:gd name="connsiteX8" fmla="*/ 655455 w 2173832"/>
              <a:gd name="connsiteY8" fmla="*/ 6858000 h 6858000"/>
              <a:gd name="connsiteX9" fmla="*/ 0 w 2173832"/>
              <a:gd name="connsiteY9" fmla="*/ 6858000 h 6858000"/>
              <a:gd name="connsiteX10" fmla="*/ 0 w 2173832"/>
              <a:gd name="connsiteY10" fmla="*/ 0 h 6858000"/>
              <a:gd name="connsiteX0" fmla="*/ 0 w 2509126"/>
              <a:gd name="connsiteY0" fmla="*/ 0 h 6858000"/>
              <a:gd name="connsiteX1" fmla="*/ 655455 w 2509126"/>
              <a:gd name="connsiteY1" fmla="*/ 0 h 6858000"/>
              <a:gd name="connsiteX2" fmla="*/ 2508530 w 2509126"/>
              <a:gd name="connsiteY2" fmla="*/ 3382471 h 6858000"/>
              <a:gd name="connsiteX3" fmla="*/ 2152481 w 2509126"/>
              <a:gd name="connsiteY3" fmla="*/ 3544311 h 6858000"/>
              <a:gd name="connsiteX4" fmla="*/ 1294725 w 2509126"/>
              <a:gd name="connsiteY4" fmla="*/ 3681876 h 6858000"/>
              <a:gd name="connsiteX5" fmla="*/ 1011504 w 2509126"/>
              <a:gd name="connsiteY5" fmla="*/ 3843717 h 6858000"/>
              <a:gd name="connsiteX6" fmla="*/ 809204 w 2509126"/>
              <a:gd name="connsiteY6" fmla="*/ 4135031 h 6858000"/>
              <a:gd name="connsiteX7" fmla="*/ 639271 w 2509126"/>
              <a:gd name="connsiteY7" fmla="*/ 4944234 h 6858000"/>
              <a:gd name="connsiteX8" fmla="*/ 655455 w 2509126"/>
              <a:gd name="connsiteY8" fmla="*/ 6858000 h 6858000"/>
              <a:gd name="connsiteX9" fmla="*/ 0 w 2509126"/>
              <a:gd name="connsiteY9" fmla="*/ 6858000 h 6858000"/>
              <a:gd name="connsiteX10" fmla="*/ 0 w 2509126"/>
              <a:gd name="connsiteY10" fmla="*/ 0 h 6858000"/>
              <a:gd name="connsiteX0" fmla="*/ 0 w 2509126"/>
              <a:gd name="connsiteY0" fmla="*/ 0 h 6858000"/>
              <a:gd name="connsiteX1" fmla="*/ 655455 w 2509126"/>
              <a:gd name="connsiteY1" fmla="*/ 0 h 6858000"/>
              <a:gd name="connsiteX2" fmla="*/ 2508530 w 2509126"/>
              <a:gd name="connsiteY2" fmla="*/ 3382471 h 6858000"/>
              <a:gd name="connsiteX3" fmla="*/ 2152481 w 2509126"/>
              <a:gd name="connsiteY3" fmla="*/ 3544311 h 6858000"/>
              <a:gd name="connsiteX4" fmla="*/ 1294725 w 2509126"/>
              <a:gd name="connsiteY4" fmla="*/ 3681876 h 6858000"/>
              <a:gd name="connsiteX5" fmla="*/ 1011504 w 2509126"/>
              <a:gd name="connsiteY5" fmla="*/ 3843717 h 6858000"/>
              <a:gd name="connsiteX6" fmla="*/ 809204 w 2509126"/>
              <a:gd name="connsiteY6" fmla="*/ 4135031 h 6858000"/>
              <a:gd name="connsiteX7" fmla="*/ 639271 w 2509126"/>
              <a:gd name="connsiteY7" fmla="*/ 4944234 h 6858000"/>
              <a:gd name="connsiteX8" fmla="*/ 655455 w 2509126"/>
              <a:gd name="connsiteY8" fmla="*/ 6858000 h 6858000"/>
              <a:gd name="connsiteX9" fmla="*/ 0 w 2509126"/>
              <a:gd name="connsiteY9" fmla="*/ 6858000 h 6858000"/>
              <a:gd name="connsiteX10" fmla="*/ 0 w 2509126"/>
              <a:gd name="connsiteY10" fmla="*/ 0 h 6858000"/>
              <a:gd name="connsiteX0" fmla="*/ 0 w 2509670"/>
              <a:gd name="connsiteY0" fmla="*/ 0 h 6858000"/>
              <a:gd name="connsiteX1" fmla="*/ 655455 w 2509670"/>
              <a:gd name="connsiteY1" fmla="*/ 0 h 6858000"/>
              <a:gd name="connsiteX2" fmla="*/ 2192941 w 2509670"/>
              <a:gd name="connsiteY2" fmla="*/ 2767476 h 6858000"/>
              <a:gd name="connsiteX3" fmla="*/ 2508530 w 2509670"/>
              <a:gd name="connsiteY3" fmla="*/ 3382471 h 6858000"/>
              <a:gd name="connsiteX4" fmla="*/ 2152481 w 2509670"/>
              <a:gd name="connsiteY4" fmla="*/ 3544311 h 6858000"/>
              <a:gd name="connsiteX5" fmla="*/ 1294725 w 2509670"/>
              <a:gd name="connsiteY5" fmla="*/ 3681876 h 6858000"/>
              <a:gd name="connsiteX6" fmla="*/ 1011504 w 2509670"/>
              <a:gd name="connsiteY6" fmla="*/ 3843717 h 6858000"/>
              <a:gd name="connsiteX7" fmla="*/ 809204 w 2509670"/>
              <a:gd name="connsiteY7" fmla="*/ 4135031 h 6858000"/>
              <a:gd name="connsiteX8" fmla="*/ 639271 w 2509670"/>
              <a:gd name="connsiteY8" fmla="*/ 4944234 h 6858000"/>
              <a:gd name="connsiteX9" fmla="*/ 655455 w 2509670"/>
              <a:gd name="connsiteY9" fmla="*/ 6858000 h 6858000"/>
              <a:gd name="connsiteX10" fmla="*/ 0 w 2509670"/>
              <a:gd name="connsiteY10" fmla="*/ 6858000 h 6858000"/>
              <a:gd name="connsiteX11" fmla="*/ 0 w 2509670"/>
              <a:gd name="connsiteY11" fmla="*/ 0 h 6858000"/>
              <a:gd name="connsiteX0" fmla="*/ 0 w 2509126"/>
              <a:gd name="connsiteY0" fmla="*/ 0 h 6858000"/>
              <a:gd name="connsiteX1" fmla="*/ 655455 w 2509126"/>
              <a:gd name="connsiteY1" fmla="*/ 0 h 6858000"/>
              <a:gd name="connsiteX2" fmla="*/ 2192941 w 2509126"/>
              <a:gd name="connsiteY2" fmla="*/ 2767476 h 6858000"/>
              <a:gd name="connsiteX3" fmla="*/ 2508530 w 2509126"/>
              <a:gd name="connsiteY3" fmla="*/ 3382471 h 6858000"/>
              <a:gd name="connsiteX4" fmla="*/ 2152481 w 2509126"/>
              <a:gd name="connsiteY4" fmla="*/ 3544311 h 6858000"/>
              <a:gd name="connsiteX5" fmla="*/ 1294725 w 2509126"/>
              <a:gd name="connsiteY5" fmla="*/ 3681876 h 6858000"/>
              <a:gd name="connsiteX6" fmla="*/ 1011504 w 2509126"/>
              <a:gd name="connsiteY6" fmla="*/ 3843717 h 6858000"/>
              <a:gd name="connsiteX7" fmla="*/ 809204 w 2509126"/>
              <a:gd name="connsiteY7" fmla="*/ 4135031 h 6858000"/>
              <a:gd name="connsiteX8" fmla="*/ 639271 w 2509126"/>
              <a:gd name="connsiteY8" fmla="*/ 4944234 h 6858000"/>
              <a:gd name="connsiteX9" fmla="*/ 655455 w 2509126"/>
              <a:gd name="connsiteY9" fmla="*/ 6858000 h 6858000"/>
              <a:gd name="connsiteX10" fmla="*/ 0 w 2509126"/>
              <a:gd name="connsiteY10" fmla="*/ 6858000 h 6858000"/>
              <a:gd name="connsiteX11" fmla="*/ 0 w 2509126"/>
              <a:gd name="connsiteY11" fmla="*/ 0 h 6858000"/>
              <a:gd name="connsiteX0" fmla="*/ 0 w 2509126"/>
              <a:gd name="connsiteY0" fmla="*/ 0 h 6858000"/>
              <a:gd name="connsiteX1" fmla="*/ 655455 w 2509126"/>
              <a:gd name="connsiteY1" fmla="*/ 0 h 6858000"/>
              <a:gd name="connsiteX2" fmla="*/ 2192941 w 2509126"/>
              <a:gd name="connsiteY2" fmla="*/ 2767476 h 6858000"/>
              <a:gd name="connsiteX3" fmla="*/ 2508530 w 2509126"/>
              <a:gd name="connsiteY3" fmla="*/ 3382471 h 6858000"/>
              <a:gd name="connsiteX4" fmla="*/ 2152481 w 2509126"/>
              <a:gd name="connsiteY4" fmla="*/ 3544311 h 6858000"/>
              <a:gd name="connsiteX5" fmla="*/ 1294725 w 2509126"/>
              <a:gd name="connsiteY5" fmla="*/ 3681876 h 6858000"/>
              <a:gd name="connsiteX6" fmla="*/ 1011504 w 2509126"/>
              <a:gd name="connsiteY6" fmla="*/ 3843717 h 6858000"/>
              <a:gd name="connsiteX7" fmla="*/ 809204 w 2509126"/>
              <a:gd name="connsiteY7" fmla="*/ 4135031 h 6858000"/>
              <a:gd name="connsiteX8" fmla="*/ 639271 w 2509126"/>
              <a:gd name="connsiteY8" fmla="*/ 4944234 h 6858000"/>
              <a:gd name="connsiteX9" fmla="*/ 655455 w 2509126"/>
              <a:gd name="connsiteY9" fmla="*/ 6858000 h 6858000"/>
              <a:gd name="connsiteX10" fmla="*/ 0 w 2509126"/>
              <a:gd name="connsiteY10" fmla="*/ 6858000 h 6858000"/>
              <a:gd name="connsiteX11" fmla="*/ 0 w 2509126"/>
              <a:gd name="connsiteY11" fmla="*/ 0 h 6858000"/>
              <a:gd name="connsiteX0" fmla="*/ 0 w 2646550"/>
              <a:gd name="connsiteY0" fmla="*/ 0 h 6858000"/>
              <a:gd name="connsiteX1" fmla="*/ 655455 w 2646550"/>
              <a:gd name="connsiteY1" fmla="*/ 0 h 6858000"/>
              <a:gd name="connsiteX2" fmla="*/ 2646095 w 2646550"/>
              <a:gd name="connsiteY2" fmla="*/ 3123526 h 6858000"/>
              <a:gd name="connsiteX3" fmla="*/ 2508530 w 2646550"/>
              <a:gd name="connsiteY3" fmla="*/ 3382471 h 6858000"/>
              <a:gd name="connsiteX4" fmla="*/ 2152481 w 2646550"/>
              <a:gd name="connsiteY4" fmla="*/ 3544311 h 6858000"/>
              <a:gd name="connsiteX5" fmla="*/ 1294725 w 2646550"/>
              <a:gd name="connsiteY5" fmla="*/ 3681876 h 6858000"/>
              <a:gd name="connsiteX6" fmla="*/ 1011504 w 2646550"/>
              <a:gd name="connsiteY6" fmla="*/ 3843717 h 6858000"/>
              <a:gd name="connsiteX7" fmla="*/ 809204 w 2646550"/>
              <a:gd name="connsiteY7" fmla="*/ 4135031 h 6858000"/>
              <a:gd name="connsiteX8" fmla="*/ 639271 w 2646550"/>
              <a:gd name="connsiteY8" fmla="*/ 4944234 h 6858000"/>
              <a:gd name="connsiteX9" fmla="*/ 655455 w 2646550"/>
              <a:gd name="connsiteY9" fmla="*/ 6858000 h 6858000"/>
              <a:gd name="connsiteX10" fmla="*/ 0 w 2646550"/>
              <a:gd name="connsiteY10" fmla="*/ 6858000 h 6858000"/>
              <a:gd name="connsiteX11" fmla="*/ 0 w 2646550"/>
              <a:gd name="connsiteY11" fmla="*/ 0 h 6858000"/>
              <a:gd name="connsiteX0" fmla="*/ 0 w 2646550"/>
              <a:gd name="connsiteY0" fmla="*/ 0 h 6858000"/>
              <a:gd name="connsiteX1" fmla="*/ 655455 w 2646550"/>
              <a:gd name="connsiteY1" fmla="*/ 0 h 6858000"/>
              <a:gd name="connsiteX2" fmla="*/ 2306229 w 2646550"/>
              <a:gd name="connsiteY2" fmla="*/ 2557083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711542"/>
              <a:gd name="connsiteY0" fmla="*/ 0 h 6858000"/>
              <a:gd name="connsiteX1" fmla="*/ 655455 w 2711542"/>
              <a:gd name="connsiteY1" fmla="*/ 0 h 6858000"/>
              <a:gd name="connsiteX2" fmla="*/ 2540898 w 2711542"/>
              <a:gd name="connsiteY2" fmla="*/ 2322414 h 6858000"/>
              <a:gd name="connsiteX3" fmla="*/ 2646095 w 2711542"/>
              <a:gd name="connsiteY3" fmla="*/ 3123526 h 6858000"/>
              <a:gd name="connsiteX4" fmla="*/ 2508530 w 2711542"/>
              <a:gd name="connsiteY4" fmla="*/ 3382471 h 6858000"/>
              <a:gd name="connsiteX5" fmla="*/ 2152481 w 2711542"/>
              <a:gd name="connsiteY5" fmla="*/ 3544311 h 6858000"/>
              <a:gd name="connsiteX6" fmla="*/ 1294725 w 2711542"/>
              <a:gd name="connsiteY6" fmla="*/ 3681876 h 6858000"/>
              <a:gd name="connsiteX7" fmla="*/ 1011504 w 2711542"/>
              <a:gd name="connsiteY7" fmla="*/ 3843717 h 6858000"/>
              <a:gd name="connsiteX8" fmla="*/ 809204 w 2711542"/>
              <a:gd name="connsiteY8" fmla="*/ 4135031 h 6858000"/>
              <a:gd name="connsiteX9" fmla="*/ 639271 w 2711542"/>
              <a:gd name="connsiteY9" fmla="*/ 4944234 h 6858000"/>
              <a:gd name="connsiteX10" fmla="*/ 655455 w 2711542"/>
              <a:gd name="connsiteY10" fmla="*/ 6858000 h 6858000"/>
              <a:gd name="connsiteX11" fmla="*/ 0 w 2711542"/>
              <a:gd name="connsiteY11" fmla="*/ 6858000 h 6858000"/>
              <a:gd name="connsiteX12" fmla="*/ 0 w 2711542"/>
              <a:gd name="connsiteY12" fmla="*/ 0 h 6858000"/>
              <a:gd name="connsiteX0" fmla="*/ 0 w 2646550"/>
              <a:gd name="connsiteY0" fmla="*/ 0 h 6858000"/>
              <a:gd name="connsiteX1" fmla="*/ 655455 w 2646550"/>
              <a:gd name="connsiteY1" fmla="*/ 0 h 6858000"/>
              <a:gd name="connsiteX2" fmla="*/ 2540898 w 2646550"/>
              <a:gd name="connsiteY2" fmla="*/ 2322414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646550"/>
              <a:gd name="connsiteY0" fmla="*/ 0 h 6858000"/>
              <a:gd name="connsiteX1" fmla="*/ 655455 w 2646550"/>
              <a:gd name="connsiteY1" fmla="*/ 0 h 6858000"/>
              <a:gd name="connsiteX2" fmla="*/ 2540898 w 2646550"/>
              <a:gd name="connsiteY2" fmla="*/ 2322414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719333"/>
              <a:gd name="connsiteY0" fmla="*/ 0 h 6858000"/>
              <a:gd name="connsiteX1" fmla="*/ 655455 w 2719333"/>
              <a:gd name="connsiteY1" fmla="*/ 0 h 6858000"/>
              <a:gd name="connsiteX2" fmla="*/ 2718923 w 2719333"/>
              <a:gd name="connsiteY2" fmla="*/ 2937409 h 6858000"/>
              <a:gd name="connsiteX3" fmla="*/ 2646095 w 2719333"/>
              <a:gd name="connsiteY3" fmla="*/ 3123526 h 6858000"/>
              <a:gd name="connsiteX4" fmla="*/ 2508530 w 2719333"/>
              <a:gd name="connsiteY4" fmla="*/ 3382471 h 6858000"/>
              <a:gd name="connsiteX5" fmla="*/ 2152481 w 2719333"/>
              <a:gd name="connsiteY5" fmla="*/ 3544311 h 6858000"/>
              <a:gd name="connsiteX6" fmla="*/ 1294725 w 2719333"/>
              <a:gd name="connsiteY6" fmla="*/ 3681876 h 6858000"/>
              <a:gd name="connsiteX7" fmla="*/ 1011504 w 2719333"/>
              <a:gd name="connsiteY7" fmla="*/ 3843717 h 6858000"/>
              <a:gd name="connsiteX8" fmla="*/ 809204 w 2719333"/>
              <a:gd name="connsiteY8" fmla="*/ 4135031 h 6858000"/>
              <a:gd name="connsiteX9" fmla="*/ 639271 w 2719333"/>
              <a:gd name="connsiteY9" fmla="*/ 4944234 h 6858000"/>
              <a:gd name="connsiteX10" fmla="*/ 655455 w 2719333"/>
              <a:gd name="connsiteY10" fmla="*/ 6858000 h 6858000"/>
              <a:gd name="connsiteX11" fmla="*/ 0 w 2719333"/>
              <a:gd name="connsiteY11" fmla="*/ 6858000 h 6858000"/>
              <a:gd name="connsiteX12" fmla="*/ 0 w 2719333"/>
              <a:gd name="connsiteY12"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21188"/>
              <a:gd name="connsiteY0" fmla="*/ 0 h 6858000"/>
              <a:gd name="connsiteX1" fmla="*/ 655455 w 2721188"/>
              <a:gd name="connsiteY1" fmla="*/ 0 h 6858000"/>
              <a:gd name="connsiteX2" fmla="*/ 2395242 w 2721188"/>
              <a:gd name="connsiteY2" fmla="*/ 2435703 h 6858000"/>
              <a:gd name="connsiteX3" fmla="*/ 2718923 w 2721188"/>
              <a:gd name="connsiteY3" fmla="*/ 2937409 h 6858000"/>
              <a:gd name="connsiteX4" fmla="*/ 2646095 w 2721188"/>
              <a:gd name="connsiteY4" fmla="*/ 3123526 h 6858000"/>
              <a:gd name="connsiteX5" fmla="*/ 2508530 w 2721188"/>
              <a:gd name="connsiteY5" fmla="*/ 3382471 h 6858000"/>
              <a:gd name="connsiteX6" fmla="*/ 2152481 w 2721188"/>
              <a:gd name="connsiteY6" fmla="*/ 3544311 h 6858000"/>
              <a:gd name="connsiteX7" fmla="*/ 1294725 w 2721188"/>
              <a:gd name="connsiteY7" fmla="*/ 3681876 h 6858000"/>
              <a:gd name="connsiteX8" fmla="*/ 1011504 w 2721188"/>
              <a:gd name="connsiteY8" fmla="*/ 3843717 h 6858000"/>
              <a:gd name="connsiteX9" fmla="*/ 809204 w 2721188"/>
              <a:gd name="connsiteY9" fmla="*/ 4135031 h 6858000"/>
              <a:gd name="connsiteX10" fmla="*/ 639271 w 2721188"/>
              <a:gd name="connsiteY10" fmla="*/ 4944234 h 6858000"/>
              <a:gd name="connsiteX11" fmla="*/ 655455 w 2721188"/>
              <a:gd name="connsiteY11" fmla="*/ 6858000 h 6858000"/>
              <a:gd name="connsiteX12" fmla="*/ 0 w 2721188"/>
              <a:gd name="connsiteY12" fmla="*/ 6858000 h 6858000"/>
              <a:gd name="connsiteX13" fmla="*/ 0 w 2721188"/>
              <a:gd name="connsiteY13"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19531"/>
              <a:gd name="connsiteY0" fmla="*/ 0 h 6858000"/>
              <a:gd name="connsiteX1" fmla="*/ 655455 w 2719531"/>
              <a:gd name="connsiteY1" fmla="*/ 0 h 6858000"/>
              <a:gd name="connsiteX2" fmla="*/ 2662279 w 2719531"/>
              <a:gd name="connsiteY2" fmla="*/ 2484255 h 6858000"/>
              <a:gd name="connsiteX3" fmla="*/ 2718923 w 2719531"/>
              <a:gd name="connsiteY3" fmla="*/ 2937409 h 6858000"/>
              <a:gd name="connsiteX4" fmla="*/ 2646095 w 2719531"/>
              <a:gd name="connsiteY4" fmla="*/ 3123526 h 6858000"/>
              <a:gd name="connsiteX5" fmla="*/ 2508530 w 2719531"/>
              <a:gd name="connsiteY5" fmla="*/ 3382471 h 6858000"/>
              <a:gd name="connsiteX6" fmla="*/ 2152481 w 2719531"/>
              <a:gd name="connsiteY6" fmla="*/ 3544311 h 6858000"/>
              <a:gd name="connsiteX7" fmla="*/ 1294725 w 2719531"/>
              <a:gd name="connsiteY7" fmla="*/ 3681876 h 6858000"/>
              <a:gd name="connsiteX8" fmla="*/ 1011504 w 2719531"/>
              <a:gd name="connsiteY8" fmla="*/ 3843717 h 6858000"/>
              <a:gd name="connsiteX9" fmla="*/ 809204 w 2719531"/>
              <a:gd name="connsiteY9" fmla="*/ 4135031 h 6858000"/>
              <a:gd name="connsiteX10" fmla="*/ 639271 w 2719531"/>
              <a:gd name="connsiteY10" fmla="*/ 4944234 h 6858000"/>
              <a:gd name="connsiteX11" fmla="*/ 655455 w 2719531"/>
              <a:gd name="connsiteY11" fmla="*/ 6858000 h 6858000"/>
              <a:gd name="connsiteX12" fmla="*/ 0 w 2719531"/>
              <a:gd name="connsiteY12" fmla="*/ 6858000 h 6858000"/>
              <a:gd name="connsiteX13" fmla="*/ 0 w 2719531"/>
              <a:gd name="connsiteY13"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524714 w 2719531"/>
              <a:gd name="connsiteY2" fmla="*/ 1885444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524714 w 2719531"/>
              <a:gd name="connsiteY2" fmla="*/ 1885444 h 6858000"/>
              <a:gd name="connsiteX3" fmla="*/ 2662279 w 2719531"/>
              <a:gd name="connsiteY3" fmla="*/ 244379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55455 w 2719348"/>
              <a:gd name="connsiteY12" fmla="*/ 6858000 h 6858000"/>
              <a:gd name="connsiteX13" fmla="*/ 0 w 2719348"/>
              <a:gd name="connsiteY13" fmla="*/ 6858000 h 6858000"/>
              <a:gd name="connsiteX14" fmla="*/ 0 w 2719348"/>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55455 w 2719348"/>
              <a:gd name="connsiteY12" fmla="*/ 6858000 h 6858000"/>
              <a:gd name="connsiteX13" fmla="*/ 0 w 2719348"/>
              <a:gd name="connsiteY13" fmla="*/ 6858000 h 6858000"/>
              <a:gd name="connsiteX14" fmla="*/ 0 w 2719348"/>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47362 w 2719348"/>
              <a:gd name="connsiteY12" fmla="*/ 5470216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704006 w 2719348"/>
              <a:gd name="connsiteY13" fmla="*/ 605284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1035781 w 2719348"/>
              <a:gd name="connsiteY14" fmla="*/ 6858000 h 6858000"/>
              <a:gd name="connsiteX15" fmla="*/ 0 w 2719348"/>
              <a:gd name="connsiteY15" fmla="*/ 6858000 h 6858000"/>
              <a:gd name="connsiteX16" fmla="*/ 0 w 2719348"/>
              <a:gd name="connsiteY16" fmla="*/ 0 h 6858000"/>
              <a:gd name="connsiteX0" fmla="*/ 0 w 2719348"/>
              <a:gd name="connsiteY0" fmla="*/ 0 h 6858011"/>
              <a:gd name="connsiteX1" fmla="*/ 655455 w 2719348"/>
              <a:gd name="connsiteY1" fmla="*/ 0 h 6858011"/>
              <a:gd name="connsiteX2" fmla="*/ 2524714 w 2719348"/>
              <a:gd name="connsiteY2" fmla="*/ 1885444 h 6858011"/>
              <a:gd name="connsiteX3" fmla="*/ 2638003 w 2719348"/>
              <a:gd name="connsiteY3" fmla="*/ 2403335 h 6858011"/>
              <a:gd name="connsiteX4" fmla="*/ 2718923 w 2719348"/>
              <a:gd name="connsiteY4" fmla="*/ 2937409 h 6858011"/>
              <a:gd name="connsiteX5" fmla="*/ 2646095 w 2719348"/>
              <a:gd name="connsiteY5" fmla="*/ 3123526 h 6858011"/>
              <a:gd name="connsiteX6" fmla="*/ 2508530 w 2719348"/>
              <a:gd name="connsiteY6" fmla="*/ 3382471 h 6858011"/>
              <a:gd name="connsiteX7" fmla="*/ 2152481 w 2719348"/>
              <a:gd name="connsiteY7" fmla="*/ 3544311 h 6858011"/>
              <a:gd name="connsiteX8" fmla="*/ 1294725 w 2719348"/>
              <a:gd name="connsiteY8" fmla="*/ 3681876 h 6858011"/>
              <a:gd name="connsiteX9" fmla="*/ 1011504 w 2719348"/>
              <a:gd name="connsiteY9" fmla="*/ 3843717 h 6858011"/>
              <a:gd name="connsiteX10" fmla="*/ 809204 w 2719348"/>
              <a:gd name="connsiteY10" fmla="*/ 4135031 h 6858011"/>
              <a:gd name="connsiteX11" fmla="*/ 639271 w 2719348"/>
              <a:gd name="connsiteY11" fmla="*/ 4944234 h 6858011"/>
              <a:gd name="connsiteX12" fmla="*/ 720190 w 2719348"/>
              <a:gd name="connsiteY12" fmla="*/ 5526860 h 6858011"/>
              <a:gd name="connsiteX13" fmla="*/ 833479 w 2719348"/>
              <a:gd name="connsiteY13" fmla="*/ 6093302 h 6858011"/>
              <a:gd name="connsiteX14" fmla="*/ 1035781 w 2719348"/>
              <a:gd name="connsiteY14" fmla="*/ 6858000 h 6858011"/>
              <a:gd name="connsiteX15" fmla="*/ 0 w 2719348"/>
              <a:gd name="connsiteY15" fmla="*/ 6858000 h 6858011"/>
              <a:gd name="connsiteX16" fmla="*/ 0 w 2719348"/>
              <a:gd name="connsiteY16" fmla="*/ 0 h 6858011"/>
              <a:gd name="connsiteX0" fmla="*/ 0 w 2719348"/>
              <a:gd name="connsiteY0" fmla="*/ 0 h 6858011"/>
              <a:gd name="connsiteX1" fmla="*/ 655455 w 2719348"/>
              <a:gd name="connsiteY1" fmla="*/ 0 h 6858011"/>
              <a:gd name="connsiteX2" fmla="*/ 2524714 w 2719348"/>
              <a:gd name="connsiteY2" fmla="*/ 1885444 h 6858011"/>
              <a:gd name="connsiteX3" fmla="*/ 2638003 w 2719348"/>
              <a:gd name="connsiteY3" fmla="*/ 2403335 h 6858011"/>
              <a:gd name="connsiteX4" fmla="*/ 2718923 w 2719348"/>
              <a:gd name="connsiteY4" fmla="*/ 2937409 h 6858011"/>
              <a:gd name="connsiteX5" fmla="*/ 2646095 w 2719348"/>
              <a:gd name="connsiteY5" fmla="*/ 3123526 h 6858011"/>
              <a:gd name="connsiteX6" fmla="*/ 2508530 w 2719348"/>
              <a:gd name="connsiteY6" fmla="*/ 3382471 h 6858011"/>
              <a:gd name="connsiteX7" fmla="*/ 2152481 w 2719348"/>
              <a:gd name="connsiteY7" fmla="*/ 3544311 h 6858011"/>
              <a:gd name="connsiteX8" fmla="*/ 1294725 w 2719348"/>
              <a:gd name="connsiteY8" fmla="*/ 3681876 h 6858011"/>
              <a:gd name="connsiteX9" fmla="*/ 1011504 w 2719348"/>
              <a:gd name="connsiteY9" fmla="*/ 3843717 h 6858011"/>
              <a:gd name="connsiteX10" fmla="*/ 809204 w 2719348"/>
              <a:gd name="connsiteY10" fmla="*/ 4135031 h 6858011"/>
              <a:gd name="connsiteX11" fmla="*/ 639271 w 2719348"/>
              <a:gd name="connsiteY11" fmla="*/ 4944234 h 6858011"/>
              <a:gd name="connsiteX12" fmla="*/ 720190 w 2719348"/>
              <a:gd name="connsiteY12" fmla="*/ 5526860 h 6858011"/>
              <a:gd name="connsiteX13" fmla="*/ 809203 w 2719348"/>
              <a:gd name="connsiteY13" fmla="*/ 6109486 h 6858011"/>
              <a:gd name="connsiteX14" fmla="*/ 1035781 w 2719348"/>
              <a:gd name="connsiteY14" fmla="*/ 6858000 h 6858011"/>
              <a:gd name="connsiteX15" fmla="*/ 0 w 2719348"/>
              <a:gd name="connsiteY15" fmla="*/ 6858000 h 6858011"/>
              <a:gd name="connsiteX16" fmla="*/ 0 w 2719348"/>
              <a:gd name="connsiteY16"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2459978 w 2719348"/>
              <a:gd name="connsiteY2" fmla="*/ 1076241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2459978 w 2719348"/>
              <a:gd name="connsiteY2" fmla="*/ 1076241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27015"/>
              <a:gd name="connsiteY0" fmla="*/ 0 h 6858011"/>
              <a:gd name="connsiteX1" fmla="*/ 655455 w 2727015"/>
              <a:gd name="connsiteY1" fmla="*/ 0 h 6858011"/>
              <a:gd name="connsiteX2" fmla="*/ 2727015 w 2727015"/>
              <a:gd name="connsiteY2" fmla="*/ 364142 h 6858011"/>
              <a:gd name="connsiteX3" fmla="*/ 2459978 w 2727015"/>
              <a:gd name="connsiteY3" fmla="*/ 1076241 h 6858011"/>
              <a:gd name="connsiteX4" fmla="*/ 2524714 w 2727015"/>
              <a:gd name="connsiteY4" fmla="*/ 1885444 h 6858011"/>
              <a:gd name="connsiteX5" fmla="*/ 2638003 w 2727015"/>
              <a:gd name="connsiteY5" fmla="*/ 2403335 h 6858011"/>
              <a:gd name="connsiteX6" fmla="*/ 2718923 w 2727015"/>
              <a:gd name="connsiteY6" fmla="*/ 2937409 h 6858011"/>
              <a:gd name="connsiteX7" fmla="*/ 2646095 w 2727015"/>
              <a:gd name="connsiteY7" fmla="*/ 3123526 h 6858011"/>
              <a:gd name="connsiteX8" fmla="*/ 2508530 w 2727015"/>
              <a:gd name="connsiteY8" fmla="*/ 3382471 h 6858011"/>
              <a:gd name="connsiteX9" fmla="*/ 2152481 w 2727015"/>
              <a:gd name="connsiteY9" fmla="*/ 3544311 h 6858011"/>
              <a:gd name="connsiteX10" fmla="*/ 1294725 w 2727015"/>
              <a:gd name="connsiteY10" fmla="*/ 3681876 h 6858011"/>
              <a:gd name="connsiteX11" fmla="*/ 1011504 w 2727015"/>
              <a:gd name="connsiteY11" fmla="*/ 3843717 h 6858011"/>
              <a:gd name="connsiteX12" fmla="*/ 809204 w 2727015"/>
              <a:gd name="connsiteY12" fmla="*/ 4135031 h 6858011"/>
              <a:gd name="connsiteX13" fmla="*/ 639271 w 2727015"/>
              <a:gd name="connsiteY13" fmla="*/ 4944234 h 6858011"/>
              <a:gd name="connsiteX14" fmla="*/ 720190 w 2727015"/>
              <a:gd name="connsiteY14" fmla="*/ 5526860 h 6858011"/>
              <a:gd name="connsiteX15" fmla="*/ 809203 w 2727015"/>
              <a:gd name="connsiteY15" fmla="*/ 6109486 h 6858011"/>
              <a:gd name="connsiteX16" fmla="*/ 1035781 w 2727015"/>
              <a:gd name="connsiteY16" fmla="*/ 6858000 h 6858011"/>
              <a:gd name="connsiteX17" fmla="*/ 0 w 2727015"/>
              <a:gd name="connsiteY17" fmla="*/ 6858000 h 6858011"/>
              <a:gd name="connsiteX18" fmla="*/ 0 w 2727015"/>
              <a:gd name="connsiteY18" fmla="*/ 0 h 6858011"/>
              <a:gd name="connsiteX0" fmla="*/ 0 w 2727015"/>
              <a:gd name="connsiteY0" fmla="*/ 0 h 6858011"/>
              <a:gd name="connsiteX1" fmla="*/ 655455 w 2727015"/>
              <a:gd name="connsiteY1" fmla="*/ 0 h 6858011"/>
              <a:gd name="connsiteX2" fmla="*/ 2727015 w 2727015"/>
              <a:gd name="connsiteY2" fmla="*/ 364142 h 6858011"/>
              <a:gd name="connsiteX3" fmla="*/ 2459978 w 2727015"/>
              <a:gd name="connsiteY3" fmla="*/ 1076241 h 6858011"/>
              <a:gd name="connsiteX4" fmla="*/ 2524714 w 2727015"/>
              <a:gd name="connsiteY4" fmla="*/ 1885444 h 6858011"/>
              <a:gd name="connsiteX5" fmla="*/ 2638003 w 2727015"/>
              <a:gd name="connsiteY5" fmla="*/ 2403335 h 6858011"/>
              <a:gd name="connsiteX6" fmla="*/ 2718923 w 2727015"/>
              <a:gd name="connsiteY6" fmla="*/ 2937409 h 6858011"/>
              <a:gd name="connsiteX7" fmla="*/ 2646095 w 2727015"/>
              <a:gd name="connsiteY7" fmla="*/ 3123526 h 6858011"/>
              <a:gd name="connsiteX8" fmla="*/ 2508530 w 2727015"/>
              <a:gd name="connsiteY8" fmla="*/ 3382471 h 6858011"/>
              <a:gd name="connsiteX9" fmla="*/ 2152481 w 2727015"/>
              <a:gd name="connsiteY9" fmla="*/ 3544311 h 6858011"/>
              <a:gd name="connsiteX10" fmla="*/ 1294725 w 2727015"/>
              <a:gd name="connsiteY10" fmla="*/ 3681876 h 6858011"/>
              <a:gd name="connsiteX11" fmla="*/ 1011504 w 2727015"/>
              <a:gd name="connsiteY11" fmla="*/ 3843717 h 6858011"/>
              <a:gd name="connsiteX12" fmla="*/ 809204 w 2727015"/>
              <a:gd name="connsiteY12" fmla="*/ 4135031 h 6858011"/>
              <a:gd name="connsiteX13" fmla="*/ 639271 w 2727015"/>
              <a:gd name="connsiteY13" fmla="*/ 4944234 h 6858011"/>
              <a:gd name="connsiteX14" fmla="*/ 720190 w 2727015"/>
              <a:gd name="connsiteY14" fmla="*/ 5526860 h 6858011"/>
              <a:gd name="connsiteX15" fmla="*/ 809203 w 2727015"/>
              <a:gd name="connsiteY15" fmla="*/ 6109486 h 6858011"/>
              <a:gd name="connsiteX16" fmla="*/ 1035781 w 2727015"/>
              <a:gd name="connsiteY16" fmla="*/ 6858000 h 6858011"/>
              <a:gd name="connsiteX17" fmla="*/ 0 w 2727015"/>
              <a:gd name="connsiteY17" fmla="*/ 6858000 h 6858011"/>
              <a:gd name="connsiteX18" fmla="*/ 0 w 2727015"/>
              <a:gd name="connsiteY18" fmla="*/ 0 h 6858011"/>
              <a:gd name="connsiteX0" fmla="*/ 0 w 3099577"/>
              <a:gd name="connsiteY0" fmla="*/ 0 h 6858011"/>
              <a:gd name="connsiteX1" fmla="*/ 3002145 w 3099577"/>
              <a:gd name="connsiteY1" fmla="*/ 0 h 6858011"/>
              <a:gd name="connsiteX2" fmla="*/ 2727015 w 3099577"/>
              <a:gd name="connsiteY2" fmla="*/ 364142 h 6858011"/>
              <a:gd name="connsiteX3" fmla="*/ 2459978 w 3099577"/>
              <a:gd name="connsiteY3" fmla="*/ 1076241 h 6858011"/>
              <a:gd name="connsiteX4" fmla="*/ 2524714 w 3099577"/>
              <a:gd name="connsiteY4" fmla="*/ 1885444 h 6858011"/>
              <a:gd name="connsiteX5" fmla="*/ 2638003 w 3099577"/>
              <a:gd name="connsiteY5" fmla="*/ 2403335 h 6858011"/>
              <a:gd name="connsiteX6" fmla="*/ 2718923 w 3099577"/>
              <a:gd name="connsiteY6" fmla="*/ 2937409 h 6858011"/>
              <a:gd name="connsiteX7" fmla="*/ 2646095 w 3099577"/>
              <a:gd name="connsiteY7" fmla="*/ 3123526 h 6858011"/>
              <a:gd name="connsiteX8" fmla="*/ 2508530 w 3099577"/>
              <a:gd name="connsiteY8" fmla="*/ 3382471 h 6858011"/>
              <a:gd name="connsiteX9" fmla="*/ 2152481 w 3099577"/>
              <a:gd name="connsiteY9" fmla="*/ 3544311 h 6858011"/>
              <a:gd name="connsiteX10" fmla="*/ 1294725 w 3099577"/>
              <a:gd name="connsiteY10" fmla="*/ 3681876 h 6858011"/>
              <a:gd name="connsiteX11" fmla="*/ 1011504 w 3099577"/>
              <a:gd name="connsiteY11" fmla="*/ 3843717 h 6858011"/>
              <a:gd name="connsiteX12" fmla="*/ 809204 w 3099577"/>
              <a:gd name="connsiteY12" fmla="*/ 4135031 h 6858011"/>
              <a:gd name="connsiteX13" fmla="*/ 639271 w 3099577"/>
              <a:gd name="connsiteY13" fmla="*/ 4944234 h 6858011"/>
              <a:gd name="connsiteX14" fmla="*/ 720190 w 3099577"/>
              <a:gd name="connsiteY14" fmla="*/ 5526860 h 6858011"/>
              <a:gd name="connsiteX15" fmla="*/ 809203 w 3099577"/>
              <a:gd name="connsiteY15" fmla="*/ 6109486 h 6858011"/>
              <a:gd name="connsiteX16" fmla="*/ 1035781 w 3099577"/>
              <a:gd name="connsiteY16" fmla="*/ 6858000 h 6858011"/>
              <a:gd name="connsiteX17" fmla="*/ 0 w 3099577"/>
              <a:gd name="connsiteY17" fmla="*/ 6858000 h 6858011"/>
              <a:gd name="connsiteX18" fmla="*/ 0 w 3099577"/>
              <a:gd name="connsiteY18" fmla="*/ 0 h 6858011"/>
              <a:gd name="connsiteX0" fmla="*/ 0 w 3002517"/>
              <a:gd name="connsiteY0" fmla="*/ 0 h 6858011"/>
              <a:gd name="connsiteX1" fmla="*/ 3002145 w 3002517"/>
              <a:gd name="connsiteY1" fmla="*/ 0 h 6858011"/>
              <a:gd name="connsiteX2" fmla="*/ 2727015 w 3002517"/>
              <a:gd name="connsiteY2" fmla="*/ 364142 h 6858011"/>
              <a:gd name="connsiteX3" fmla="*/ 2459978 w 3002517"/>
              <a:gd name="connsiteY3" fmla="*/ 1076241 h 6858011"/>
              <a:gd name="connsiteX4" fmla="*/ 2524714 w 3002517"/>
              <a:gd name="connsiteY4" fmla="*/ 1885444 h 6858011"/>
              <a:gd name="connsiteX5" fmla="*/ 2638003 w 3002517"/>
              <a:gd name="connsiteY5" fmla="*/ 2403335 h 6858011"/>
              <a:gd name="connsiteX6" fmla="*/ 2718923 w 3002517"/>
              <a:gd name="connsiteY6" fmla="*/ 2937409 h 6858011"/>
              <a:gd name="connsiteX7" fmla="*/ 2646095 w 3002517"/>
              <a:gd name="connsiteY7" fmla="*/ 3123526 h 6858011"/>
              <a:gd name="connsiteX8" fmla="*/ 2508530 w 3002517"/>
              <a:gd name="connsiteY8" fmla="*/ 3382471 h 6858011"/>
              <a:gd name="connsiteX9" fmla="*/ 2152481 w 3002517"/>
              <a:gd name="connsiteY9" fmla="*/ 3544311 h 6858011"/>
              <a:gd name="connsiteX10" fmla="*/ 1294725 w 3002517"/>
              <a:gd name="connsiteY10" fmla="*/ 3681876 h 6858011"/>
              <a:gd name="connsiteX11" fmla="*/ 1011504 w 3002517"/>
              <a:gd name="connsiteY11" fmla="*/ 3843717 h 6858011"/>
              <a:gd name="connsiteX12" fmla="*/ 809204 w 3002517"/>
              <a:gd name="connsiteY12" fmla="*/ 4135031 h 6858011"/>
              <a:gd name="connsiteX13" fmla="*/ 639271 w 3002517"/>
              <a:gd name="connsiteY13" fmla="*/ 4944234 h 6858011"/>
              <a:gd name="connsiteX14" fmla="*/ 720190 w 3002517"/>
              <a:gd name="connsiteY14" fmla="*/ 5526860 h 6858011"/>
              <a:gd name="connsiteX15" fmla="*/ 809203 w 3002517"/>
              <a:gd name="connsiteY15" fmla="*/ 6109486 h 6858011"/>
              <a:gd name="connsiteX16" fmla="*/ 1035781 w 3002517"/>
              <a:gd name="connsiteY16" fmla="*/ 6858000 h 6858011"/>
              <a:gd name="connsiteX17" fmla="*/ 0 w 3002517"/>
              <a:gd name="connsiteY17" fmla="*/ 6858000 h 6858011"/>
              <a:gd name="connsiteX18" fmla="*/ 0 w 3002517"/>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508530 w 2970194"/>
              <a:gd name="connsiteY8" fmla="*/ 3382471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508530 w 2970194"/>
              <a:gd name="connsiteY8" fmla="*/ 3382471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31429 w 2970194"/>
              <a:gd name="connsiteY12" fmla="*/ 40842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31429 w 2970194"/>
              <a:gd name="connsiteY12" fmla="*/ 40842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3017756"/>
              <a:gd name="connsiteY0" fmla="*/ 0 h 6858011"/>
              <a:gd name="connsiteX1" fmla="*/ 3017402 w 3017756"/>
              <a:gd name="connsiteY1" fmla="*/ 0 h 6858011"/>
              <a:gd name="connsiteX2" fmla="*/ 2727015 w 3017756"/>
              <a:gd name="connsiteY2" fmla="*/ 364142 h 6858011"/>
              <a:gd name="connsiteX3" fmla="*/ 2459978 w 3017756"/>
              <a:gd name="connsiteY3" fmla="*/ 1076241 h 6858011"/>
              <a:gd name="connsiteX4" fmla="*/ 2524714 w 3017756"/>
              <a:gd name="connsiteY4" fmla="*/ 1885444 h 6858011"/>
              <a:gd name="connsiteX5" fmla="*/ 2638003 w 3017756"/>
              <a:gd name="connsiteY5" fmla="*/ 2403335 h 6858011"/>
              <a:gd name="connsiteX6" fmla="*/ 2706223 w 3017756"/>
              <a:gd name="connsiteY6" fmla="*/ 2807234 h 6858011"/>
              <a:gd name="connsiteX7" fmla="*/ 2646095 w 3017756"/>
              <a:gd name="connsiteY7" fmla="*/ 3123526 h 6858011"/>
              <a:gd name="connsiteX8" fmla="*/ 2481636 w 3017756"/>
              <a:gd name="connsiteY8" fmla="*/ 3391436 h 6858011"/>
              <a:gd name="connsiteX9" fmla="*/ 2177881 w 3017756"/>
              <a:gd name="connsiteY9" fmla="*/ 3528436 h 6858011"/>
              <a:gd name="connsiteX10" fmla="*/ 1294725 w 3017756"/>
              <a:gd name="connsiteY10" fmla="*/ 3681876 h 6858011"/>
              <a:gd name="connsiteX11" fmla="*/ 1011504 w 3017756"/>
              <a:gd name="connsiteY11" fmla="*/ 3843717 h 6858011"/>
              <a:gd name="connsiteX12" fmla="*/ 831429 w 3017756"/>
              <a:gd name="connsiteY12" fmla="*/ 4084231 h 6858011"/>
              <a:gd name="connsiteX13" fmla="*/ 639271 w 3017756"/>
              <a:gd name="connsiteY13" fmla="*/ 4944234 h 6858011"/>
              <a:gd name="connsiteX14" fmla="*/ 720190 w 3017756"/>
              <a:gd name="connsiteY14" fmla="*/ 5526860 h 6858011"/>
              <a:gd name="connsiteX15" fmla="*/ 809203 w 3017756"/>
              <a:gd name="connsiteY15" fmla="*/ 6109486 h 6858011"/>
              <a:gd name="connsiteX16" fmla="*/ 1035781 w 3017756"/>
              <a:gd name="connsiteY16" fmla="*/ 6858000 h 6858011"/>
              <a:gd name="connsiteX17" fmla="*/ 0 w 3017756"/>
              <a:gd name="connsiteY17" fmla="*/ 6858000 h 6858011"/>
              <a:gd name="connsiteX18" fmla="*/ 0 w 3017756"/>
              <a:gd name="connsiteY18" fmla="*/ 0 h 6858011"/>
              <a:gd name="connsiteX0" fmla="*/ 0 w 3017756"/>
              <a:gd name="connsiteY0" fmla="*/ 3175 h 6861186"/>
              <a:gd name="connsiteX1" fmla="*/ 3017402 w 3017756"/>
              <a:gd name="connsiteY1" fmla="*/ 0 h 6861186"/>
              <a:gd name="connsiteX2" fmla="*/ 2727015 w 3017756"/>
              <a:gd name="connsiteY2" fmla="*/ 367317 h 6861186"/>
              <a:gd name="connsiteX3" fmla="*/ 2459978 w 3017756"/>
              <a:gd name="connsiteY3" fmla="*/ 1079416 h 6861186"/>
              <a:gd name="connsiteX4" fmla="*/ 2524714 w 3017756"/>
              <a:gd name="connsiteY4" fmla="*/ 1888619 h 6861186"/>
              <a:gd name="connsiteX5" fmla="*/ 2638003 w 3017756"/>
              <a:gd name="connsiteY5" fmla="*/ 2406510 h 6861186"/>
              <a:gd name="connsiteX6" fmla="*/ 2706223 w 3017756"/>
              <a:gd name="connsiteY6" fmla="*/ 2810409 h 6861186"/>
              <a:gd name="connsiteX7" fmla="*/ 2646095 w 3017756"/>
              <a:gd name="connsiteY7" fmla="*/ 3126701 h 6861186"/>
              <a:gd name="connsiteX8" fmla="*/ 2481636 w 3017756"/>
              <a:gd name="connsiteY8" fmla="*/ 3394611 h 6861186"/>
              <a:gd name="connsiteX9" fmla="*/ 2177881 w 3017756"/>
              <a:gd name="connsiteY9" fmla="*/ 3531611 h 6861186"/>
              <a:gd name="connsiteX10" fmla="*/ 1294725 w 3017756"/>
              <a:gd name="connsiteY10" fmla="*/ 3685051 h 6861186"/>
              <a:gd name="connsiteX11" fmla="*/ 1011504 w 3017756"/>
              <a:gd name="connsiteY11" fmla="*/ 3846892 h 6861186"/>
              <a:gd name="connsiteX12" fmla="*/ 831429 w 3017756"/>
              <a:gd name="connsiteY12" fmla="*/ 4087406 h 6861186"/>
              <a:gd name="connsiteX13" fmla="*/ 639271 w 3017756"/>
              <a:gd name="connsiteY13" fmla="*/ 4947409 h 6861186"/>
              <a:gd name="connsiteX14" fmla="*/ 720190 w 3017756"/>
              <a:gd name="connsiteY14" fmla="*/ 5530035 h 6861186"/>
              <a:gd name="connsiteX15" fmla="*/ 809203 w 3017756"/>
              <a:gd name="connsiteY15" fmla="*/ 6112661 h 6861186"/>
              <a:gd name="connsiteX16" fmla="*/ 1035781 w 3017756"/>
              <a:gd name="connsiteY16" fmla="*/ 6861175 h 6861186"/>
              <a:gd name="connsiteX17" fmla="*/ 0 w 3017756"/>
              <a:gd name="connsiteY17" fmla="*/ 6861175 h 6861186"/>
              <a:gd name="connsiteX18" fmla="*/ 0 w 3017756"/>
              <a:gd name="connsiteY18" fmla="*/ 3175 h 6861186"/>
              <a:gd name="connsiteX0" fmla="*/ 0 w 3017738"/>
              <a:gd name="connsiteY0" fmla="*/ 3175 h 6861186"/>
              <a:gd name="connsiteX1" fmla="*/ 3017402 w 3017738"/>
              <a:gd name="connsiteY1" fmla="*/ 0 h 6861186"/>
              <a:gd name="connsiteX2" fmla="*/ 2711140 w 3017738"/>
              <a:gd name="connsiteY2" fmla="*/ 364142 h 6861186"/>
              <a:gd name="connsiteX3" fmla="*/ 2459978 w 3017738"/>
              <a:gd name="connsiteY3" fmla="*/ 1079416 h 6861186"/>
              <a:gd name="connsiteX4" fmla="*/ 2524714 w 3017738"/>
              <a:gd name="connsiteY4" fmla="*/ 1888619 h 6861186"/>
              <a:gd name="connsiteX5" fmla="*/ 2638003 w 3017738"/>
              <a:gd name="connsiteY5" fmla="*/ 2406510 h 6861186"/>
              <a:gd name="connsiteX6" fmla="*/ 2706223 w 3017738"/>
              <a:gd name="connsiteY6" fmla="*/ 2810409 h 6861186"/>
              <a:gd name="connsiteX7" fmla="*/ 2646095 w 3017738"/>
              <a:gd name="connsiteY7" fmla="*/ 3126701 h 6861186"/>
              <a:gd name="connsiteX8" fmla="*/ 2481636 w 3017738"/>
              <a:gd name="connsiteY8" fmla="*/ 3394611 h 6861186"/>
              <a:gd name="connsiteX9" fmla="*/ 2177881 w 3017738"/>
              <a:gd name="connsiteY9" fmla="*/ 3531611 h 6861186"/>
              <a:gd name="connsiteX10" fmla="*/ 1294725 w 3017738"/>
              <a:gd name="connsiteY10" fmla="*/ 3685051 h 6861186"/>
              <a:gd name="connsiteX11" fmla="*/ 1011504 w 3017738"/>
              <a:gd name="connsiteY11" fmla="*/ 3846892 h 6861186"/>
              <a:gd name="connsiteX12" fmla="*/ 831429 w 3017738"/>
              <a:gd name="connsiteY12" fmla="*/ 4087406 h 6861186"/>
              <a:gd name="connsiteX13" fmla="*/ 639271 w 3017738"/>
              <a:gd name="connsiteY13" fmla="*/ 4947409 h 6861186"/>
              <a:gd name="connsiteX14" fmla="*/ 720190 w 3017738"/>
              <a:gd name="connsiteY14" fmla="*/ 5530035 h 6861186"/>
              <a:gd name="connsiteX15" fmla="*/ 809203 w 3017738"/>
              <a:gd name="connsiteY15" fmla="*/ 6112661 h 6861186"/>
              <a:gd name="connsiteX16" fmla="*/ 1035781 w 3017738"/>
              <a:gd name="connsiteY16" fmla="*/ 6861175 h 6861186"/>
              <a:gd name="connsiteX17" fmla="*/ 0 w 3017738"/>
              <a:gd name="connsiteY17" fmla="*/ 6861175 h 6861186"/>
              <a:gd name="connsiteX18" fmla="*/ 0 w 3017738"/>
              <a:gd name="connsiteY18" fmla="*/ 3175 h 6861186"/>
              <a:gd name="connsiteX0" fmla="*/ 0 w 3018112"/>
              <a:gd name="connsiteY0" fmla="*/ 3175 h 6861186"/>
              <a:gd name="connsiteX1" fmla="*/ 3017402 w 3018112"/>
              <a:gd name="connsiteY1" fmla="*/ 0 h 6861186"/>
              <a:gd name="connsiteX2" fmla="*/ 2711140 w 3018112"/>
              <a:gd name="connsiteY2" fmla="*/ 364142 h 6861186"/>
              <a:gd name="connsiteX3" fmla="*/ 2459978 w 3018112"/>
              <a:gd name="connsiteY3" fmla="*/ 1079416 h 6861186"/>
              <a:gd name="connsiteX4" fmla="*/ 2524714 w 3018112"/>
              <a:gd name="connsiteY4" fmla="*/ 1888619 h 6861186"/>
              <a:gd name="connsiteX5" fmla="*/ 2638003 w 3018112"/>
              <a:gd name="connsiteY5" fmla="*/ 2406510 h 6861186"/>
              <a:gd name="connsiteX6" fmla="*/ 2706223 w 3018112"/>
              <a:gd name="connsiteY6" fmla="*/ 2810409 h 6861186"/>
              <a:gd name="connsiteX7" fmla="*/ 2646095 w 3018112"/>
              <a:gd name="connsiteY7" fmla="*/ 3126701 h 6861186"/>
              <a:gd name="connsiteX8" fmla="*/ 2481636 w 3018112"/>
              <a:gd name="connsiteY8" fmla="*/ 3394611 h 6861186"/>
              <a:gd name="connsiteX9" fmla="*/ 2177881 w 3018112"/>
              <a:gd name="connsiteY9" fmla="*/ 3531611 h 6861186"/>
              <a:gd name="connsiteX10" fmla="*/ 1294725 w 3018112"/>
              <a:gd name="connsiteY10" fmla="*/ 3685051 h 6861186"/>
              <a:gd name="connsiteX11" fmla="*/ 1011504 w 3018112"/>
              <a:gd name="connsiteY11" fmla="*/ 3846892 h 6861186"/>
              <a:gd name="connsiteX12" fmla="*/ 831429 w 3018112"/>
              <a:gd name="connsiteY12" fmla="*/ 4087406 h 6861186"/>
              <a:gd name="connsiteX13" fmla="*/ 639271 w 3018112"/>
              <a:gd name="connsiteY13" fmla="*/ 4947409 h 6861186"/>
              <a:gd name="connsiteX14" fmla="*/ 720190 w 3018112"/>
              <a:gd name="connsiteY14" fmla="*/ 5530035 h 6861186"/>
              <a:gd name="connsiteX15" fmla="*/ 809203 w 3018112"/>
              <a:gd name="connsiteY15" fmla="*/ 6112661 h 6861186"/>
              <a:gd name="connsiteX16" fmla="*/ 1035781 w 3018112"/>
              <a:gd name="connsiteY16" fmla="*/ 6861175 h 6861186"/>
              <a:gd name="connsiteX17" fmla="*/ 0 w 3018112"/>
              <a:gd name="connsiteY17" fmla="*/ 6861175 h 6861186"/>
              <a:gd name="connsiteX18" fmla="*/ 0 w 3018112"/>
              <a:gd name="connsiteY18" fmla="*/ 3175 h 6861186"/>
              <a:gd name="connsiteX0" fmla="*/ 0 w 3018112"/>
              <a:gd name="connsiteY0" fmla="*/ 3175 h 6861186"/>
              <a:gd name="connsiteX1" fmla="*/ 3017402 w 3018112"/>
              <a:gd name="connsiteY1" fmla="*/ 0 h 6861186"/>
              <a:gd name="connsiteX2" fmla="*/ 2711140 w 3018112"/>
              <a:gd name="connsiteY2" fmla="*/ 364142 h 6861186"/>
              <a:gd name="connsiteX3" fmla="*/ 2459978 w 3018112"/>
              <a:gd name="connsiteY3" fmla="*/ 1079416 h 6861186"/>
              <a:gd name="connsiteX4" fmla="*/ 2524714 w 3018112"/>
              <a:gd name="connsiteY4" fmla="*/ 1888619 h 6861186"/>
              <a:gd name="connsiteX5" fmla="*/ 2638003 w 3018112"/>
              <a:gd name="connsiteY5" fmla="*/ 2406510 h 6861186"/>
              <a:gd name="connsiteX6" fmla="*/ 2706223 w 3018112"/>
              <a:gd name="connsiteY6" fmla="*/ 2810409 h 6861186"/>
              <a:gd name="connsiteX7" fmla="*/ 2646095 w 3018112"/>
              <a:gd name="connsiteY7" fmla="*/ 3126701 h 6861186"/>
              <a:gd name="connsiteX8" fmla="*/ 2481636 w 3018112"/>
              <a:gd name="connsiteY8" fmla="*/ 3394611 h 6861186"/>
              <a:gd name="connsiteX9" fmla="*/ 2177881 w 3018112"/>
              <a:gd name="connsiteY9" fmla="*/ 3531611 h 6861186"/>
              <a:gd name="connsiteX10" fmla="*/ 1294725 w 3018112"/>
              <a:gd name="connsiteY10" fmla="*/ 3685051 h 6861186"/>
              <a:gd name="connsiteX11" fmla="*/ 1011504 w 3018112"/>
              <a:gd name="connsiteY11" fmla="*/ 3846892 h 6861186"/>
              <a:gd name="connsiteX12" fmla="*/ 831429 w 3018112"/>
              <a:gd name="connsiteY12" fmla="*/ 4087406 h 6861186"/>
              <a:gd name="connsiteX13" fmla="*/ 639271 w 3018112"/>
              <a:gd name="connsiteY13" fmla="*/ 4947409 h 6861186"/>
              <a:gd name="connsiteX14" fmla="*/ 720190 w 3018112"/>
              <a:gd name="connsiteY14" fmla="*/ 5530035 h 6861186"/>
              <a:gd name="connsiteX15" fmla="*/ 809203 w 3018112"/>
              <a:gd name="connsiteY15" fmla="*/ 6112661 h 6861186"/>
              <a:gd name="connsiteX16" fmla="*/ 1035781 w 3018112"/>
              <a:gd name="connsiteY16" fmla="*/ 6861175 h 6861186"/>
              <a:gd name="connsiteX17" fmla="*/ 0 w 3018112"/>
              <a:gd name="connsiteY17" fmla="*/ 6861175 h 6861186"/>
              <a:gd name="connsiteX18" fmla="*/ 0 w 3018112"/>
              <a:gd name="connsiteY18" fmla="*/ 3175 h 6861186"/>
              <a:gd name="connsiteX0" fmla="*/ 0 w 3018157"/>
              <a:gd name="connsiteY0" fmla="*/ 3175 h 6861186"/>
              <a:gd name="connsiteX1" fmla="*/ 3017402 w 3018157"/>
              <a:gd name="connsiteY1" fmla="*/ 0 h 6861186"/>
              <a:gd name="connsiteX2" fmla="*/ 2720665 w 3018157"/>
              <a:gd name="connsiteY2" fmla="*/ 367317 h 6861186"/>
              <a:gd name="connsiteX3" fmla="*/ 2459978 w 3018157"/>
              <a:gd name="connsiteY3" fmla="*/ 1079416 h 6861186"/>
              <a:gd name="connsiteX4" fmla="*/ 2524714 w 3018157"/>
              <a:gd name="connsiteY4" fmla="*/ 1888619 h 6861186"/>
              <a:gd name="connsiteX5" fmla="*/ 2638003 w 3018157"/>
              <a:gd name="connsiteY5" fmla="*/ 2406510 h 6861186"/>
              <a:gd name="connsiteX6" fmla="*/ 2706223 w 3018157"/>
              <a:gd name="connsiteY6" fmla="*/ 2810409 h 6861186"/>
              <a:gd name="connsiteX7" fmla="*/ 2646095 w 3018157"/>
              <a:gd name="connsiteY7" fmla="*/ 3126701 h 6861186"/>
              <a:gd name="connsiteX8" fmla="*/ 2481636 w 3018157"/>
              <a:gd name="connsiteY8" fmla="*/ 3394611 h 6861186"/>
              <a:gd name="connsiteX9" fmla="*/ 2177881 w 3018157"/>
              <a:gd name="connsiteY9" fmla="*/ 3531611 h 6861186"/>
              <a:gd name="connsiteX10" fmla="*/ 1294725 w 3018157"/>
              <a:gd name="connsiteY10" fmla="*/ 3685051 h 6861186"/>
              <a:gd name="connsiteX11" fmla="*/ 1011504 w 3018157"/>
              <a:gd name="connsiteY11" fmla="*/ 3846892 h 6861186"/>
              <a:gd name="connsiteX12" fmla="*/ 831429 w 3018157"/>
              <a:gd name="connsiteY12" fmla="*/ 4087406 h 6861186"/>
              <a:gd name="connsiteX13" fmla="*/ 639271 w 3018157"/>
              <a:gd name="connsiteY13" fmla="*/ 4947409 h 6861186"/>
              <a:gd name="connsiteX14" fmla="*/ 720190 w 3018157"/>
              <a:gd name="connsiteY14" fmla="*/ 5530035 h 6861186"/>
              <a:gd name="connsiteX15" fmla="*/ 809203 w 3018157"/>
              <a:gd name="connsiteY15" fmla="*/ 6112661 h 6861186"/>
              <a:gd name="connsiteX16" fmla="*/ 1035781 w 3018157"/>
              <a:gd name="connsiteY16" fmla="*/ 6861175 h 6861186"/>
              <a:gd name="connsiteX17" fmla="*/ 0 w 3018157"/>
              <a:gd name="connsiteY17" fmla="*/ 6861175 h 6861186"/>
              <a:gd name="connsiteX18" fmla="*/ 0 w 3018157"/>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39271 w 3018060"/>
              <a:gd name="connsiteY13" fmla="*/ 4947409 h 6861186"/>
              <a:gd name="connsiteX14" fmla="*/ 720190 w 3018060"/>
              <a:gd name="connsiteY14" fmla="*/ 5530035 h 6861186"/>
              <a:gd name="connsiteX15" fmla="*/ 809203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09203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25078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25078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729276 w 3018060"/>
              <a:gd name="connsiteY13" fmla="*/ 4429125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58795 w 3018060"/>
              <a:gd name="connsiteY7" fmla="*/ 31013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58795 w 3018060"/>
              <a:gd name="connsiteY7" fmla="*/ 31013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66328 w 3018060"/>
              <a:gd name="connsiteY3" fmla="*/ 1114341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66328 w 3018060"/>
              <a:gd name="connsiteY3" fmla="*/ 1114341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Lst>
            <a:ahLst/>
            <a:cxnLst/>
            <a:rect l="l" t="t" r="r" b="b"/>
            <a:pathLst>
              <a:path w="3018060" h="6861186">
                <a:moveTo>
                  <a:pt x="0" y="3175"/>
                </a:moveTo>
                <a:lnTo>
                  <a:pt x="3017402" y="0"/>
                </a:lnTo>
                <a:cubicBezTo>
                  <a:pt x="3029539" y="9440"/>
                  <a:pt x="2871716" y="167994"/>
                  <a:pt x="2720665" y="367317"/>
                </a:cubicBezTo>
                <a:cubicBezTo>
                  <a:pt x="2669472" y="488191"/>
                  <a:pt x="2488609" y="800635"/>
                  <a:pt x="2466328" y="1114341"/>
                </a:cubicBezTo>
                <a:cubicBezTo>
                  <a:pt x="2462282" y="1112993"/>
                  <a:pt x="2447840" y="1645858"/>
                  <a:pt x="2524714" y="1888619"/>
                </a:cubicBezTo>
                <a:cubicBezTo>
                  <a:pt x="2535503" y="1889967"/>
                  <a:pt x="2598892" y="2221742"/>
                  <a:pt x="2638003" y="2406510"/>
                </a:cubicBezTo>
                <a:cubicBezTo>
                  <a:pt x="2650141" y="2410556"/>
                  <a:pt x="2703441" y="2804453"/>
                  <a:pt x="2696698" y="2797709"/>
                </a:cubicBezTo>
                <a:cubicBezTo>
                  <a:pt x="2704789" y="2792315"/>
                  <a:pt x="2688578" y="3049461"/>
                  <a:pt x="2620695" y="3174326"/>
                </a:cubicBezTo>
                <a:cubicBezTo>
                  <a:pt x="2630136" y="3187813"/>
                  <a:pt x="2472504" y="3353665"/>
                  <a:pt x="2465761" y="3375561"/>
                </a:cubicBezTo>
                <a:cubicBezTo>
                  <a:pt x="2480596" y="3367468"/>
                  <a:pt x="2270378" y="3510791"/>
                  <a:pt x="2127081" y="3531611"/>
                </a:cubicBezTo>
                <a:cubicBezTo>
                  <a:pt x="2128430" y="3546446"/>
                  <a:pt x="1390593" y="3596207"/>
                  <a:pt x="1272500" y="3681876"/>
                </a:cubicBezTo>
                <a:cubicBezTo>
                  <a:pt x="1267105" y="3683225"/>
                  <a:pt x="1010155" y="3840149"/>
                  <a:pt x="1011504" y="3846892"/>
                </a:cubicBezTo>
                <a:cubicBezTo>
                  <a:pt x="1012853" y="3840149"/>
                  <a:pt x="824686" y="4106287"/>
                  <a:pt x="831429" y="4087406"/>
                </a:cubicBezTo>
                <a:cubicBezTo>
                  <a:pt x="784391" y="4184445"/>
                  <a:pt x="750190" y="4264625"/>
                  <a:pt x="722926" y="4406900"/>
                </a:cubicBezTo>
                <a:cubicBezTo>
                  <a:pt x="695662" y="4549176"/>
                  <a:pt x="669360" y="4757574"/>
                  <a:pt x="667846" y="4941059"/>
                </a:cubicBezTo>
                <a:cubicBezTo>
                  <a:pt x="640872" y="5163590"/>
                  <a:pt x="725585" y="5518571"/>
                  <a:pt x="720190" y="5530035"/>
                </a:cubicBezTo>
                <a:cubicBezTo>
                  <a:pt x="730979" y="5714803"/>
                  <a:pt x="835867" y="6125473"/>
                  <a:pt x="825078" y="6112661"/>
                </a:cubicBezTo>
                <a:cubicBezTo>
                  <a:pt x="830473" y="6116033"/>
                  <a:pt x="1047919" y="6864547"/>
                  <a:pt x="1035781" y="6861175"/>
                </a:cubicBezTo>
                <a:lnTo>
                  <a:pt x="0" y="6861175"/>
                </a:lnTo>
                <a:lnTo>
                  <a:pt x="0" y="3175"/>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Graphic 5"/>
          <p:cNvPicPr>
            <a:picLocks noChangeAspect="1"/>
          </p:cNvPicPr>
          <p:nvPr/>
        </p:nvPicPr>
        <p:blipFill rotWithShape="1">
          <a:blip>
            <a:extLst>
              <a:ext uri="{96DAC541-7B7A-43D3-8B79-37D633B846F1}">
                <asvg:svgBlip xmlns:asvg="http://schemas.microsoft.com/office/drawing/2016/SVG/main" r:embed="rId3"/>
              </a:ext>
            </a:extLst>
          </a:blip>
          <a:srcRect t="15649" b="2028"/>
          <a:stretch/>
        </p:blipFill>
        <p:spPr>
          <a:xfrm>
            <a:off x="5370653" y="-1"/>
            <a:ext cx="5467948" cy="6858001"/>
          </a:xfrm>
          <a:prstGeom prst="rect">
            <a:avLst/>
          </a:prstGeom>
        </p:spPr>
      </p:pic>
      <p:pic>
        <p:nvPicPr>
          <p:cNvPr id="28" name="Graphic 7"/>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8163" y="553984"/>
            <a:ext cx="1800000" cy="113511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_DARK02">
    <p:bg>
      <p:bgPr>
        <a:solidFill>
          <a:schemeClr val="tx1"/>
        </a:solidFill>
        <a:effectLst/>
      </p:bgPr>
    </p:bg>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D63E79AF-CB68-D6C4-70EA-86219EE2A208}"/>
              </a:ext>
            </a:extLst>
          </p:cNvPr>
          <p:cNvSpPr>
            <a:spLocks noGrp="1"/>
          </p:cNvSpPr>
          <p:nvPr>
            <p:ph type="body" idx="10" hasCustomPrompt="1"/>
          </p:nvPr>
        </p:nvSpPr>
        <p:spPr>
          <a:xfrm>
            <a:off x="696910" y="4865154"/>
            <a:ext cx="4970243" cy="360000"/>
          </a:xfrm>
        </p:spPr>
        <p:txBody>
          <a:bodyPr anchor="ctr">
            <a:noAutofit/>
          </a:bodyPr>
          <a:lstStyle>
            <a:lvl1pPr marL="0" indent="0">
              <a:buNone/>
              <a:defRPr sz="1800" b="0" i="0" spc="500" baseline="0">
                <a:solidFill>
                  <a:schemeClr val="tx2"/>
                </a:solidFill>
                <a:latin typeface="Montserrat"/>
                <a:ea typeface="Montserrat"/>
                <a:cs typeface="Montserrat"/>
              </a:defRPr>
            </a:lvl1pPr>
          </a:lstStyle>
          <a:p>
            <a:pPr lvl="0">
              <a:buNone/>
            </a:pPr>
            <a:r>
              <a:t>SUBTITLE</a:t>
            </a:r>
          </a:p>
        </p:txBody>
      </p:sp>
      <p:sp>
        <p:nvSpPr>
          <p:cNvPr id="7" name="Title 5">
            <a:extLst>
              <a:ext uri="{FF2B5EF4-FFF2-40B4-BE49-F238E27FC236}">
                <a16:creationId xmlns:a16="http://schemas.microsoft.com/office/drawing/2014/main" id="{97FE8B4D-EC7A-41D0-248E-CDD86937D25C}"/>
              </a:ext>
            </a:extLst>
          </p:cNvPr>
          <p:cNvSpPr>
            <a:spLocks noGrp="1"/>
          </p:cNvSpPr>
          <p:nvPr>
            <p:ph type="title" hasCustomPrompt="1"/>
          </p:nvPr>
        </p:nvSpPr>
        <p:spPr>
          <a:xfrm>
            <a:off x="696910" y="3428999"/>
            <a:ext cx="4970243" cy="1408467"/>
          </a:xfrm>
        </p:spPr>
        <p:txBody>
          <a:bodyPr anchor="b">
            <a:noAutofit/>
          </a:bodyPr>
          <a:lstStyle>
            <a:lvl1pPr>
              <a:buNone/>
              <a:defRPr sz="3600" b="1" i="0" spc="500" baseline="0">
                <a:solidFill>
                  <a:srgbClr val="FFFFFF"/>
                </a:solidFill>
                <a:latin typeface="Montserrat"/>
                <a:ea typeface="Montserrat"/>
                <a:cs typeface="Montserrat"/>
              </a:defRPr>
            </a:lvl1pPr>
          </a:lstStyle>
          <a:p>
            <a:r>
              <a:t>TITLE</a:t>
            </a:r>
          </a:p>
        </p:txBody>
      </p:sp>
      <p:sp>
        <p:nvSpPr>
          <p:cNvPr id="17" name="Text Placeholder 7">
            <a:extLst>
              <a:ext uri="{FF2B5EF4-FFF2-40B4-BE49-F238E27FC236}">
                <a16:creationId xmlns:a16="http://schemas.microsoft.com/office/drawing/2014/main" id="{2251FC30-D981-D20F-9F3D-83312F855260}"/>
              </a:ext>
            </a:extLst>
          </p:cNvPr>
          <p:cNvSpPr>
            <a:spLocks noGrp="1"/>
          </p:cNvSpPr>
          <p:nvPr>
            <p:ph type="body" idx="11" hasCustomPrompt="1"/>
          </p:nvPr>
        </p:nvSpPr>
        <p:spPr>
          <a:xfrm>
            <a:off x="695325" y="5769338"/>
            <a:ext cx="4970243" cy="360000"/>
          </a:xfrm>
        </p:spPr>
        <p:txBody>
          <a:bodyPr anchor="ctr">
            <a:noAutofit/>
          </a:bodyPr>
          <a:lstStyle>
            <a:lvl1pPr marL="0" indent="0">
              <a:buNone/>
              <a:defRPr sz="1100" b="0" i="0">
                <a:solidFill>
                  <a:srgbClr val="FFFFFF"/>
                </a:solidFill>
                <a:latin typeface="Montserrat"/>
                <a:ea typeface="Montserrat"/>
                <a:cs typeface="Montserrat"/>
              </a:defRPr>
            </a:lvl1pPr>
          </a:lstStyle>
          <a:p>
            <a:pPr lvl="0">
              <a:buNone/>
            </a:pPr>
            <a:r>
              <a:t>Date / Speaker</a:t>
            </a:r>
          </a:p>
        </p:txBody>
      </p:sp>
      <p:pic>
        <p:nvPicPr>
          <p:cNvPr id="24" name="Picture 1"/>
          <p:cNvPicPr>
            <a:picLocks noChangeAspect="1"/>
          </p:cNvPicPr>
          <p:nvPr/>
        </p:nvPicPr>
        <p:blipFill>
          <a:blip r:embed="rId2"/>
          <a:srcRect/>
          <a:stretch/>
        </p:blipFill>
        <p:spPr>
          <a:xfrm>
            <a:off x="7359163" y="0"/>
            <a:ext cx="4832838" cy="6858000"/>
          </a:xfrm>
          <a:prstGeom prst="rect">
            <a:avLst/>
          </a:prstGeom>
        </p:spPr>
      </p:pic>
      <p:sp>
        <p:nvSpPr>
          <p:cNvPr id="3" name="Rectangle 2">
            <a:extLst>
              <a:ext uri="{FF2B5EF4-FFF2-40B4-BE49-F238E27FC236}">
                <a16:creationId xmlns:a16="http://schemas.microsoft.com/office/drawing/2014/main" id="{9CC940BC-C811-7BDF-5E42-8849BE91C35D}"/>
              </a:ext>
            </a:extLst>
          </p:cNvPr>
          <p:cNvSpPr>
            <a:spLocks noGrp="1"/>
          </p:cNvSpPr>
          <p:nvPr/>
        </p:nvSpPr>
        <p:spPr>
          <a:xfrm>
            <a:off x="7359164" y="-1"/>
            <a:ext cx="4832836" cy="685800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lvl="0" algn="ctr">
              <a:buNone/>
            </a:pPr>
            <a:endParaRPr/>
          </a:p>
        </p:txBody>
      </p:sp>
      <p:sp>
        <p:nvSpPr>
          <p:cNvPr id="4" name="Rectangle 5">
            <a:extLst>
              <a:ext uri="{FF2B5EF4-FFF2-40B4-BE49-F238E27FC236}">
                <a16:creationId xmlns:a16="http://schemas.microsoft.com/office/drawing/2014/main" id="{295B370E-84D5-6059-F71F-5A8AEDDC80A8}"/>
              </a:ext>
            </a:extLst>
          </p:cNvPr>
          <p:cNvSpPr>
            <a:spLocks noGrp="1"/>
          </p:cNvSpPr>
          <p:nvPr/>
        </p:nvSpPr>
        <p:spPr>
          <a:xfrm>
            <a:off x="6736907" y="-3175"/>
            <a:ext cx="3018060" cy="6861175"/>
          </a:xfrm>
          <a:custGeom>
            <a:avLst/>
            <a:gdLst>
              <a:gd name="connsiteX0" fmla="*/ 0 w 655455"/>
              <a:gd name="connsiteY0" fmla="*/ 0 h 6858000"/>
              <a:gd name="connsiteX1" fmla="*/ 655455 w 655455"/>
              <a:gd name="connsiteY1" fmla="*/ 0 h 6858000"/>
              <a:gd name="connsiteX2" fmla="*/ 655455 w 655455"/>
              <a:gd name="connsiteY2" fmla="*/ 6858000 h 6858000"/>
              <a:gd name="connsiteX3" fmla="*/ 0 w 655455"/>
              <a:gd name="connsiteY3" fmla="*/ 6858000 h 6858000"/>
              <a:gd name="connsiteX4" fmla="*/ 0 w 655455"/>
              <a:gd name="connsiteY4" fmla="*/ 0 h 6858000"/>
              <a:gd name="connsiteX0" fmla="*/ 0 w 655455"/>
              <a:gd name="connsiteY0" fmla="*/ 0 h 6858000"/>
              <a:gd name="connsiteX1" fmla="*/ 655455 w 655455"/>
              <a:gd name="connsiteY1" fmla="*/ 0 h 6858000"/>
              <a:gd name="connsiteX2" fmla="*/ 647363 w 655455"/>
              <a:gd name="connsiteY2" fmla="*/ 4458712 h 6858000"/>
              <a:gd name="connsiteX3" fmla="*/ 655455 w 655455"/>
              <a:gd name="connsiteY3" fmla="*/ 6858000 h 6858000"/>
              <a:gd name="connsiteX4" fmla="*/ 0 w 655455"/>
              <a:gd name="connsiteY4" fmla="*/ 6858000 h 6858000"/>
              <a:gd name="connsiteX5" fmla="*/ 0 w 655455"/>
              <a:gd name="connsiteY5" fmla="*/ 0 h 6858000"/>
              <a:gd name="connsiteX0" fmla="*/ 0 w 699208"/>
              <a:gd name="connsiteY0" fmla="*/ 0 h 6858000"/>
              <a:gd name="connsiteX1" fmla="*/ 655455 w 699208"/>
              <a:gd name="connsiteY1" fmla="*/ 0 h 6858000"/>
              <a:gd name="connsiteX2" fmla="*/ 647363 w 699208"/>
              <a:gd name="connsiteY2" fmla="*/ 4458712 h 6858000"/>
              <a:gd name="connsiteX3" fmla="*/ 639271 w 699208"/>
              <a:gd name="connsiteY3" fmla="*/ 4944234 h 6858000"/>
              <a:gd name="connsiteX4" fmla="*/ 655455 w 699208"/>
              <a:gd name="connsiteY4" fmla="*/ 6858000 h 6858000"/>
              <a:gd name="connsiteX5" fmla="*/ 0 w 699208"/>
              <a:gd name="connsiteY5" fmla="*/ 6858000 h 6858000"/>
              <a:gd name="connsiteX6" fmla="*/ 0 w 699208"/>
              <a:gd name="connsiteY6" fmla="*/ 0 h 6858000"/>
              <a:gd name="connsiteX0" fmla="*/ 0 w 776878"/>
              <a:gd name="connsiteY0" fmla="*/ 0 h 6858000"/>
              <a:gd name="connsiteX1" fmla="*/ 655455 w 776878"/>
              <a:gd name="connsiteY1" fmla="*/ 0 h 6858000"/>
              <a:gd name="connsiteX2" fmla="*/ 776836 w 776878"/>
              <a:gd name="connsiteY2" fmla="*/ 3722337 h 6858000"/>
              <a:gd name="connsiteX3" fmla="*/ 639271 w 776878"/>
              <a:gd name="connsiteY3" fmla="*/ 4944234 h 6858000"/>
              <a:gd name="connsiteX4" fmla="*/ 655455 w 776878"/>
              <a:gd name="connsiteY4" fmla="*/ 6858000 h 6858000"/>
              <a:gd name="connsiteX5" fmla="*/ 0 w 776878"/>
              <a:gd name="connsiteY5" fmla="*/ 6858000 h 6858000"/>
              <a:gd name="connsiteX6" fmla="*/ 0 w 776878"/>
              <a:gd name="connsiteY6" fmla="*/ 0 h 6858000"/>
              <a:gd name="connsiteX0" fmla="*/ 0 w 776878"/>
              <a:gd name="connsiteY0" fmla="*/ 0 h 6858000"/>
              <a:gd name="connsiteX1" fmla="*/ 655455 w 776878"/>
              <a:gd name="connsiteY1" fmla="*/ 0 h 6858000"/>
              <a:gd name="connsiteX2" fmla="*/ 776836 w 776878"/>
              <a:gd name="connsiteY2" fmla="*/ 3722337 h 6858000"/>
              <a:gd name="connsiteX3" fmla="*/ 639271 w 776878"/>
              <a:gd name="connsiteY3" fmla="*/ 4944234 h 6858000"/>
              <a:gd name="connsiteX4" fmla="*/ 655455 w 776878"/>
              <a:gd name="connsiteY4" fmla="*/ 6858000 h 6858000"/>
              <a:gd name="connsiteX5" fmla="*/ 0 w 776878"/>
              <a:gd name="connsiteY5" fmla="*/ 6858000 h 6858000"/>
              <a:gd name="connsiteX6" fmla="*/ 0 w 776878"/>
              <a:gd name="connsiteY6" fmla="*/ 0 h 6858000"/>
              <a:gd name="connsiteX0" fmla="*/ 0 w 776836"/>
              <a:gd name="connsiteY0" fmla="*/ 0 h 6858000"/>
              <a:gd name="connsiteX1" fmla="*/ 655455 w 776836"/>
              <a:gd name="connsiteY1" fmla="*/ 0 h 6858000"/>
              <a:gd name="connsiteX2" fmla="*/ 776836 w 776836"/>
              <a:gd name="connsiteY2" fmla="*/ 3722337 h 6858000"/>
              <a:gd name="connsiteX3" fmla="*/ 639271 w 776836"/>
              <a:gd name="connsiteY3" fmla="*/ 4944234 h 6858000"/>
              <a:gd name="connsiteX4" fmla="*/ 655455 w 776836"/>
              <a:gd name="connsiteY4" fmla="*/ 6858000 h 6858000"/>
              <a:gd name="connsiteX5" fmla="*/ 0 w 776836"/>
              <a:gd name="connsiteY5" fmla="*/ 6858000 h 6858000"/>
              <a:gd name="connsiteX6" fmla="*/ 0 w 776836"/>
              <a:gd name="connsiteY6" fmla="*/ 0 h 6858000"/>
              <a:gd name="connsiteX0" fmla="*/ 0 w 825388"/>
              <a:gd name="connsiteY0" fmla="*/ 0 h 6858000"/>
              <a:gd name="connsiteX1" fmla="*/ 655455 w 825388"/>
              <a:gd name="connsiteY1" fmla="*/ 0 h 6858000"/>
              <a:gd name="connsiteX2" fmla="*/ 825388 w 825388"/>
              <a:gd name="connsiteY2" fmla="*/ 3940822 h 6858000"/>
              <a:gd name="connsiteX3" fmla="*/ 639271 w 825388"/>
              <a:gd name="connsiteY3" fmla="*/ 4944234 h 6858000"/>
              <a:gd name="connsiteX4" fmla="*/ 655455 w 825388"/>
              <a:gd name="connsiteY4" fmla="*/ 6858000 h 6858000"/>
              <a:gd name="connsiteX5" fmla="*/ 0 w 825388"/>
              <a:gd name="connsiteY5" fmla="*/ 6858000 h 6858000"/>
              <a:gd name="connsiteX6" fmla="*/ 0 w 825388"/>
              <a:gd name="connsiteY6" fmla="*/ 0 h 6858000"/>
              <a:gd name="connsiteX0" fmla="*/ 0 w 825388"/>
              <a:gd name="connsiteY0" fmla="*/ 0 h 6858000"/>
              <a:gd name="connsiteX1" fmla="*/ 655455 w 825388"/>
              <a:gd name="connsiteY1" fmla="*/ 0 h 6858000"/>
              <a:gd name="connsiteX2" fmla="*/ 825388 w 825388"/>
              <a:gd name="connsiteY2" fmla="*/ 3940822 h 6858000"/>
              <a:gd name="connsiteX3" fmla="*/ 639271 w 825388"/>
              <a:gd name="connsiteY3" fmla="*/ 4944234 h 6858000"/>
              <a:gd name="connsiteX4" fmla="*/ 655455 w 825388"/>
              <a:gd name="connsiteY4" fmla="*/ 6858000 h 6858000"/>
              <a:gd name="connsiteX5" fmla="*/ 0 w 825388"/>
              <a:gd name="connsiteY5" fmla="*/ 6858000 h 6858000"/>
              <a:gd name="connsiteX6" fmla="*/ 0 w 825388"/>
              <a:gd name="connsiteY6" fmla="*/ 0 h 6858000"/>
              <a:gd name="connsiteX0" fmla="*/ 0 w 809204"/>
              <a:gd name="connsiteY0" fmla="*/ 0 h 6858000"/>
              <a:gd name="connsiteX1" fmla="*/ 655455 w 809204"/>
              <a:gd name="connsiteY1" fmla="*/ 0 h 6858000"/>
              <a:gd name="connsiteX2" fmla="*/ 809204 w 809204"/>
              <a:gd name="connsiteY2" fmla="*/ 4135031 h 6858000"/>
              <a:gd name="connsiteX3" fmla="*/ 639271 w 809204"/>
              <a:gd name="connsiteY3" fmla="*/ 4944234 h 6858000"/>
              <a:gd name="connsiteX4" fmla="*/ 655455 w 809204"/>
              <a:gd name="connsiteY4" fmla="*/ 6858000 h 6858000"/>
              <a:gd name="connsiteX5" fmla="*/ 0 w 809204"/>
              <a:gd name="connsiteY5" fmla="*/ 6858000 h 6858000"/>
              <a:gd name="connsiteX6" fmla="*/ 0 w 809204"/>
              <a:gd name="connsiteY6" fmla="*/ 0 h 6858000"/>
              <a:gd name="connsiteX0" fmla="*/ 0 w 812512"/>
              <a:gd name="connsiteY0" fmla="*/ 0 h 6858000"/>
              <a:gd name="connsiteX1" fmla="*/ 655455 w 812512"/>
              <a:gd name="connsiteY1" fmla="*/ 0 h 6858000"/>
              <a:gd name="connsiteX2" fmla="*/ 744466 w 812512"/>
              <a:gd name="connsiteY2" fmla="*/ 3358195 h 6858000"/>
              <a:gd name="connsiteX3" fmla="*/ 809204 w 812512"/>
              <a:gd name="connsiteY3" fmla="*/ 4135031 h 6858000"/>
              <a:gd name="connsiteX4" fmla="*/ 639271 w 812512"/>
              <a:gd name="connsiteY4" fmla="*/ 4944234 h 6858000"/>
              <a:gd name="connsiteX5" fmla="*/ 655455 w 812512"/>
              <a:gd name="connsiteY5" fmla="*/ 6858000 h 6858000"/>
              <a:gd name="connsiteX6" fmla="*/ 0 w 812512"/>
              <a:gd name="connsiteY6" fmla="*/ 6858000 h 6858000"/>
              <a:gd name="connsiteX7" fmla="*/ 0 w 812512"/>
              <a:gd name="connsiteY7" fmla="*/ 0 h 6858000"/>
              <a:gd name="connsiteX0" fmla="*/ 0 w 1094019"/>
              <a:gd name="connsiteY0" fmla="*/ 0 h 6858000"/>
              <a:gd name="connsiteX1" fmla="*/ 655455 w 1094019"/>
              <a:gd name="connsiteY1" fmla="*/ 0 h 6858000"/>
              <a:gd name="connsiteX2" fmla="*/ 1092424 w 1094019"/>
              <a:gd name="connsiteY2" fmla="*/ 3625232 h 6858000"/>
              <a:gd name="connsiteX3" fmla="*/ 809204 w 1094019"/>
              <a:gd name="connsiteY3" fmla="*/ 4135031 h 6858000"/>
              <a:gd name="connsiteX4" fmla="*/ 639271 w 1094019"/>
              <a:gd name="connsiteY4" fmla="*/ 4944234 h 6858000"/>
              <a:gd name="connsiteX5" fmla="*/ 655455 w 1094019"/>
              <a:gd name="connsiteY5" fmla="*/ 6858000 h 6858000"/>
              <a:gd name="connsiteX6" fmla="*/ 0 w 1094019"/>
              <a:gd name="connsiteY6" fmla="*/ 6858000 h 6858000"/>
              <a:gd name="connsiteX7" fmla="*/ 0 w 1094019"/>
              <a:gd name="connsiteY7" fmla="*/ 0 h 6858000"/>
              <a:gd name="connsiteX0" fmla="*/ 0 w 1092429"/>
              <a:gd name="connsiteY0" fmla="*/ 0 h 6858000"/>
              <a:gd name="connsiteX1" fmla="*/ 655455 w 1092429"/>
              <a:gd name="connsiteY1" fmla="*/ 0 h 6858000"/>
              <a:gd name="connsiteX2" fmla="*/ 1092424 w 1092429"/>
              <a:gd name="connsiteY2" fmla="*/ 3625232 h 6858000"/>
              <a:gd name="connsiteX3" fmla="*/ 809204 w 1092429"/>
              <a:gd name="connsiteY3" fmla="*/ 4135031 h 6858000"/>
              <a:gd name="connsiteX4" fmla="*/ 639271 w 1092429"/>
              <a:gd name="connsiteY4" fmla="*/ 4944234 h 6858000"/>
              <a:gd name="connsiteX5" fmla="*/ 655455 w 1092429"/>
              <a:gd name="connsiteY5" fmla="*/ 6858000 h 6858000"/>
              <a:gd name="connsiteX6" fmla="*/ 0 w 1092429"/>
              <a:gd name="connsiteY6" fmla="*/ 6858000 h 6858000"/>
              <a:gd name="connsiteX7" fmla="*/ 0 w 1092429"/>
              <a:gd name="connsiteY7" fmla="*/ 0 h 6858000"/>
              <a:gd name="connsiteX0" fmla="*/ 0 w 1092529"/>
              <a:gd name="connsiteY0" fmla="*/ 0 h 6858000"/>
              <a:gd name="connsiteX1" fmla="*/ 655455 w 1092529"/>
              <a:gd name="connsiteY1" fmla="*/ 0 h 6858000"/>
              <a:gd name="connsiteX2" fmla="*/ 1092424 w 1092529"/>
              <a:gd name="connsiteY2" fmla="*/ 3625232 h 6858000"/>
              <a:gd name="connsiteX3" fmla="*/ 809204 w 1092529"/>
              <a:gd name="connsiteY3" fmla="*/ 4135031 h 6858000"/>
              <a:gd name="connsiteX4" fmla="*/ 639271 w 1092529"/>
              <a:gd name="connsiteY4" fmla="*/ 4944234 h 6858000"/>
              <a:gd name="connsiteX5" fmla="*/ 655455 w 1092529"/>
              <a:gd name="connsiteY5" fmla="*/ 6858000 h 6858000"/>
              <a:gd name="connsiteX6" fmla="*/ 0 w 1092529"/>
              <a:gd name="connsiteY6" fmla="*/ 6858000 h 6858000"/>
              <a:gd name="connsiteX7" fmla="*/ 0 w 1092529"/>
              <a:gd name="connsiteY7" fmla="*/ 0 h 6858000"/>
              <a:gd name="connsiteX0" fmla="*/ 0 w 1569896"/>
              <a:gd name="connsiteY0" fmla="*/ 0 h 6858000"/>
              <a:gd name="connsiteX1" fmla="*/ 655455 w 1569896"/>
              <a:gd name="connsiteY1" fmla="*/ 0 h 6858000"/>
              <a:gd name="connsiteX2" fmla="*/ 1569854 w 1569896"/>
              <a:gd name="connsiteY2" fmla="*/ 3528127 h 6858000"/>
              <a:gd name="connsiteX3" fmla="*/ 809204 w 1569896"/>
              <a:gd name="connsiteY3" fmla="*/ 4135031 h 6858000"/>
              <a:gd name="connsiteX4" fmla="*/ 639271 w 1569896"/>
              <a:gd name="connsiteY4" fmla="*/ 4944234 h 6858000"/>
              <a:gd name="connsiteX5" fmla="*/ 655455 w 1569896"/>
              <a:gd name="connsiteY5" fmla="*/ 6858000 h 6858000"/>
              <a:gd name="connsiteX6" fmla="*/ 0 w 1569896"/>
              <a:gd name="connsiteY6" fmla="*/ 6858000 h 6858000"/>
              <a:gd name="connsiteX7" fmla="*/ 0 w 1569896"/>
              <a:gd name="connsiteY7" fmla="*/ 0 h 6858000"/>
              <a:gd name="connsiteX0" fmla="*/ 0 w 1569896"/>
              <a:gd name="connsiteY0" fmla="*/ 0 h 6858000"/>
              <a:gd name="connsiteX1" fmla="*/ 655455 w 1569896"/>
              <a:gd name="connsiteY1" fmla="*/ 0 h 6858000"/>
              <a:gd name="connsiteX2" fmla="*/ 1569854 w 1569896"/>
              <a:gd name="connsiteY2" fmla="*/ 3528127 h 6858000"/>
              <a:gd name="connsiteX3" fmla="*/ 809204 w 1569896"/>
              <a:gd name="connsiteY3" fmla="*/ 4135031 h 6858000"/>
              <a:gd name="connsiteX4" fmla="*/ 639271 w 1569896"/>
              <a:gd name="connsiteY4" fmla="*/ 4944234 h 6858000"/>
              <a:gd name="connsiteX5" fmla="*/ 655455 w 1569896"/>
              <a:gd name="connsiteY5" fmla="*/ 6858000 h 6858000"/>
              <a:gd name="connsiteX6" fmla="*/ 0 w 1569896"/>
              <a:gd name="connsiteY6" fmla="*/ 6858000 h 6858000"/>
              <a:gd name="connsiteX7" fmla="*/ 0 w 1569896"/>
              <a:gd name="connsiteY7" fmla="*/ 0 h 6858000"/>
              <a:gd name="connsiteX0" fmla="*/ 0 w 963125"/>
              <a:gd name="connsiteY0" fmla="*/ 0 h 6858000"/>
              <a:gd name="connsiteX1" fmla="*/ 655455 w 963125"/>
              <a:gd name="connsiteY1" fmla="*/ 0 h 6858000"/>
              <a:gd name="connsiteX2" fmla="*/ 962951 w 963125"/>
              <a:gd name="connsiteY2" fmla="*/ 3730428 h 6858000"/>
              <a:gd name="connsiteX3" fmla="*/ 809204 w 963125"/>
              <a:gd name="connsiteY3" fmla="*/ 4135031 h 6858000"/>
              <a:gd name="connsiteX4" fmla="*/ 639271 w 963125"/>
              <a:gd name="connsiteY4" fmla="*/ 4944234 h 6858000"/>
              <a:gd name="connsiteX5" fmla="*/ 655455 w 963125"/>
              <a:gd name="connsiteY5" fmla="*/ 6858000 h 6858000"/>
              <a:gd name="connsiteX6" fmla="*/ 0 w 963125"/>
              <a:gd name="connsiteY6" fmla="*/ 6858000 h 6858000"/>
              <a:gd name="connsiteX7" fmla="*/ 0 w 963125"/>
              <a:gd name="connsiteY7" fmla="*/ 0 h 6858000"/>
              <a:gd name="connsiteX0" fmla="*/ 0 w 1011643"/>
              <a:gd name="connsiteY0" fmla="*/ 0 h 6858000"/>
              <a:gd name="connsiteX1" fmla="*/ 655455 w 1011643"/>
              <a:gd name="connsiteY1" fmla="*/ 0 h 6858000"/>
              <a:gd name="connsiteX2" fmla="*/ 1011504 w 1011643"/>
              <a:gd name="connsiteY2" fmla="*/ 3843717 h 6858000"/>
              <a:gd name="connsiteX3" fmla="*/ 809204 w 1011643"/>
              <a:gd name="connsiteY3" fmla="*/ 4135031 h 6858000"/>
              <a:gd name="connsiteX4" fmla="*/ 639271 w 1011643"/>
              <a:gd name="connsiteY4" fmla="*/ 4944234 h 6858000"/>
              <a:gd name="connsiteX5" fmla="*/ 655455 w 1011643"/>
              <a:gd name="connsiteY5" fmla="*/ 6858000 h 6858000"/>
              <a:gd name="connsiteX6" fmla="*/ 0 w 1011643"/>
              <a:gd name="connsiteY6" fmla="*/ 6858000 h 6858000"/>
              <a:gd name="connsiteX7" fmla="*/ 0 w 1011643"/>
              <a:gd name="connsiteY7" fmla="*/ 0 h 6858000"/>
              <a:gd name="connsiteX0" fmla="*/ 0 w 1019439"/>
              <a:gd name="connsiteY0" fmla="*/ 0 h 6858000"/>
              <a:gd name="connsiteX1" fmla="*/ 655455 w 1019439"/>
              <a:gd name="connsiteY1" fmla="*/ 0 h 6858000"/>
              <a:gd name="connsiteX2" fmla="*/ 946767 w 1019439"/>
              <a:gd name="connsiteY2" fmla="*/ 3220630 h 6858000"/>
              <a:gd name="connsiteX3" fmla="*/ 1011504 w 1019439"/>
              <a:gd name="connsiteY3" fmla="*/ 3843717 h 6858000"/>
              <a:gd name="connsiteX4" fmla="*/ 809204 w 1019439"/>
              <a:gd name="connsiteY4" fmla="*/ 4135031 h 6858000"/>
              <a:gd name="connsiteX5" fmla="*/ 639271 w 1019439"/>
              <a:gd name="connsiteY5" fmla="*/ 4944234 h 6858000"/>
              <a:gd name="connsiteX6" fmla="*/ 655455 w 1019439"/>
              <a:gd name="connsiteY6" fmla="*/ 6858000 h 6858000"/>
              <a:gd name="connsiteX7" fmla="*/ 0 w 1019439"/>
              <a:gd name="connsiteY7" fmla="*/ 6858000 h 6858000"/>
              <a:gd name="connsiteX8" fmla="*/ 0 w 1019439"/>
              <a:gd name="connsiteY8" fmla="*/ 0 h 6858000"/>
              <a:gd name="connsiteX0" fmla="*/ 0 w 1011510"/>
              <a:gd name="connsiteY0" fmla="*/ 0 h 6858000"/>
              <a:gd name="connsiteX1" fmla="*/ 655455 w 1011510"/>
              <a:gd name="connsiteY1" fmla="*/ 0 h 6858000"/>
              <a:gd name="connsiteX2" fmla="*/ 946767 w 1011510"/>
              <a:gd name="connsiteY2" fmla="*/ 3220630 h 6858000"/>
              <a:gd name="connsiteX3" fmla="*/ 1011504 w 1011510"/>
              <a:gd name="connsiteY3" fmla="*/ 3843717 h 6858000"/>
              <a:gd name="connsiteX4" fmla="*/ 809204 w 1011510"/>
              <a:gd name="connsiteY4" fmla="*/ 4135031 h 6858000"/>
              <a:gd name="connsiteX5" fmla="*/ 639271 w 1011510"/>
              <a:gd name="connsiteY5" fmla="*/ 4944234 h 6858000"/>
              <a:gd name="connsiteX6" fmla="*/ 655455 w 1011510"/>
              <a:gd name="connsiteY6" fmla="*/ 6858000 h 6858000"/>
              <a:gd name="connsiteX7" fmla="*/ 0 w 1011510"/>
              <a:gd name="connsiteY7" fmla="*/ 6858000 h 6858000"/>
              <a:gd name="connsiteX8" fmla="*/ 0 w 1011510"/>
              <a:gd name="connsiteY8" fmla="*/ 0 h 6858000"/>
              <a:gd name="connsiteX0" fmla="*/ 0 w 1381329"/>
              <a:gd name="connsiteY0" fmla="*/ 0 h 6858000"/>
              <a:gd name="connsiteX1" fmla="*/ 655455 w 1381329"/>
              <a:gd name="connsiteY1" fmla="*/ 0 h 6858000"/>
              <a:gd name="connsiteX2" fmla="*/ 1375645 w 1381329"/>
              <a:gd name="connsiteY2" fmla="*/ 3042605 h 6858000"/>
              <a:gd name="connsiteX3" fmla="*/ 1011504 w 1381329"/>
              <a:gd name="connsiteY3" fmla="*/ 3843717 h 6858000"/>
              <a:gd name="connsiteX4" fmla="*/ 809204 w 1381329"/>
              <a:gd name="connsiteY4" fmla="*/ 4135031 h 6858000"/>
              <a:gd name="connsiteX5" fmla="*/ 639271 w 1381329"/>
              <a:gd name="connsiteY5" fmla="*/ 4944234 h 6858000"/>
              <a:gd name="connsiteX6" fmla="*/ 655455 w 1381329"/>
              <a:gd name="connsiteY6" fmla="*/ 6858000 h 6858000"/>
              <a:gd name="connsiteX7" fmla="*/ 0 w 1381329"/>
              <a:gd name="connsiteY7" fmla="*/ 6858000 h 6858000"/>
              <a:gd name="connsiteX8" fmla="*/ 0 w 1381329"/>
              <a:gd name="connsiteY8" fmla="*/ 0 h 6858000"/>
              <a:gd name="connsiteX0" fmla="*/ 0 w 1375645"/>
              <a:gd name="connsiteY0" fmla="*/ 0 h 6858000"/>
              <a:gd name="connsiteX1" fmla="*/ 655455 w 1375645"/>
              <a:gd name="connsiteY1" fmla="*/ 0 h 6858000"/>
              <a:gd name="connsiteX2" fmla="*/ 1375645 w 1375645"/>
              <a:gd name="connsiteY2" fmla="*/ 3042605 h 6858000"/>
              <a:gd name="connsiteX3" fmla="*/ 1011504 w 1375645"/>
              <a:gd name="connsiteY3" fmla="*/ 3843717 h 6858000"/>
              <a:gd name="connsiteX4" fmla="*/ 809204 w 1375645"/>
              <a:gd name="connsiteY4" fmla="*/ 4135031 h 6858000"/>
              <a:gd name="connsiteX5" fmla="*/ 639271 w 1375645"/>
              <a:gd name="connsiteY5" fmla="*/ 4944234 h 6858000"/>
              <a:gd name="connsiteX6" fmla="*/ 655455 w 1375645"/>
              <a:gd name="connsiteY6" fmla="*/ 6858000 h 6858000"/>
              <a:gd name="connsiteX7" fmla="*/ 0 w 1375645"/>
              <a:gd name="connsiteY7" fmla="*/ 6858000 h 6858000"/>
              <a:gd name="connsiteX8" fmla="*/ 0 w 1375645"/>
              <a:gd name="connsiteY8" fmla="*/ 0 h 6858000"/>
              <a:gd name="connsiteX0" fmla="*/ 0 w 1375645"/>
              <a:gd name="connsiteY0" fmla="*/ 0 h 6858000"/>
              <a:gd name="connsiteX1" fmla="*/ 655455 w 1375645"/>
              <a:gd name="connsiteY1" fmla="*/ 0 h 6858000"/>
              <a:gd name="connsiteX2" fmla="*/ 1375645 w 1375645"/>
              <a:gd name="connsiteY2" fmla="*/ 3042605 h 6858000"/>
              <a:gd name="connsiteX3" fmla="*/ 1011504 w 1375645"/>
              <a:gd name="connsiteY3" fmla="*/ 3843717 h 6858000"/>
              <a:gd name="connsiteX4" fmla="*/ 809204 w 1375645"/>
              <a:gd name="connsiteY4" fmla="*/ 4135031 h 6858000"/>
              <a:gd name="connsiteX5" fmla="*/ 639271 w 1375645"/>
              <a:gd name="connsiteY5" fmla="*/ 4944234 h 6858000"/>
              <a:gd name="connsiteX6" fmla="*/ 655455 w 1375645"/>
              <a:gd name="connsiteY6" fmla="*/ 6858000 h 6858000"/>
              <a:gd name="connsiteX7" fmla="*/ 0 w 1375645"/>
              <a:gd name="connsiteY7" fmla="*/ 6858000 h 6858000"/>
              <a:gd name="connsiteX8" fmla="*/ 0 w 1375645"/>
              <a:gd name="connsiteY8" fmla="*/ 0 h 6858000"/>
              <a:gd name="connsiteX0" fmla="*/ 0 w 1294725"/>
              <a:gd name="connsiteY0" fmla="*/ 0 h 6858000"/>
              <a:gd name="connsiteX1" fmla="*/ 655455 w 1294725"/>
              <a:gd name="connsiteY1" fmla="*/ 0 h 6858000"/>
              <a:gd name="connsiteX2" fmla="*/ 1294725 w 1294725"/>
              <a:gd name="connsiteY2" fmla="*/ 3681876 h 6858000"/>
              <a:gd name="connsiteX3" fmla="*/ 1011504 w 1294725"/>
              <a:gd name="connsiteY3" fmla="*/ 3843717 h 6858000"/>
              <a:gd name="connsiteX4" fmla="*/ 809204 w 1294725"/>
              <a:gd name="connsiteY4" fmla="*/ 4135031 h 6858000"/>
              <a:gd name="connsiteX5" fmla="*/ 639271 w 1294725"/>
              <a:gd name="connsiteY5" fmla="*/ 4944234 h 6858000"/>
              <a:gd name="connsiteX6" fmla="*/ 655455 w 1294725"/>
              <a:gd name="connsiteY6" fmla="*/ 6858000 h 6858000"/>
              <a:gd name="connsiteX7" fmla="*/ 0 w 1294725"/>
              <a:gd name="connsiteY7" fmla="*/ 6858000 h 6858000"/>
              <a:gd name="connsiteX8" fmla="*/ 0 w 1294725"/>
              <a:gd name="connsiteY8" fmla="*/ 0 h 6858000"/>
              <a:gd name="connsiteX0" fmla="*/ 0 w 1309909"/>
              <a:gd name="connsiteY0" fmla="*/ 0 h 6858000"/>
              <a:gd name="connsiteX1" fmla="*/ 655455 w 1309909"/>
              <a:gd name="connsiteY1" fmla="*/ 0 h 6858000"/>
              <a:gd name="connsiteX2" fmla="*/ 1205713 w 1309909"/>
              <a:gd name="connsiteY2" fmla="*/ 3196354 h 6858000"/>
              <a:gd name="connsiteX3" fmla="*/ 1294725 w 1309909"/>
              <a:gd name="connsiteY3" fmla="*/ 3681876 h 6858000"/>
              <a:gd name="connsiteX4" fmla="*/ 1011504 w 1309909"/>
              <a:gd name="connsiteY4" fmla="*/ 3843717 h 6858000"/>
              <a:gd name="connsiteX5" fmla="*/ 809204 w 1309909"/>
              <a:gd name="connsiteY5" fmla="*/ 4135031 h 6858000"/>
              <a:gd name="connsiteX6" fmla="*/ 639271 w 1309909"/>
              <a:gd name="connsiteY6" fmla="*/ 4944234 h 6858000"/>
              <a:gd name="connsiteX7" fmla="*/ 655455 w 1309909"/>
              <a:gd name="connsiteY7" fmla="*/ 6858000 h 6858000"/>
              <a:gd name="connsiteX8" fmla="*/ 0 w 1309909"/>
              <a:gd name="connsiteY8" fmla="*/ 6858000 h 6858000"/>
              <a:gd name="connsiteX9" fmla="*/ 0 w 1309909"/>
              <a:gd name="connsiteY9" fmla="*/ 0 h 6858000"/>
              <a:gd name="connsiteX0" fmla="*/ 0 w 1300262"/>
              <a:gd name="connsiteY0" fmla="*/ 0 h 6858000"/>
              <a:gd name="connsiteX1" fmla="*/ 655455 w 1300262"/>
              <a:gd name="connsiteY1" fmla="*/ 0 h 6858000"/>
              <a:gd name="connsiteX2" fmla="*/ 1205713 w 1300262"/>
              <a:gd name="connsiteY2" fmla="*/ 3196354 h 6858000"/>
              <a:gd name="connsiteX3" fmla="*/ 1294725 w 1300262"/>
              <a:gd name="connsiteY3" fmla="*/ 3681876 h 6858000"/>
              <a:gd name="connsiteX4" fmla="*/ 1011504 w 1300262"/>
              <a:gd name="connsiteY4" fmla="*/ 3843717 h 6858000"/>
              <a:gd name="connsiteX5" fmla="*/ 809204 w 1300262"/>
              <a:gd name="connsiteY5" fmla="*/ 4135031 h 6858000"/>
              <a:gd name="connsiteX6" fmla="*/ 639271 w 1300262"/>
              <a:gd name="connsiteY6" fmla="*/ 4944234 h 6858000"/>
              <a:gd name="connsiteX7" fmla="*/ 655455 w 1300262"/>
              <a:gd name="connsiteY7" fmla="*/ 6858000 h 6858000"/>
              <a:gd name="connsiteX8" fmla="*/ 0 w 1300262"/>
              <a:gd name="connsiteY8" fmla="*/ 6858000 h 6858000"/>
              <a:gd name="connsiteX9" fmla="*/ 0 w 1300262"/>
              <a:gd name="connsiteY9" fmla="*/ 0 h 6858000"/>
              <a:gd name="connsiteX0" fmla="*/ 0 w 1300262"/>
              <a:gd name="connsiteY0" fmla="*/ 0 h 6858000"/>
              <a:gd name="connsiteX1" fmla="*/ 655455 w 1300262"/>
              <a:gd name="connsiteY1" fmla="*/ 0 h 6858000"/>
              <a:gd name="connsiteX2" fmla="*/ 1205713 w 1300262"/>
              <a:gd name="connsiteY2" fmla="*/ 3196354 h 6858000"/>
              <a:gd name="connsiteX3" fmla="*/ 1294725 w 1300262"/>
              <a:gd name="connsiteY3" fmla="*/ 3681876 h 6858000"/>
              <a:gd name="connsiteX4" fmla="*/ 1011504 w 1300262"/>
              <a:gd name="connsiteY4" fmla="*/ 3843717 h 6858000"/>
              <a:gd name="connsiteX5" fmla="*/ 809204 w 1300262"/>
              <a:gd name="connsiteY5" fmla="*/ 4135031 h 6858000"/>
              <a:gd name="connsiteX6" fmla="*/ 639271 w 1300262"/>
              <a:gd name="connsiteY6" fmla="*/ 4944234 h 6858000"/>
              <a:gd name="connsiteX7" fmla="*/ 655455 w 1300262"/>
              <a:gd name="connsiteY7" fmla="*/ 6858000 h 6858000"/>
              <a:gd name="connsiteX8" fmla="*/ 0 w 1300262"/>
              <a:gd name="connsiteY8" fmla="*/ 6858000 h 6858000"/>
              <a:gd name="connsiteX9" fmla="*/ 0 w 1300262"/>
              <a:gd name="connsiteY9" fmla="*/ 0 h 6858000"/>
              <a:gd name="connsiteX0" fmla="*/ 0 w 2152605"/>
              <a:gd name="connsiteY0" fmla="*/ 0 h 6858000"/>
              <a:gd name="connsiteX1" fmla="*/ 655455 w 2152605"/>
              <a:gd name="connsiteY1" fmla="*/ 0 h 6858000"/>
              <a:gd name="connsiteX2" fmla="*/ 2152481 w 2152605"/>
              <a:gd name="connsiteY2" fmla="*/ 3544311 h 6858000"/>
              <a:gd name="connsiteX3" fmla="*/ 1294725 w 2152605"/>
              <a:gd name="connsiteY3" fmla="*/ 3681876 h 6858000"/>
              <a:gd name="connsiteX4" fmla="*/ 1011504 w 2152605"/>
              <a:gd name="connsiteY4" fmla="*/ 3843717 h 6858000"/>
              <a:gd name="connsiteX5" fmla="*/ 809204 w 2152605"/>
              <a:gd name="connsiteY5" fmla="*/ 4135031 h 6858000"/>
              <a:gd name="connsiteX6" fmla="*/ 639271 w 2152605"/>
              <a:gd name="connsiteY6" fmla="*/ 4944234 h 6858000"/>
              <a:gd name="connsiteX7" fmla="*/ 655455 w 2152605"/>
              <a:gd name="connsiteY7" fmla="*/ 6858000 h 6858000"/>
              <a:gd name="connsiteX8" fmla="*/ 0 w 2152605"/>
              <a:gd name="connsiteY8" fmla="*/ 6858000 h 6858000"/>
              <a:gd name="connsiteX9" fmla="*/ 0 w 2152605"/>
              <a:gd name="connsiteY9" fmla="*/ 0 h 6858000"/>
              <a:gd name="connsiteX0" fmla="*/ 0 w 2197211"/>
              <a:gd name="connsiteY0" fmla="*/ 0 h 6858000"/>
              <a:gd name="connsiteX1" fmla="*/ 655455 w 2197211"/>
              <a:gd name="connsiteY1" fmla="*/ 0 h 6858000"/>
              <a:gd name="connsiteX2" fmla="*/ 1925904 w 2197211"/>
              <a:gd name="connsiteY2" fmla="*/ 3042605 h 6858000"/>
              <a:gd name="connsiteX3" fmla="*/ 2152481 w 2197211"/>
              <a:gd name="connsiteY3" fmla="*/ 3544311 h 6858000"/>
              <a:gd name="connsiteX4" fmla="*/ 1294725 w 2197211"/>
              <a:gd name="connsiteY4" fmla="*/ 3681876 h 6858000"/>
              <a:gd name="connsiteX5" fmla="*/ 1011504 w 2197211"/>
              <a:gd name="connsiteY5" fmla="*/ 3843717 h 6858000"/>
              <a:gd name="connsiteX6" fmla="*/ 809204 w 2197211"/>
              <a:gd name="connsiteY6" fmla="*/ 4135031 h 6858000"/>
              <a:gd name="connsiteX7" fmla="*/ 639271 w 2197211"/>
              <a:gd name="connsiteY7" fmla="*/ 4944234 h 6858000"/>
              <a:gd name="connsiteX8" fmla="*/ 655455 w 2197211"/>
              <a:gd name="connsiteY8" fmla="*/ 6858000 h 6858000"/>
              <a:gd name="connsiteX9" fmla="*/ 0 w 2197211"/>
              <a:gd name="connsiteY9" fmla="*/ 6858000 h 6858000"/>
              <a:gd name="connsiteX10" fmla="*/ 0 w 2197211"/>
              <a:gd name="connsiteY10" fmla="*/ 0 h 6858000"/>
              <a:gd name="connsiteX0" fmla="*/ 0 w 2173832"/>
              <a:gd name="connsiteY0" fmla="*/ 0 h 6858000"/>
              <a:gd name="connsiteX1" fmla="*/ 655455 w 2173832"/>
              <a:gd name="connsiteY1" fmla="*/ 0 h 6858000"/>
              <a:gd name="connsiteX2" fmla="*/ 1925904 w 2173832"/>
              <a:gd name="connsiteY2" fmla="*/ 3042605 h 6858000"/>
              <a:gd name="connsiteX3" fmla="*/ 2152481 w 2173832"/>
              <a:gd name="connsiteY3" fmla="*/ 3544311 h 6858000"/>
              <a:gd name="connsiteX4" fmla="*/ 1294725 w 2173832"/>
              <a:gd name="connsiteY4" fmla="*/ 3681876 h 6858000"/>
              <a:gd name="connsiteX5" fmla="*/ 1011504 w 2173832"/>
              <a:gd name="connsiteY5" fmla="*/ 3843717 h 6858000"/>
              <a:gd name="connsiteX6" fmla="*/ 809204 w 2173832"/>
              <a:gd name="connsiteY6" fmla="*/ 4135031 h 6858000"/>
              <a:gd name="connsiteX7" fmla="*/ 639271 w 2173832"/>
              <a:gd name="connsiteY7" fmla="*/ 4944234 h 6858000"/>
              <a:gd name="connsiteX8" fmla="*/ 655455 w 2173832"/>
              <a:gd name="connsiteY8" fmla="*/ 6858000 h 6858000"/>
              <a:gd name="connsiteX9" fmla="*/ 0 w 2173832"/>
              <a:gd name="connsiteY9" fmla="*/ 6858000 h 6858000"/>
              <a:gd name="connsiteX10" fmla="*/ 0 w 2173832"/>
              <a:gd name="connsiteY10" fmla="*/ 0 h 6858000"/>
              <a:gd name="connsiteX0" fmla="*/ 0 w 2509126"/>
              <a:gd name="connsiteY0" fmla="*/ 0 h 6858000"/>
              <a:gd name="connsiteX1" fmla="*/ 655455 w 2509126"/>
              <a:gd name="connsiteY1" fmla="*/ 0 h 6858000"/>
              <a:gd name="connsiteX2" fmla="*/ 2508530 w 2509126"/>
              <a:gd name="connsiteY2" fmla="*/ 3382471 h 6858000"/>
              <a:gd name="connsiteX3" fmla="*/ 2152481 w 2509126"/>
              <a:gd name="connsiteY3" fmla="*/ 3544311 h 6858000"/>
              <a:gd name="connsiteX4" fmla="*/ 1294725 w 2509126"/>
              <a:gd name="connsiteY4" fmla="*/ 3681876 h 6858000"/>
              <a:gd name="connsiteX5" fmla="*/ 1011504 w 2509126"/>
              <a:gd name="connsiteY5" fmla="*/ 3843717 h 6858000"/>
              <a:gd name="connsiteX6" fmla="*/ 809204 w 2509126"/>
              <a:gd name="connsiteY6" fmla="*/ 4135031 h 6858000"/>
              <a:gd name="connsiteX7" fmla="*/ 639271 w 2509126"/>
              <a:gd name="connsiteY7" fmla="*/ 4944234 h 6858000"/>
              <a:gd name="connsiteX8" fmla="*/ 655455 w 2509126"/>
              <a:gd name="connsiteY8" fmla="*/ 6858000 h 6858000"/>
              <a:gd name="connsiteX9" fmla="*/ 0 w 2509126"/>
              <a:gd name="connsiteY9" fmla="*/ 6858000 h 6858000"/>
              <a:gd name="connsiteX10" fmla="*/ 0 w 2509126"/>
              <a:gd name="connsiteY10" fmla="*/ 0 h 6858000"/>
              <a:gd name="connsiteX0" fmla="*/ 0 w 2509126"/>
              <a:gd name="connsiteY0" fmla="*/ 0 h 6858000"/>
              <a:gd name="connsiteX1" fmla="*/ 655455 w 2509126"/>
              <a:gd name="connsiteY1" fmla="*/ 0 h 6858000"/>
              <a:gd name="connsiteX2" fmla="*/ 2508530 w 2509126"/>
              <a:gd name="connsiteY2" fmla="*/ 3382471 h 6858000"/>
              <a:gd name="connsiteX3" fmla="*/ 2152481 w 2509126"/>
              <a:gd name="connsiteY3" fmla="*/ 3544311 h 6858000"/>
              <a:gd name="connsiteX4" fmla="*/ 1294725 w 2509126"/>
              <a:gd name="connsiteY4" fmla="*/ 3681876 h 6858000"/>
              <a:gd name="connsiteX5" fmla="*/ 1011504 w 2509126"/>
              <a:gd name="connsiteY5" fmla="*/ 3843717 h 6858000"/>
              <a:gd name="connsiteX6" fmla="*/ 809204 w 2509126"/>
              <a:gd name="connsiteY6" fmla="*/ 4135031 h 6858000"/>
              <a:gd name="connsiteX7" fmla="*/ 639271 w 2509126"/>
              <a:gd name="connsiteY7" fmla="*/ 4944234 h 6858000"/>
              <a:gd name="connsiteX8" fmla="*/ 655455 w 2509126"/>
              <a:gd name="connsiteY8" fmla="*/ 6858000 h 6858000"/>
              <a:gd name="connsiteX9" fmla="*/ 0 w 2509126"/>
              <a:gd name="connsiteY9" fmla="*/ 6858000 h 6858000"/>
              <a:gd name="connsiteX10" fmla="*/ 0 w 2509126"/>
              <a:gd name="connsiteY10" fmla="*/ 0 h 6858000"/>
              <a:gd name="connsiteX0" fmla="*/ 0 w 2509670"/>
              <a:gd name="connsiteY0" fmla="*/ 0 h 6858000"/>
              <a:gd name="connsiteX1" fmla="*/ 655455 w 2509670"/>
              <a:gd name="connsiteY1" fmla="*/ 0 h 6858000"/>
              <a:gd name="connsiteX2" fmla="*/ 2192941 w 2509670"/>
              <a:gd name="connsiteY2" fmla="*/ 2767476 h 6858000"/>
              <a:gd name="connsiteX3" fmla="*/ 2508530 w 2509670"/>
              <a:gd name="connsiteY3" fmla="*/ 3382471 h 6858000"/>
              <a:gd name="connsiteX4" fmla="*/ 2152481 w 2509670"/>
              <a:gd name="connsiteY4" fmla="*/ 3544311 h 6858000"/>
              <a:gd name="connsiteX5" fmla="*/ 1294725 w 2509670"/>
              <a:gd name="connsiteY5" fmla="*/ 3681876 h 6858000"/>
              <a:gd name="connsiteX6" fmla="*/ 1011504 w 2509670"/>
              <a:gd name="connsiteY6" fmla="*/ 3843717 h 6858000"/>
              <a:gd name="connsiteX7" fmla="*/ 809204 w 2509670"/>
              <a:gd name="connsiteY7" fmla="*/ 4135031 h 6858000"/>
              <a:gd name="connsiteX8" fmla="*/ 639271 w 2509670"/>
              <a:gd name="connsiteY8" fmla="*/ 4944234 h 6858000"/>
              <a:gd name="connsiteX9" fmla="*/ 655455 w 2509670"/>
              <a:gd name="connsiteY9" fmla="*/ 6858000 h 6858000"/>
              <a:gd name="connsiteX10" fmla="*/ 0 w 2509670"/>
              <a:gd name="connsiteY10" fmla="*/ 6858000 h 6858000"/>
              <a:gd name="connsiteX11" fmla="*/ 0 w 2509670"/>
              <a:gd name="connsiteY11" fmla="*/ 0 h 6858000"/>
              <a:gd name="connsiteX0" fmla="*/ 0 w 2509126"/>
              <a:gd name="connsiteY0" fmla="*/ 0 h 6858000"/>
              <a:gd name="connsiteX1" fmla="*/ 655455 w 2509126"/>
              <a:gd name="connsiteY1" fmla="*/ 0 h 6858000"/>
              <a:gd name="connsiteX2" fmla="*/ 2192941 w 2509126"/>
              <a:gd name="connsiteY2" fmla="*/ 2767476 h 6858000"/>
              <a:gd name="connsiteX3" fmla="*/ 2508530 w 2509126"/>
              <a:gd name="connsiteY3" fmla="*/ 3382471 h 6858000"/>
              <a:gd name="connsiteX4" fmla="*/ 2152481 w 2509126"/>
              <a:gd name="connsiteY4" fmla="*/ 3544311 h 6858000"/>
              <a:gd name="connsiteX5" fmla="*/ 1294725 w 2509126"/>
              <a:gd name="connsiteY5" fmla="*/ 3681876 h 6858000"/>
              <a:gd name="connsiteX6" fmla="*/ 1011504 w 2509126"/>
              <a:gd name="connsiteY6" fmla="*/ 3843717 h 6858000"/>
              <a:gd name="connsiteX7" fmla="*/ 809204 w 2509126"/>
              <a:gd name="connsiteY7" fmla="*/ 4135031 h 6858000"/>
              <a:gd name="connsiteX8" fmla="*/ 639271 w 2509126"/>
              <a:gd name="connsiteY8" fmla="*/ 4944234 h 6858000"/>
              <a:gd name="connsiteX9" fmla="*/ 655455 w 2509126"/>
              <a:gd name="connsiteY9" fmla="*/ 6858000 h 6858000"/>
              <a:gd name="connsiteX10" fmla="*/ 0 w 2509126"/>
              <a:gd name="connsiteY10" fmla="*/ 6858000 h 6858000"/>
              <a:gd name="connsiteX11" fmla="*/ 0 w 2509126"/>
              <a:gd name="connsiteY11" fmla="*/ 0 h 6858000"/>
              <a:gd name="connsiteX0" fmla="*/ 0 w 2509126"/>
              <a:gd name="connsiteY0" fmla="*/ 0 h 6858000"/>
              <a:gd name="connsiteX1" fmla="*/ 655455 w 2509126"/>
              <a:gd name="connsiteY1" fmla="*/ 0 h 6858000"/>
              <a:gd name="connsiteX2" fmla="*/ 2192941 w 2509126"/>
              <a:gd name="connsiteY2" fmla="*/ 2767476 h 6858000"/>
              <a:gd name="connsiteX3" fmla="*/ 2508530 w 2509126"/>
              <a:gd name="connsiteY3" fmla="*/ 3382471 h 6858000"/>
              <a:gd name="connsiteX4" fmla="*/ 2152481 w 2509126"/>
              <a:gd name="connsiteY4" fmla="*/ 3544311 h 6858000"/>
              <a:gd name="connsiteX5" fmla="*/ 1294725 w 2509126"/>
              <a:gd name="connsiteY5" fmla="*/ 3681876 h 6858000"/>
              <a:gd name="connsiteX6" fmla="*/ 1011504 w 2509126"/>
              <a:gd name="connsiteY6" fmla="*/ 3843717 h 6858000"/>
              <a:gd name="connsiteX7" fmla="*/ 809204 w 2509126"/>
              <a:gd name="connsiteY7" fmla="*/ 4135031 h 6858000"/>
              <a:gd name="connsiteX8" fmla="*/ 639271 w 2509126"/>
              <a:gd name="connsiteY8" fmla="*/ 4944234 h 6858000"/>
              <a:gd name="connsiteX9" fmla="*/ 655455 w 2509126"/>
              <a:gd name="connsiteY9" fmla="*/ 6858000 h 6858000"/>
              <a:gd name="connsiteX10" fmla="*/ 0 w 2509126"/>
              <a:gd name="connsiteY10" fmla="*/ 6858000 h 6858000"/>
              <a:gd name="connsiteX11" fmla="*/ 0 w 2509126"/>
              <a:gd name="connsiteY11" fmla="*/ 0 h 6858000"/>
              <a:gd name="connsiteX0" fmla="*/ 0 w 2646550"/>
              <a:gd name="connsiteY0" fmla="*/ 0 h 6858000"/>
              <a:gd name="connsiteX1" fmla="*/ 655455 w 2646550"/>
              <a:gd name="connsiteY1" fmla="*/ 0 h 6858000"/>
              <a:gd name="connsiteX2" fmla="*/ 2646095 w 2646550"/>
              <a:gd name="connsiteY2" fmla="*/ 3123526 h 6858000"/>
              <a:gd name="connsiteX3" fmla="*/ 2508530 w 2646550"/>
              <a:gd name="connsiteY3" fmla="*/ 3382471 h 6858000"/>
              <a:gd name="connsiteX4" fmla="*/ 2152481 w 2646550"/>
              <a:gd name="connsiteY4" fmla="*/ 3544311 h 6858000"/>
              <a:gd name="connsiteX5" fmla="*/ 1294725 w 2646550"/>
              <a:gd name="connsiteY5" fmla="*/ 3681876 h 6858000"/>
              <a:gd name="connsiteX6" fmla="*/ 1011504 w 2646550"/>
              <a:gd name="connsiteY6" fmla="*/ 3843717 h 6858000"/>
              <a:gd name="connsiteX7" fmla="*/ 809204 w 2646550"/>
              <a:gd name="connsiteY7" fmla="*/ 4135031 h 6858000"/>
              <a:gd name="connsiteX8" fmla="*/ 639271 w 2646550"/>
              <a:gd name="connsiteY8" fmla="*/ 4944234 h 6858000"/>
              <a:gd name="connsiteX9" fmla="*/ 655455 w 2646550"/>
              <a:gd name="connsiteY9" fmla="*/ 6858000 h 6858000"/>
              <a:gd name="connsiteX10" fmla="*/ 0 w 2646550"/>
              <a:gd name="connsiteY10" fmla="*/ 6858000 h 6858000"/>
              <a:gd name="connsiteX11" fmla="*/ 0 w 2646550"/>
              <a:gd name="connsiteY11" fmla="*/ 0 h 6858000"/>
              <a:gd name="connsiteX0" fmla="*/ 0 w 2646550"/>
              <a:gd name="connsiteY0" fmla="*/ 0 h 6858000"/>
              <a:gd name="connsiteX1" fmla="*/ 655455 w 2646550"/>
              <a:gd name="connsiteY1" fmla="*/ 0 h 6858000"/>
              <a:gd name="connsiteX2" fmla="*/ 2306229 w 2646550"/>
              <a:gd name="connsiteY2" fmla="*/ 2557083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711542"/>
              <a:gd name="connsiteY0" fmla="*/ 0 h 6858000"/>
              <a:gd name="connsiteX1" fmla="*/ 655455 w 2711542"/>
              <a:gd name="connsiteY1" fmla="*/ 0 h 6858000"/>
              <a:gd name="connsiteX2" fmla="*/ 2540898 w 2711542"/>
              <a:gd name="connsiteY2" fmla="*/ 2322414 h 6858000"/>
              <a:gd name="connsiteX3" fmla="*/ 2646095 w 2711542"/>
              <a:gd name="connsiteY3" fmla="*/ 3123526 h 6858000"/>
              <a:gd name="connsiteX4" fmla="*/ 2508530 w 2711542"/>
              <a:gd name="connsiteY4" fmla="*/ 3382471 h 6858000"/>
              <a:gd name="connsiteX5" fmla="*/ 2152481 w 2711542"/>
              <a:gd name="connsiteY5" fmla="*/ 3544311 h 6858000"/>
              <a:gd name="connsiteX6" fmla="*/ 1294725 w 2711542"/>
              <a:gd name="connsiteY6" fmla="*/ 3681876 h 6858000"/>
              <a:gd name="connsiteX7" fmla="*/ 1011504 w 2711542"/>
              <a:gd name="connsiteY7" fmla="*/ 3843717 h 6858000"/>
              <a:gd name="connsiteX8" fmla="*/ 809204 w 2711542"/>
              <a:gd name="connsiteY8" fmla="*/ 4135031 h 6858000"/>
              <a:gd name="connsiteX9" fmla="*/ 639271 w 2711542"/>
              <a:gd name="connsiteY9" fmla="*/ 4944234 h 6858000"/>
              <a:gd name="connsiteX10" fmla="*/ 655455 w 2711542"/>
              <a:gd name="connsiteY10" fmla="*/ 6858000 h 6858000"/>
              <a:gd name="connsiteX11" fmla="*/ 0 w 2711542"/>
              <a:gd name="connsiteY11" fmla="*/ 6858000 h 6858000"/>
              <a:gd name="connsiteX12" fmla="*/ 0 w 2711542"/>
              <a:gd name="connsiteY12" fmla="*/ 0 h 6858000"/>
              <a:gd name="connsiteX0" fmla="*/ 0 w 2646550"/>
              <a:gd name="connsiteY0" fmla="*/ 0 h 6858000"/>
              <a:gd name="connsiteX1" fmla="*/ 655455 w 2646550"/>
              <a:gd name="connsiteY1" fmla="*/ 0 h 6858000"/>
              <a:gd name="connsiteX2" fmla="*/ 2540898 w 2646550"/>
              <a:gd name="connsiteY2" fmla="*/ 2322414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646550"/>
              <a:gd name="connsiteY0" fmla="*/ 0 h 6858000"/>
              <a:gd name="connsiteX1" fmla="*/ 655455 w 2646550"/>
              <a:gd name="connsiteY1" fmla="*/ 0 h 6858000"/>
              <a:gd name="connsiteX2" fmla="*/ 2540898 w 2646550"/>
              <a:gd name="connsiteY2" fmla="*/ 2322414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719333"/>
              <a:gd name="connsiteY0" fmla="*/ 0 h 6858000"/>
              <a:gd name="connsiteX1" fmla="*/ 655455 w 2719333"/>
              <a:gd name="connsiteY1" fmla="*/ 0 h 6858000"/>
              <a:gd name="connsiteX2" fmla="*/ 2718923 w 2719333"/>
              <a:gd name="connsiteY2" fmla="*/ 2937409 h 6858000"/>
              <a:gd name="connsiteX3" fmla="*/ 2646095 w 2719333"/>
              <a:gd name="connsiteY3" fmla="*/ 3123526 h 6858000"/>
              <a:gd name="connsiteX4" fmla="*/ 2508530 w 2719333"/>
              <a:gd name="connsiteY4" fmla="*/ 3382471 h 6858000"/>
              <a:gd name="connsiteX5" fmla="*/ 2152481 w 2719333"/>
              <a:gd name="connsiteY5" fmla="*/ 3544311 h 6858000"/>
              <a:gd name="connsiteX6" fmla="*/ 1294725 w 2719333"/>
              <a:gd name="connsiteY6" fmla="*/ 3681876 h 6858000"/>
              <a:gd name="connsiteX7" fmla="*/ 1011504 w 2719333"/>
              <a:gd name="connsiteY7" fmla="*/ 3843717 h 6858000"/>
              <a:gd name="connsiteX8" fmla="*/ 809204 w 2719333"/>
              <a:gd name="connsiteY8" fmla="*/ 4135031 h 6858000"/>
              <a:gd name="connsiteX9" fmla="*/ 639271 w 2719333"/>
              <a:gd name="connsiteY9" fmla="*/ 4944234 h 6858000"/>
              <a:gd name="connsiteX10" fmla="*/ 655455 w 2719333"/>
              <a:gd name="connsiteY10" fmla="*/ 6858000 h 6858000"/>
              <a:gd name="connsiteX11" fmla="*/ 0 w 2719333"/>
              <a:gd name="connsiteY11" fmla="*/ 6858000 h 6858000"/>
              <a:gd name="connsiteX12" fmla="*/ 0 w 2719333"/>
              <a:gd name="connsiteY12"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21188"/>
              <a:gd name="connsiteY0" fmla="*/ 0 h 6858000"/>
              <a:gd name="connsiteX1" fmla="*/ 655455 w 2721188"/>
              <a:gd name="connsiteY1" fmla="*/ 0 h 6858000"/>
              <a:gd name="connsiteX2" fmla="*/ 2395242 w 2721188"/>
              <a:gd name="connsiteY2" fmla="*/ 2435703 h 6858000"/>
              <a:gd name="connsiteX3" fmla="*/ 2718923 w 2721188"/>
              <a:gd name="connsiteY3" fmla="*/ 2937409 h 6858000"/>
              <a:gd name="connsiteX4" fmla="*/ 2646095 w 2721188"/>
              <a:gd name="connsiteY4" fmla="*/ 3123526 h 6858000"/>
              <a:gd name="connsiteX5" fmla="*/ 2508530 w 2721188"/>
              <a:gd name="connsiteY5" fmla="*/ 3382471 h 6858000"/>
              <a:gd name="connsiteX6" fmla="*/ 2152481 w 2721188"/>
              <a:gd name="connsiteY6" fmla="*/ 3544311 h 6858000"/>
              <a:gd name="connsiteX7" fmla="*/ 1294725 w 2721188"/>
              <a:gd name="connsiteY7" fmla="*/ 3681876 h 6858000"/>
              <a:gd name="connsiteX8" fmla="*/ 1011504 w 2721188"/>
              <a:gd name="connsiteY8" fmla="*/ 3843717 h 6858000"/>
              <a:gd name="connsiteX9" fmla="*/ 809204 w 2721188"/>
              <a:gd name="connsiteY9" fmla="*/ 4135031 h 6858000"/>
              <a:gd name="connsiteX10" fmla="*/ 639271 w 2721188"/>
              <a:gd name="connsiteY10" fmla="*/ 4944234 h 6858000"/>
              <a:gd name="connsiteX11" fmla="*/ 655455 w 2721188"/>
              <a:gd name="connsiteY11" fmla="*/ 6858000 h 6858000"/>
              <a:gd name="connsiteX12" fmla="*/ 0 w 2721188"/>
              <a:gd name="connsiteY12" fmla="*/ 6858000 h 6858000"/>
              <a:gd name="connsiteX13" fmla="*/ 0 w 2721188"/>
              <a:gd name="connsiteY13"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19531"/>
              <a:gd name="connsiteY0" fmla="*/ 0 h 6858000"/>
              <a:gd name="connsiteX1" fmla="*/ 655455 w 2719531"/>
              <a:gd name="connsiteY1" fmla="*/ 0 h 6858000"/>
              <a:gd name="connsiteX2" fmla="*/ 2662279 w 2719531"/>
              <a:gd name="connsiteY2" fmla="*/ 2484255 h 6858000"/>
              <a:gd name="connsiteX3" fmla="*/ 2718923 w 2719531"/>
              <a:gd name="connsiteY3" fmla="*/ 2937409 h 6858000"/>
              <a:gd name="connsiteX4" fmla="*/ 2646095 w 2719531"/>
              <a:gd name="connsiteY4" fmla="*/ 3123526 h 6858000"/>
              <a:gd name="connsiteX5" fmla="*/ 2508530 w 2719531"/>
              <a:gd name="connsiteY5" fmla="*/ 3382471 h 6858000"/>
              <a:gd name="connsiteX6" fmla="*/ 2152481 w 2719531"/>
              <a:gd name="connsiteY6" fmla="*/ 3544311 h 6858000"/>
              <a:gd name="connsiteX7" fmla="*/ 1294725 w 2719531"/>
              <a:gd name="connsiteY7" fmla="*/ 3681876 h 6858000"/>
              <a:gd name="connsiteX8" fmla="*/ 1011504 w 2719531"/>
              <a:gd name="connsiteY8" fmla="*/ 3843717 h 6858000"/>
              <a:gd name="connsiteX9" fmla="*/ 809204 w 2719531"/>
              <a:gd name="connsiteY9" fmla="*/ 4135031 h 6858000"/>
              <a:gd name="connsiteX10" fmla="*/ 639271 w 2719531"/>
              <a:gd name="connsiteY10" fmla="*/ 4944234 h 6858000"/>
              <a:gd name="connsiteX11" fmla="*/ 655455 w 2719531"/>
              <a:gd name="connsiteY11" fmla="*/ 6858000 h 6858000"/>
              <a:gd name="connsiteX12" fmla="*/ 0 w 2719531"/>
              <a:gd name="connsiteY12" fmla="*/ 6858000 h 6858000"/>
              <a:gd name="connsiteX13" fmla="*/ 0 w 2719531"/>
              <a:gd name="connsiteY13"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524714 w 2719531"/>
              <a:gd name="connsiteY2" fmla="*/ 1885444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524714 w 2719531"/>
              <a:gd name="connsiteY2" fmla="*/ 1885444 h 6858000"/>
              <a:gd name="connsiteX3" fmla="*/ 2662279 w 2719531"/>
              <a:gd name="connsiteY3" fmla="*/ 244379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55455 w 2719348"/>
              <a:gd name="connsiteY12" fmla="*/ 6858000 h 6858000"/>
              <a:gd name="connsiteX13" fmla="*/ 0 w 2719348"/>
              <a:gd name="connsiteY13" fmla="*/ 6858000 h 6858000"/>
              <a:gd name="connsiteX14" fmla="*/ 0 w 2719348"/>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55455 w 2719348"/>
              <a:gd name="connsiteY12" fmla="*/ 6858000 h 6858000"/>
              <a:gd name="connsiteX13" fmla="*/ 0 w 2719348"/>
              <a:gd name="connsiteY13" fmla="*/ 6858000 h 6858000"/>
              <a:gd name="connsiteX14" fmla="*/ 0 w 2719348"/>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47362 w 2719348"/>
              <a:gd name="connsiteY12" fmla="*/ 5470216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704006 w 2719348"/>
              <a:gd name="connsiteY13" fmla="*/ 605284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1035781 w 2719348"/>
              <a:gd name="connsiteY14" fmla="*/ 6858000 h 6858000"/>
              <a:gd name="connsiteX15" fmla="*/ 0 w 2719348"/>
              <a:gd name="connsiteY15" fmla="*/ 6858000 h 6858000"/>
              <a:gd name="connsiteX16" fmla="*/ 0 w 2719348"/>
              <a:gd name="connsiteY16" fmla="*/ 0 h 6858000"/>
              <a:gd name="connsiteX0" fmla="*/ 0 w 2719348"/>
              <a:gd name="connsiteY0" fmla="*/ 0 h 6858011"/>
              <a:gd name="connsiteX1" fmla="*/ 655455 w 2719348"/>
              <a:gd name="connsiteY1" fmla="*/ 0 h 6858011"/>
              <a:gd name="connsiteX2" fmla="*/ 2524714 w 2719348"/>
              <a:gd name="connsiteY2" fmla="*/ 1885444 h 6858011"/>
              <a:gd name="connsiteX3" fmla="*/ 2638003 w 2719348"/>
              <a:gd name="connsiteY3" fmla="*/ 2403335 h 6858011"/>
              <a:gd name="connsiteX4" fmla="*/ 2718923 w 2719348"/>
              <a:gd name="connsiteY4" fmla="*/ 2937409 h 6858011"/>
              <a:gd name="connsiteX5" fmla="*/ 2646095 w 2719348"/>
              <a:gd name="connsiteY5" fmla="*/ 3123526 h 6858011"/>
              <a:gd name="connsiteX6" fmla="*/ 2508530 w 2719348"/>
              <a:gd name="connsiteY6" fmla="*/ 3382471 h 6858011"/>
              <a:gd name="connsiteX7" fmla="*/ 2152481 w 2719348"/>
              <a:gd name="connsiteY7" fmla="*/ 3544311 h 6858011"/>
              <a:gd name="connsiteX8" fmla="*/ 1294725 w 2719348"/>
              <a:gd name="connsiteY8" fmla="*/ 3681876 h 6858011"/>
              <a:gd name="connsiteX9" fmla="*/ 1011504 w 2719348"/>
              <a:gd name="connsiteY9" fmla="*/ 3843717 h 6858011"/>
              <a:gd name="connsiteX10" fmla="*/ 809204 w 2719348"/>
              <a:gd name="connsiteY10" fmla="*/ 4135031 h 6858011"/>
              <a:gd name="connsiteX11" fmla="*/ 639271 w 2719348"/>
              <a:gd name="connsiteY11" fmla="*/ 4944234 h 6858011"/>
              <a:gd name="connsiteX12" fmla="*/ 720190 w 2719348"/>
              <a:gd name="connsiteY12" fmla="*/ 5526860 h 6858011"/>
              <a:gd name="connsiteX13" fmla="*/ 833479 w 2719348"/>
              <a:gd name="connsiteY13" fmla="*/ 6093302 h 6858011"/>
              <a:gd name="connsiteX14" fmla="*/ 1035781 w 2719348"/>
              <a:gd name="connsiteY14" fmla="*/ 6858000 h 6858011"/>
              <a:gd name="connsiteX15" fmla="*/ 0 w 2719348"/>
              <a:gd name="connsiteY15" fmla="*/ 6858000 h 6858011"/>
              <a:gd name="connsiteX16" fmla="*/ 0 w 2719348"/>
              <a:gd name="connsiteY16" fmla="*/ 0 h 6858011"/>
              <a:gd name="connsiteX0" fmla="*/ 0 w 2719348"/>
              <a:gd name="connsiteY0" fmla="*/ 0 h 6858011"/>
              <a:gd name="connsiteX1" fmla="*/ 655455 w 2719348"/>
              <a:gd name="connsiteY1" fmla="*/ 0 h 6858011"/>
              <a:gd name="connsiteX2" fmla="*/ 2524714 w 2719348"/>
              <a:gd name="connsiteY2" fmla="*/ 1885444 h 6858011"/>
              <a:gd name="connsiteX3" fmla="*/ 2638003 w 2719348"/>
              <a:gd name="connsiteY3" fmla="*/ 2403335 h 6858011"/>
              <a:gd name="connsiteX4" fmla="*/ 2718923 w 2719348"/>
              <a:gd name="connsiteY4" fmla="*/ 2937409 h 6858011"/>
              <a:gd name="connsiteX5" fmla="*/ 2646095 w 2719348"/>
              <a:gd name="connsiteY5" fmla="*/ 3123526 h 6858011"/>
              <a:gd name="connsiteX6" fmla="*/ 2508530 w 2719348"/>
              <a:gd name="connsiteY6" fmla="*/ 3382471 h 6858011"/>
              <a:gd name="connsiteX7" fmla="*/ 2152481 w 2719348"/>
              <a:gd name="connsiteY7" fmla="*/ 3544311 h 6858011"/>
              <a:gd name="connsiteX8" fmla="*/ 1294725 w 2719348"/>
              <a:gd name="connsiteY8" fmla="*/ 3681876 h 6858011"/>
              <a:gd name="connsiteX9" fmla="*/ 1011504 w 2719348"/>
              <a:gd name="connsiteY9" fmla="*/ 3843717 h 6858011"/>
              <a:gd name="connsiteX10" fmla="*/ 809204 w 2719348"/>
              <a:gd name="connsiteY10" fmla="*/ 4135031 h 6858011"/>
              <a:gd name="connsiteX11" fmla="*/ 639271 w 2719348"/>
              <a:gd name="connsiteY11" fmla="*/ 4944234 h 6858011"/>
              <a:gd name="connsiteX12" fmla="*/ 720190 w 2719348"/>
              <a:gd name="connsiteY12" fmla="*/ 5526860 h 6858011"/>
              <a:gd name="connsiteX13" fmla="*/ 809203 w 2719348"/>
              <a:gd name="connsiteY13" fmla="*/ 6109486 h 6858011"/>
              <a:gd name="connsiteX14" fmla="*/ 1035781 w 2719348"/>
              <a:gd name="connsiteY14" fmla="*/ 6858000 h 6858011"/>
              <a:gd name="connsiteX15" fmla="*/ 0 w 2719348"/>
              <a:gd name="connsiteY15" fmla="*/ 6858000 h 6858011"/>
              <a:gd name="connsiteX16" fmla="*/ 0 w 2719348"/>
              <a:gd name="connsiteY16"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2459978 w 2719348"/>
              <a:gd name="connsiteY2" fmla="*/ 1076241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2459978 w 2719348"/>
              <a:gd name="connsiteY2" fmla="*/ 1076241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27015"/>
              <a:gd name="connsiteY0" fmla="*/ 0 h 6858011"/>
              <a:gd name="connsiteX1" fmla="*/ 655455 w 2727015"/>
              <a:gd name="connsiteY1" fmla="*/ 0 h 6858011"/>
              <a:gd name="connsiteX2" fmla="*/ 2727015 w 2727015"/>
              <a:gd name="connsiteY2" fmla="*/ 364142 h 6858011"/>
              <a:gd name="connsiteX3" fmla="*/ 2459978 w 2727015"/>
              <a:gd name="connsiteY3" fmla="*/ 1076241 h 6858011"/>
              <a:gd name="connsiteX4" fmla="*/ 2524714 w 2727015"/>
              <a:gd name="connsiteY4" fmla="*/ 1885444 h 6858011"/>
              <a:gd name="connsiteX5" fmla="*/ 2638003 w 2727015"/>
              <a:gd name="connsiteY5" fmla="*/ 2403335 h 6858011"/>
              <a:gd name="connsiteX6" fmla="*/ 2718923 w 2727015"/>
              <a:gd name="connsiteY6" fmla="*/ 2937409 h 6858011"/>
              <a:gd name="connsiteX7" fmla="*/ 2646095 w 2727015"/>
              <a:gd name="connsiteY7" fmla="*/ 3123526 h 6858011"/>
              <a:gd name="connsiteX8" fmla="*/ 2508530 w 2727015"/>
              <a:gd name="connsiteY8" fmla="*/ 3382471 h 6858011"/>
              <a:gd name="connsiteX9" fmla="*/ 2152481 w 2727015"/>
              <a:gd name="connsiteY9" fmla="*/ 3544311 h 6858011"/>
              <a:gd name="connsiteX10" fmla="*/ 1294725 w 2727015"/>
              <a:gd name="connsiteY10" fmla="*/ 3681876 h 6858011"/>
              <a:gd name="connsiteX11" fmla="*/ 1011504 w 2727015"/>
              <a:gd name="connsiteY11" fmla="*/ 3843717 h 6858011"/>
              <a:gd name="connsiteX12" fmla="*/ 809204 w 2727015"/>
              <a:gd name="connsiteY12" fmla="*/ 4135031 h 6858011"/>
              <a:gd name="connsiteX13" fmla="*/ 639271 w 2727015"/>
              <a:gd name="connsiteY13" fmla="*/ 4944234 h 6858011"/>
              <a:gd name="connsiteX14" fmla="*/ 720190 w 2727015"/>
              <a:gd name="connsiteY14" fmla="*/ 5526860 h 6858011"/>
              <a:gd name="connsiteX15" fmla="*/ 809203 w 2727015"/>
              <a:gd name="connsiteY15" fmla="*/ 6109486 h 6858011"/>
              <a:gd name="connsiteX16" fmla="*/ 1035781 w 2727015"/>
              <a:gd name="connsiteY16" fmla="*/ 6858000 h 6858011"/>
              <a:gd name="connsiteX17" fmla="*/ 0 w 2727015"/>
              <a:gd name="connsiteY17" fmla="*/ 6858000 h 6858011"/>
              <a:gd name="connsiteX18" fmla="*/ 0 w 2727015"/>
              <a:gd name="connsiteY18" fmla="*/ 0 h 6858011"/>
              <a:gd name="connsiteX0" fmla="*/ 0 w 2727015"/>
              <a:gd name="connsiteY0" fmla="*/ 0 h 6858011"/>
              <a:gd name="connsiteX1" fmla="*/ 655455 w 2727015"/>
              <a:gd name="connsiteY1" fmla="*/ 0 h 6858011"/>
              <a:gd name="connsiteX2" fmla="*/ 2727015 w 2727015"/>
              <a:gd name="connsiteY2" fmla="*/ 364142 h 6858011"/>
              <a:gd name="connsiteX3" fmla="*/ 2459978 w 2727015"/>
              <a:gd name="connsiteY3" fmla="*/ 1076241 h 6858011"/>
              <a:gd name="connsiteX4" fmla="*/ 2524714 w 2727015"/>
              <a:gd name="connsiteY4" fmla="*/ 1885444 h 6858011"/>
              <a:gd name="connsiteX5" fmla="*/ 2638003 w 2727015"/>
              <a:gd name="connsiteY5" fmla="*/ 2403335 h 6858011"/>
              <a:gd name="connsiteX6" fmla="*/ 2718923 w 2727015"/>
              <a:gd name="connsiteY6" fmla="*/ 2937409 h 6858011"/>
              <a:gd name="connsiteX7" fmla="*/ 2646095 w 2727015"/>
              <a:gd name="connsiteY7" fmla="*/ 3123526 h 6858011"/>
              <a:gd name="connsiteX8" fmla="*/ 2508530 w 2727015"/>
              <a:gd name="connsiteY8" fmla="*/ 3382471 h 6858011"/>
              <a:gd name="connsiteX9" fmla="*/ 2152481 w 2727015"/>
              <a:gd name="connsiteY9" fmla="*/ 3544311 h 6858011"/>
              <a:gd name="connsiteX10" fmla="*/ 1294725 w 2727015"/>
              <a:gd name="connsiteY10" fmla="*/ 3681876 h 6858011"/>
              <a:gd name="connsiteX11" fmla="*/ 1011504 w 2727015"/>
              <a:gd name="connsiteY11" fmla="*/ 3843717 h 6858011"/>
              <a:gd name="connsiteX12" fmla="*/ 809204 w 2727015"/>
              <a:gd name="connsiteY12" fmla="*/ 4135031 h 6858011"/>
              <a:gd name="connsiteX13" fmla="*/ 639271 w 2727015"/>
              <a:gd name="connsiteY13" fmla="*/ 4944234 h 6858011"/>
              <a:gd name="connsiteX14" fmla="*/ 720190 w 2727015"/>
              <a:gd name="connsiteY14" fmla="*/ 5526860 h 6858011"/>
              <a:gd name="connsiteX15" fmla="*/ 809203 w 2727015"/>
              <a:gd name="connsiteY15" fmla="*/ 6109486 h 6858011"/>
              <a:gd name="connsiteX16" fmla="*/ 1035781 w 2727015"/>
              <a:gd name="connsiteY16" fmla="*/ 6858000 h 6858011"/>
              <a:gd name="connsiteX17" fmla="*/ 0 w 2727015"/>
              <a:gd name="connsiteY17" fmla="*/ 6858000 h 6858011"/>
              <a:gd name="connsiteX18" fmla="*/ 0 w 2727015"/>
              <a:gd name="connsiteY18" fmla="*/ 0 h 6858011"/>
              <a:gd name="connsiteX0" fmla="*/ 0 w 3099577"/>
              <a:gd name="connsiteY0" fmla="*/ 0 h 6858011"/>
              <a:gd name="connsiteX1" fmla="*/ 3002145 w 3099577"/>
              <a:gd name="connsiteY1" fmla="*/ 0 h 6858011"/>
              <a:gd name="connsiteX2" fmla="*/ 2727015 w 3099577"/>
              <a:gd name="connsiteY2" fmla="*/ 364142 h 6858011"/>
              <a:gd name="connsiteX3" fmla="*/ 2459978 w 3099577"/>
              <a:gd name="connsiteY3" fmla="*/ 1076241 h 6858011"/>
              <a:gd name="connsiteX4" fmla="*/ 2524714 w 3099577"/>
              <a:gd name="connsiteY4" fmla="*/ 1885444 h 6858011"/>
              <a:gd name="connsiteX5" fmla="*/ 2638003 w 3099577"/>
              <a:gd name="connsiteY5" fmla="*/ 2403335 h 6858011"/>
              <a:gd name="connsiteX6" fmla="*/ 2718923 w 3099577"/>
              <a:gd name="connsiteY6" fmla="*/ 2937409 h 6858011"/>
              <a:gd name="connsiteX7" fmla="*/ 2646095 w 3099577"/>
              <a:gd name="connsiteY7" fmla="*/ 3123526 h 6858011"/>
              <a:gd name="connsiteX8" fmla="*/ 2508530 w 3099577"/>
              <a:gd name="connsiteY8" fmla="*/ 3382471 h 6858011"/>
              <a:gd name="connsiteX9" fmla="*/ 2152481 w 3099577"/>
              <a:gd name="connsiteY9" fmla="*/ 3544311 h 6858011"/>
              <a:gd name="connsiteX10" fmla="*/ 1294725 w 3099577"/>
              <a:gd name="connsiteY10" fmla="*/ 3681876 h 6858011"/>
              <a:gd name="connsiteX11" fmla="*/ 1011504 w 3099577"/>
              <a:gd name="connsiteY11" fmla="*/ 3843717 h 6858011"/>
              <a:gd name="connsiteX12" fmla="*/ 809204 w 3099577"/>
              <a:gd name="connsiteY12" fmla="*/ 4135031 h 6858011"/>
              <a:gd name="connsiteX13" fmla="*/ 639271 w 3099577"/>
              <a:gd name="connsiteY13" fmla="*/ 4944234 h 6858011"/>
              <a:gd name="connsiteX14" fmla="*/ 720190 w 3099577"/>
              <a:gd name="connsiteY14" fmla="*/ 5526860 h 6858011"/>
              <a:gd name="connsiteX15" fmla="*/ 809203 w 3099577"/>
              <a:gd name="connsiteY15" fmla="*/ 6109486 h 6858011"/>
              <a:gd name="connsiteX16" fmla="*/ 1035781 w 3099577"/>
              <a:gd name="connsiteY16" fmla="*/ 6858000 h 6858011"/>
              <a:gd name="connsiteX17" fmla="*/ 0 w 3099577"/>
              <a:gd name="connsiteY17" fmla="*/ 6858000 h 6858011"/>
              <a:gd name="connsiteX18" fmla="*/ 0 w 3099577"/>
              <a:gd name="connsiteY18" fmla="*/ 0 h 6858011"/>
              <a:gd name="connsiteX0" fmla="*/ 0 w 3002517"/>
              <a:gd name="connsiteY0" fmla="*/ 0 h 6858011"/>
              <a:gd name="connsiteX1" fmla="*/ 3002145 w 3002517"/>
              <a:gd name="connsiteY1" fmla="*/ 0 h 6858011"/>
              <a:gd name="connsiteX2" fmla="*/ 2727015 w 3002517"/>
              <a:gd name="connsiteY2" fmla="*/ 364142 h 6858011"/>
              <a:gd name="connsiteX3" fmla="*/ 2459978 w 3002517"/>
              <a:gd name="connsiteY3" fmla="*/ 1076241 h 6858011"/>
              <a:gd name="connsiteX4" fmla="*/ 2524714 w 3002517"/>
              <a:gd name="connsiteY4" fmla="*/ 1885444 h 6858011"/>
              <a:gd name="connsiteX5" fmla="*/ 2638003 w 3002517"/>
              <a:gd name="connsiteY5" fmla="*/ 2403335 h 6858011"/>
              <a:gd name="connsiteX6" fmla="*/ 2718923 w 3002517"/>
              <a:gd name="connsiteY6" fmla="*/ 2937409 h 6858011"/>
              <a:gd name="connsiteX7" fmla="*/ 2646095 w 3002517"/>
              <a:gd name="connsiteY7" fmla="*/ 3123526 h 6858011"/>
              <a:gd name="connsiteX8" fmla="*/ 2508530 w 3002517"/>
              <a:gd name="connsiteY8" fmla="*/ 3382471 h 6858011"/>
              <a:gd name="connsiteX9" fmla="*/ 2152481 w 3002517"/>
              <a:gd name="connsiteY9" fmla="*/ 3544311 h 6858011"/>
              <a:gd name="connsiteX10" fmla="*/ 1294725 w 3002517"/>
              <a:gd name="connsiteY10" fmla="*/ 3681876 h 6858011"/>
              <a:gd name="connsiteX11" fmla="*/ 1011504 w 3002517"/>
              <a:gd name="connsiteY11" fmla="*/ 3843717 h 6858011"/>
              <a:gd name="connsiteX12" fmla="*/ 809204 w 3002517"/>
              <a:gd name="connsiteY12" fmla="*/ 4135031 h 6858011"/>
              <a:gd name="connsiteX13" fmla="*/ 639271 w 3002517"/>
              <a:gd name="connsiteY13" fmla="*/ 4944234 h 6858011"/>
              <a:gd name="connsiteX14" fmla="*/ 720190 w 3002517"/>
              <a:gd name="connsiteY14" fmla="*/ 5526860 h 6858011"/>
              <a:gd name="connsiteX15" fmla="*/ 809203 w 3002517"/>
              <a:gd name="connsiteY15" fmla="*/ 6109486 h 6858011"/>
              <a:gd name="connsiteX16" fmla="*/ 1035781 w 3002517"/>
              <a:gd name="connsiteY16" fmla="*/ 6858000 h 6858011"/>
              <a:gd name="connsiteX17" fmla="*/ 0 w 3002517"/>
              <a:gd name="connsiteY17" fmla="*/ 6858000 h 6858011"/>
              <a:gd name="connsiteX18" fmla="*/ 0 w 3002517"/>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508530 w 2970194"/>
              <a:gd name="connsiteY8" fmla="*/ 3382471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508530 w 2970194"/>
              <a:gd name="connsiteY8" fmla="*/ 3382471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31429 w 2970194"/>
              <a:gd name="connsiteY12" fmla="*/ 40842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31429 w 2970194"/>
              <a:gd name="connsiteY12" fmla="*/ 40842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3017756"/>
              <a:gd name="connsiteY0" fmla="*/ 0 h 6858011"/>
              <a:gd name="connsiteX1" fmla="*/ 3017402 w 3017756"/>
              <a:gd name="connsiteY1" fmla="*/ 0 h 6858011"/>
              <a:gd name="connsiteX2" fmla="*/ 2727015 w 3017756"/>
              <a:gd name="connsiteY2" fmla="*/ 364142 h 6858011"/>
              <a:gd name="connsiteX3" fmla="*/ 2459978 w 3017756"/>
              <a:gd name="connsiteY3" fmla="*/ 1076241 h 6858011"/>
              <a:gd name="connsiteX4" fmla="*/ 2524714 w 3017756"/>
              <a:gd name="connsiteY4" fmla="*/ 1885444 h 6858011"/>
              <a:gd name="connsiteX5" fmla="*/ 2638003 w 3017756"/>
              <a:gd name="connsiteY5" fmla="*/ 2403335 h 6858011"/>
              <a:gd name="connsiteX6" fmla="*/ 2706223 w 3017756"/>
              <a:gd name="connsiteY6" fmla="*/ 2807234 h 6858011"/>
              <a:gd name="connsiteX7" fmla="*/ 2646095 w 3017756"/>
              <a:gd name="connsiteY7" fmla="*/ 3123526 h 6858011"/>
              <a:gd name="connsiteX8" fmla="*/ 2481636 w 3017756"/>
              <a:gd name="connsiteY8" fmla="*/ 3391436 h 6858011"/>
              <a:gd name="connsiteX9" fmla="*/ 2177881 w 3017756"/>
              <a:gd name="connsiteY9" fmla="*/ 3528436 h 6858011"/>
              <a:gd name="connsiteX10" fmla="*/ 1294725 w 3017756"/>
              <a:gd name="connsiteY10" fmla="*/ 3681876 h 6858011"/>
              <a:gd name="connsiteX11" fmla="*/ 1011504 w 3017756"/>
              <a:gd name="connsiteY11" fmla="*/ 3843717 h 6858011"/>
              <a:gd name="connsiteX12" fmla="*/ 831429 w 3017756"/>
              <a:gd name="connsiteY12" fmla="*/ 4084231 h 6858011"/>
              <a:gd name="connsiteX13" fmla="*/ 639271 w 3017756"/>
              <a:gd name="connsiteY13" fmla="*/ 4944234 h 6858011"/>
              <a:gd name="connsiteX14" fmla="*/ 720190 w 3017756"/>
              <a:gd name="connsiteY14" fmla="*/ 5526860 h 6858011"/>
              <a:gd name="connsiteX15" fmla="*/ 809203 w 3017756"/>
              <a:gd name="connsiteY15" fmla="*/ 6109486 h 6858011"/>
              <a:gd name="connsiteX16" fmla="*/ 1035781 w 3017756"/>
              <a:gd name="connsiteY16" fmla="*/ 6858000 h 6858011"/>
              <a:gd name="connsiteX17" fmla="*/ 0 w 3017756"/>
              <a:gd name="connsiteY17" fmla="*/ 6858000 h 6858011"/>
              <a:gd name="connsiteX18" fmla="*/ 0 w 3017756"/>
              <a:gd name="connsiteY18" fmla="*/ 0 h 6858011"/>
              <a:gd name="connsiteX0" fmla="*/ 0 w 3017756"/>
              <a:gd name="connsiteY0" fmla="*/ 3175 h 6861186"/>
              <a:gd name="connsiteX1" fmla="*/ 3017402 w 3017756"/>
              <a:gd name="connsiteY1" fmla="*/ 0 h 6861186"/>
              <a:gd name="connsiteX2" fmla="*/ 2727015 w 3017756"/>
              <a:gd name="connsiteY2" fmla="*/ 367317 h 6861186"/>
              <a:gd name="connsiteX3" fmla="*/ 2459978 w 3017756"/>
              <a:gd name="connsiteY3" fmla="*/ 1079416 h 6861186"/>
              <a:gd name="connsiteX4" fmla="*/ 2524714 w 3017756"/>
              <a:gd name="connsiteY4" fmla="*/ 1888619 h 6861186"/>
              <a:gd name="connsiteX5" fmla="*/ 2638003 w 3017756"/>
              <a:gd name="connsiteY5" fmla="*/ 2406510 h 6861186"/>
              <a:gd name="connsiteX6" fmla="*/ 2706223 w 3017756"/>
              <a:gd name="connsiteY6" fmla="*/ 2810409 h 6861186"/>
              <a:gd name="connsiteX7" fmla="*/ 2646095 w 3017756"/>
              <a:gd name="connsiteY7" fmla="*/ 3126701 h 6861186"/>
              <a:gd name="connsiteX8" fmla="*/ 2481636 w 3017756"/>
              <a:gd name="connsiteY8" fmla="*/ 3394611 h 6861186"/>
              <a:gd name="connsiteX9" fmla="*/ 2177881 w 3017756"/>
              <a:gd name="connsiteY9" fmla="*/ 3531611 h 6861186"/>
              <a:gd name="connsiteX10" fmla="*/ 1294725 w 3017756"/>
              <a:gd name="connsiteY10" fmla="*/ 3685051 h 6861186"/>
              <a:gd name="connsiteX11" fmla="*/ 1011504 w 3017756"/>
              <a:gd name="connsiteY11" fmla="*/ 3846892 h 6861186"/>
              <a:gd name="connsiteX12" fmla="*/ 831429 w 3017756"/>
              <a:gd name="connsiteY12" fmla="*/ 4087406 h 6861186"/>
              <a:gd name="connsiteX13" fmla="*/ 639271 w 3017756"/>
              <a:gd name="connsiteY13" fmla="*/ 4947409 h 6861186"/>
              <a:gd name="connsiteX14" fmla="*/ 720190 w 3017756"/>
              <a:gd name="connsiteY14" fmla="*/ 5530035 h 6861186"/>
              <a:gd name="connsiteX15" fmla="*/ 809203 w 3017756"/>
              <a:gd name="connsiteY15" fmla="*/ 6112661 h 6861186"/>
              <a:gd name="connsiteX16" fmla="*/ 1035781 w 3017756"/>
              <a:gd name="connsiteY16" fmla="*/ 6861175 h 6861186"/>
              <a:gd name="connsiteX17" fmla="*/ 0 w 3017756"/>
              <a:gd name="connsiteY17" fmla="*/ 6861175 h 6861186"/>
              <a:gd name="connsiteX18" fmla="*/ 0 w 3017756"/>
              <a:gd name="connsiteY18" fmla="*/ 3175 h 6861186"/>
              <a:gd name="connsiteX0" fmla="*/ 0 w 3017738"/>
              <a:gd name="connsiteY0" fmla="*/ 3175 h 6861186"/>
              <a:gd name="connsiteX1" fmla="*/ 3017402 w 3017738"/>
              <a:gd name="connsiteY1" fmla="*/ 0 h 6861186"/>
              <a:gd name="connsiteX2" fmla="*/ 2711140 w 3017738"/>
              <a:gd name="connsiteY2" fmla="*/ 364142 h 6861186"/>
              <a:gd name="connsiteX3" fmla="*/ 2459978 w 3017738"/>
              <a:gd name="connsiteY3" fmla="*/ 1079416 h 6861186"/>
              <a:gd name="connsiteX4" fmla="*/ 2524714 w 3017738"/>
              <a:gd name="connsiteY4" fmla="*/ 1888619 h 6861186"/>
              <a:gd name="connsiteX5" fmla="*/ 2638003 w 3017738"/>
              <a:gd name="connsiteY5" fmla="*/ 2406510 h 6861186"/>
              <a:gd name="connsiteX6" fmla="*/ 2706223 w 3017738"/>
              <a:gd name="connsiteY6" fmla="*/ 2810409 h 6861186"/>
              <a:gd name="connsiteX7" fmla="*/ 2646095 w 3017738"/>
              <a:gd name="connsiteY7" fmla="*/ 3126701 h 6861186"/>
              <a:gd name="connsiteX8" fmla="*/ 2481636 w 3017738"/>
              <a:gd name="connsiteY8" fmla="*/ 3394611 h 6861186"/>
              <a:gd name="connsiteX9" fmla="*/ 2177881 w 3017738"/>
              <a:gd name="connsiteY9" fmla="*/ 3531611 h 6861186"/>
              <a:gd name="connsiteX10" fmla="*/ 1294725 w 3017738"/>
              <a:gd name="connsiteY10" fmla="*/ 3685051 h 6861186"/>
              <a:gd name="connsiteX11" fmla="*/ 1011504 w 3017738"/>
              <a:gd name="connsiteY11" fmla="*/ 3846892 h 6861186"/>
              <a:gd name="connsiteX12" fmla="*/ 831429 w 3017738"/>
              <a:gd name="connsiteY12" fmla="*/ 4087406 h 6861186"/>
              <a:gd name="connsiteX13" fmla="*/ 639271 w 3017738"/>
              <a:gd name="connsiteY13" fmla="*/ 4947409 h 6861186"/>
              <a:gd name="connsiteX14" fmla="*/ 720190 w 3017738"/>
              <a:gd name="connsiteY14" fmla="*/ 5530035 h 6861186"/>
              <a:gd name="connsiteX15" fmla="*/ 809203 w 3017738"/>
              <a:gd name="connsiteY15" fmla="*/ 6112661 h 6861186"/>
              <a:gd name="connsiteX16" fmla="*/ 1035781 w 3017738"/>
              <a:gd name="connsiteY16" fmla="*/ 6861175 h 6861186"/>
              <a:gd name="connsiteX17" fmla="*/ 0 w 3017738"/>
              <a:gd name="connsiteY17" fmla="*/ 6861175 h 6861186"/>
              <a:gd name="connsiteX18" fmla="*/ 0 w 3017738"/>
              <a:gd name="connsiteY18" fmla="*/ 3175 h 6861186"/>
              <a:gd name="connsiteX0" fmla="*/ 0 w 3018112"/>
              <a:gd name="connsiteY0" fmla="*/ 3175 h 6861186"/>
              <a:gd name="connsiteX1" fmla="*/ 3017402 w 3018112"/>
              <a:gd name="connsiteY1" fmla="*/ 0 h 6861186"/>
              <a:gd name="connsiteX2" fmla="*/ 2711140 w 3018112"/>
              <a:gd name="connsiteY2" fmla="*/ 364142 h 6861186"/>
              <a:gd name="connsiteX3" fmla="*/ 2459978 w 3018112"/>
              <a:gd name="connsiteY3" fmla="*/ 1079416 h 6861186"/>
              <a:gd name="connsiteX4" fmla="*/ 2524714 w 3018112"/>
              <a:gd name="connsiteY4" fmla="*/ 1888619 h 6861186"/>
              <a:gd name="connsiteX5" fmla="*/ 2638003 w 3018112"/>
              <a:gd name="connsiteY5" fmla="*/ 2406510 h 6861186"/>
              <a:gd name="connsiteX6" fmla="*/ 2706223 w 3018112"/>
              <a:gd name="connsiteY6" fmla="*/ 2810409 h 6861186"/>
              <a:gd name="connsiteX7" fmla="*/ 2646095 w 3018112"/>
              <a:gd name="connsiteY7" fmla="*/ 3126701 h 6861186"/>
              <a:gd name="connsiteX8" fmla="*/ 2481636 w 3018112"/>
              <a:gd name="connsiteY8" fmla="*/ 3394611 h 6861186"/>
              <a:gd name="connsiteX9" fmla="*/ 2177881 w 3018112"/>
              <a:gd name="connsiteY9" fmla="*/ 3531611 h 6861186"/>
              <a:gd name="connsiteX10" fmla="*/ 1294725 w 3018112"/>
              <a:gd name="connsiteY10" fmla="*/ 3685051 h 6861186"/>
              <a:gd name="connsiteX11" fmla="*/ 1011504 w 3018112"/>
              <a:gd name="connsiteY11" fmla="*/ 3846892 h 6861186"/>
              <a:gd name="connsiteX12" fmla="*/ 831429 w 3018112"/>
              <a:gd name="connsiteY12" fmla="*/ 4087406 h 6861186"/>
              <a:gd name="connsiteX13" fmla="*/ 639271 w 3018112"/>
              <a:gd name="connsiteY13" fmla="*/ 4947409 h 6861186"/>
              <a:gd name="connsiteX14" fmla="*/ 720190 w 3018112"/>
              <a:gd name="connsiteY14" fmla="*/ 5530035 h 6861186"/>
              <a:gd name="connsiteX15" fmla="*/ 809203 w 3018112"/>
              <a:gd name="connsiteY15" fmla="*/ 6112661 h 6861186"/>
              <a:gd name="connsiteX16" fmla="*/ 1035781 w 3018112"/>
              <a:gd name="connsiteY16" fmla="*/ 6861175 h 6861186"/>
              <a:gd name="connsiteX17" fmla="*/ 0 w 3018112"/>
              <a:gd name="connsiteY17" fmla="*/ 6861175 h 6861186"/>
              <a:gd name="connsiteX18" fmla="*/ 0 w 3018112"/>
              <a:gd name="connsiteY18" fmla="*/ 3175 h 6861186"/>
              <a:gd name="connsiteX0" fmla="*/ 0 w 3018112"/>
              <a:gd name="connsiteY0" fmla="*/ 3175 h 6861186"/>
              <a:gd name="connsiteX1" fmla="*/ 3017402 w 3018112"/>
              <a:gd name="connsiteY1" fmla="*/ 0 h 6861186"/>
              <a:gd name="connsiteX2" fmla="*/ 2711140 w 3018112"/>
              <a:gd name="connsiteY2" fmla="*/ 364142 h 6861186"/>
              <a:gd name="connsiteX3" fmla="*/ 2459978 w 3018112"/>
              <a:gd name="connsiteY3" fmla="*/ 1079416 h 6861186"/>
              <a:gd name="connsiteX4" fmla="*/ 2524714 w 3018112"/>
              <a:gd name="connsiteY4" fmla="*/ 1888619 h 6861186"/>
              <a:gd name="connsiteX5" fmla="*/ 2638003 w 3018112"/>
              <a:gd name="connsiteY5" fmla="*/ 2406510 h 6861186"/>
              <a:gd name="connsiteX6" fmla="*/ 2706223 w 3018112"/>
              <a:gd name="connsiteY6" fmla="*/ 2810409 h 6861186"/>
              <a:gd name="connsiteX7" fmla="*/ 2646095 w 3018112"/>
              <a:gd name="connsiteY7" fmla="*/ 3126701 h 6861186"/>
              <a:gd name="connsiteX8" fmla="*/ 2481636 w 3018112"/>
              <a:gd name="connsiteY8" fmla="*/ 3394611 h 6861186"/>
              <a:gd name="connsiteX9" fmla="*/ 2177881 w 3018112"/>
              <a:gd name="connsiteY9" fmla="*/ 3531611 h 6861186"/>
              <a:gd name="connsiteX10" fmla="*/ 1294725 w 3018112"/>
              <a:gd name="connsiteY10" fmla="*/ 3685051 h 6861186"/>
              <a:gd name="connsiteX11" fmla="*/ 1011504 w 3018112"/>
              <a:gd name="connsiteY11" fmla="*/ 3846892 h 6861186"/>
              <a:gd name="connsiteX12" fmla="*/ 831429 w 3018112"/>
              <a:gd name="connsiteY12" fmla="*/ 4087406 h 6861186"/>
              <a:gd name="connsiteX13" fmla="*/ 639271 w 3018112"/>
              <a:gd name="connsiteY13" fmla="*/ 4947409 h 6861186"/>
              <a:gd name="connsiteX14" fmla="*/ 720190 w 3018112"/>
              <a:gd name="connsiteY14" fmla="*/ 5530035 h 6861186"/>
              <a:gd name="connsiteX15" fmla="*/ 809203 w 3018112"/>
              <a:gd name="connsiteY15" fmla="*/ 6112661 h 6861186"/>
              <a:gd name="connsiteX16" fmla="*/ 1035781 w 3018112"/>
              <a:gd name="connsiteY16" fmla="*/ 6861175 h 6861186"/>
              <a:gd name="connsiteX17" fmla="*/ 0 w 3018112"/>
              <a:gd name="connsiteY17" fmla="*/ 6861175 h 6861186"/>
              <a:gd name="connsiteX18" fmla="*/ 0 w 3018112"/>
              <a:gd name="connsiteY18" fmla="*/ 3175 h 6861186"/>
              <a:gd name="connsiteX0" fmla="*/ 0 w 3018157"/>
              <a:gd name="connsiteY0" fmla="*/ 3175 h 6861186"/>
              <a:gd name="connsiteX1" fmla="*/ 3017402 w 3018157"/>
              <a:gd name="connsiteY1" fmla="*/ 0 h 6861186"/>
              <a:gd name="connsiteX2" fmla="*/ 2720665 w 3018157"/>
              <a:gd name="connsiteY2" fmla="*/ 367317 h 6861186"/>
              <a:gd name="connsiteX3" fmla="*/ 2459978 w 3018157"/>
              <a:gd name="connsiteY3" fmla="*/ 1079416 h 6861186"/>
              <a:gd name="connsiteX4" fmla="*/ 2524714 w 3018157"/>
              <a:gd name="connsiteY4" fmla="*/ 1888619 h 6861186"/>
              <a:gd name="connsiteX5" fmla="*/ 2638003 w 3018157"/>
              <a:gd name="connsiteY5" fmla="*/ 2406510 h 6861186"/>
              <a:gd name="connsiteX6" fmla="*/ 2706223 w 3018157"/>
              <a:gd name="connsiteY6" fmla="*/ 2810409 h 6861186"/>
              <a:gd name="connsiteX7" fmla="*/ 2646095 w 3018157"/>
              <a:gd name="connsiteY7" fmla="*/ 3126701 h 6861186"/>
              <a:gd name="connsiteX8" fmla="*/ 2481636 w 3018157"/>
              <a:gd name="connsiteY8" fmla="*/ 3394611 h 6861186"/>
              <a:gd name="connsiteX9" fmla="*/ 2177881 w 3018157"/>
              <a:gd name="connsiteY9" fmla="*/ 3531611 h 6861186"/>
              <a:gd name="connsiteX10" fmla="*/ 1294725 w 3018157"/>
              <a:gd name="connsiteY10" fmla="*/ 3685051 h 6861186"/>
              <a:gd name="connsiteX11" fmla="*/ 1011504 w 3018157"/>
              <a:gd name="connsiteY11" fmla="*/ 3846892 h 6861186"/>
              <a:gd name="connsiteX12" fmla="*/ 831429 w 3018157"/>
              <a:gd name="connsiteY12" fmla="*/ 4087406 h 6861186"/>
              <a:gd name="connsiteX13" fmla="*/ 639271 w 3018157"/>
              <a:gd name="connsiteY13" fmla="*/ 4947409 h 6861186"/>
              <a:gd name="connsiteX14" fmla="*/ 720190 w 3018157"/>
              <a:gd name="connsiteY14" fmla="*/ 5530035 h 6861186"/>
              <a:gd name="connsiteX15" fmla="*/ 809203 w 3018157"/>
              <a:gd name="connsiteY15" fmla="*/ 6112661 h 6861186"/>
              <a:gd name="connsiteX16" fmla="*/ 1035781 w 3018157"/>
              <a:gd name="connsiteY16" fmla="*/ 6861175 h 6861186"/>
              <a:gd name="connsiteX17" fmla="*/ 0 w 3018157"/>
              <a:gd name="connsiteY17" fmla="*/ 6861175 h 6861186"/>
              <a:gd name="connsiteX18" fmla="*/ 0 w 3018157"/>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39271 w 3018060"/>
              <a:gd name="connsiteY13" fmla="*/ 4947409 h 6861186"/>
              <a:gd name="connsiteX14" fmla="*/ 720190 w 3018060"/>
              <a:gd name="connsiteY14" fmla="*/ 5530035 h 6861186"/>
              <a:gd name="connsiteX15" fmla="*/ 809203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09203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25078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25078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729276 w 3018060"/>
              <a:gd name="connsiteY13" fmla="*/ 4429125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58795 w 3018060"/>
              <a:gd name="connsiteY7" fmla="*/ 31013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58795 w 3018060"/>
              <a:gd name="connsiteY7" fmla="*/ 31013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66328 w 3018060"/>
              <a:gd name="connsiteY3" fmla="*/ 1114341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66328 w 3018060"/>
              <a:gd name="connsiteY3" fmla="*/ 1114341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Lst>
            <a:ahLst/>
            <a:cxnLst/>
            <a:rect l="l" t="t" r="r" b="b"/>
            <a:pathLst>
              <a:path w="3018060" h="6861186">
                <a:moveTo>
                  <a:pt x="0" y="3175"/>
                </a:moveTo>
                <a:lnTo>
                  <a:pt x="3017402" y="0"/>
                </a:lnTo>
                <a:cubicBezTo>
                  <a:pt x="3029539" y="9440"/>
                  <a:pt x="2871716" y="167994"/>
                  <a:pt x="2720665" y="367317"/>
                </a:cubicBezTo>
                <a:cubicBezTo>
                  <a:pt x="2669472" y="488191"/>
                  <a:pt x="2488609" y="800635"/>
                  <a:pt x="2466328" y="1114341"/>
                </a:cubicBezTo>
                <a:cubicBezTo>
                  <a:pt x="2462282" y="1112993"/>
                  <a:pt x="2447840" y="1645858"/>
                  <a:pt x="2524714" y="1888619"/>
                </a:cubicBezTo>
                <a:cubicBezTo>
                  <a:pt x="2535503" y="1889967"/>
                  <a:pt x="2598892" y="2221742"/>
                  <a:pt x="2638003" y="2406510"/>
                </a:cubicBezTo>
                <a:cubicBezTo>
                  <a:pt x="2650141" y="2410556"/>
                  <a:pt x="2703441" y="2804453"/>
                  <a:pt x="2696698" y="2797709"/>
                </a:cubicBezTo>
                <a:cubicBezTo>
                  <a:pt x="2704789" y="2792315"/>
                  <a:pt x="2688578" y="3049461"/>
                  <a:pt x="2620695" y="3174326"/>
                </a:cubicBezTo>
                <a:cubicBezTo>
                  <a:pt x="2630136" y="3187813"/>
                  <a:pt x="2472504" y="3353665"/>
                  <a:pt x="2465761" y="3375561"/>
                </a:cubicBezTo>
                <a:cubicBezTo>
                  <a:pt x="2480596" y="3367468"/>
                  <a:pt x="2270378" y="3510791"/>
                  <a:pt x="2127081" y="3531611"/>
                </a:cubicBezTo>
                <a:cubicBezTo>
                  <a:pt x="2128430" y="3546446"/>
                  <a:pt x="1390593" y="3596207"/>
                  <a:pt x="1272500" y="3681876"/>
                </a:cubicBezTo>
                <a:cubicBezTo>
                  <a:pt x="1267105" y="3683225"/>
                  <a:pt x="1010155" y="3840149"/>
                  <a:pt x="1011504" y="3846892"/>
                </a:cubicBezTo>
                <a:cubicBezTo>
                  <a:pt x="1012853" y="3840149"/>
                  <a:pt x="824686" y="4106287"/>
                  <a:pt x="831429" y="4087406"/>
                </a:cubicBezTo>
                <a:cubicBezTo>
                  <a:pt x="784391" y="4184445"/>
                  <a:pt x="750190" y="4264625"/>
                  <a:pt x="722926" y="4406900"/>
                </a:cubicBezTo>
                <a:cubicBezTo>
                  <a:pt x="695662" y="4549176"/>
                  <a:pt x="669360" y="4757574"/>
                  <a:pt x="667846" y="4941059"/>
                </a:cubicBezTo>
                <a:cubicBezTo>
                  <a:pt x="640872" y="5163590"/>
                  <a:pt x="725585" y="5518571"/>
                  <a:pt x="720190" y="5530035"/>
                </a:cubicBezTo>
                <a:cubicBezTo>
                  <a:pt x="730979" y="5714803"/>
                  <a:pt x="835867" y="6125473"/>
                  <a:pt x="825078" y="6112661"/>
                </a:cubicBezTo>
                <a:cubicBezTo>
                  <a:pt x="830473" y="6116033"/>
                  <a:pt x="1047919" y="6864547"/>
                  <a:pt x="1035781" y="6861175"/>
                </a:cubicBezTo>
                <a:lnTo>
                  <a:pt x="0" y="6861175"/>
                </a:lnTo>
                <a:lnTo>
                  <a:pt x="0" y="3175"/>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Graphic 9"/>
          <p:cNvPicPr>
            <a:picLocks noChangeAspect="1"/>
          </p:cNvPicPr>
          <p:nvPr/>
        </p:nvPicPr>
        <p:blipFill rotWithShape="1">
          <a:blip>
            <a:extLst>
              <a:ext uri="{96DAC541-7B7A-43D3-8B79-37D633B846F1}">
                <asvg:svgBlip xmlns:asvg="http://schemas.microsoft.com/office/drawing/2016/SVG/main" r:embed="rId3"/>
              </a:ext>
            </a:extLst>
          </a:blip>
          <a:srcRect t="15815" b="1385"/>
          <a:stretch/>
        </p:blipFill>
        <p:spPr>
          <a:xfrm>
            <a:off x="5273106" y="-3175"/>
            <a:ext cx="5553920" cy="6858000"/>
          </a:xfrm>
          <a:prstGeom prst="rect">
            <a:avLst/>
          </a:prstGeom>
        </p:spPr>
      </p:pic>
      <p:pic>
        <p:nvPicPr>
          <p:cNvPr id="28" name="Graphic 5"/>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8163" y="553984"/>
            <a:ext cx="1800000" cy="113511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_DARK03">
    <p:bg>
      <p:bgPr>
        <a:solidFill>
          <a:schemeClr val="tx1"/>
        </a:solidFill>
        <a:effectLst/>
      </p:bgPr>
    </p:bg>
    <p:spTree>
      <p:nvGrpSpPr>
        <p:cNvPr id="1" name=""/>
        <p:cNvGrpSpPr/>
        <p:nvPr/>
      </p:nvGrpSpPr>
      <p:grpSpPr>
        <a:xfrm>
          <a:off x="0" y="0"/>
          <a:ext cx="0" cy="0"/>
          <a:chOff x="0" y="0"/>
          <a:chExt cx="0" cy="0"/>
        </a:xfrm>
      </p:grpSpPr>
      <p:sp>
        <p:nvSpPr>
          <p:cNvPr id="5" name="Text Placeholder 7">
            <a:extLst>
              <a:ext uri="{FF2B5EF4-FFF2-40B4-BE49-F238E27FC236}">
                <a16:creationId xmlns:a16="http://schemas.microsoft.com/office/drawing/2014/main" id="{D63E79AF-CB68-D6C4-70EA-86219EE2A208}"/>
              </a:ext>
            </a:extLst>
          </p:cNvPr>
          <p:cNvSpPr>
            <a:spLocks noGrp="1"/>
          </p:cNvSpPr>
          <p:nvPr>
            <p:ph type="body" idx="10" hasCustomPrompt="1"/>
          </p:nvPr>
        </p:nvSpPr>
        <p:spPr>
          <a:xfrm>
            <a:off x="696910" y="4865154"/>
            <a:ext cx="4970243" cy="360000"/>
          </a:xfrm>
        </p:spPr>
        <p:txBody>
          <a:bodyPr anchor="ctr">
            <a:noAutofit/>
          </a:bodyPr>
          <a:lstStyle>
            <a:lvl1pPr marL="0" indent="0">
              <a:buNone/>
              <a:defRPr sz="1800" b="0" i="0" spc="500" baseline="0">
                <a:solidFill>
                  <a:schemeClr val="tx2"/>
                </a:solidFill>
                <a:latin typeface="Montserrat"/>
                <a:ea typeface="Montserrat"/>
                <a:cs typeface="Montserrat"/>
              </a:defRPr>
            </a:lvl1pPr>
          </a:lstStyle>
          <a:p>
            <a:pPr lvl="0">
              <a:buNone/>
            </a:pPr>
            <a:r>
              <a:t>SUBTITLE</a:t>
            </a:r>
          </a:p>
        </p:txBody>
      </p:sp>
      <p:sp>
        <p:nvSpPr>
          <p:cNvPr id="7" name="Title 5">
            <a:extLst>
              <a:ext uri="{FF2B5EF4-FFF2-40B4-BE49-F238E27FC236}">
                <a16:creationId xmlns:a16="http://schemas.microsoft.com/office/drawing/2014/main" id="{97FE8B4D-EC7A-41D0-248E-CDD86937D25C}"/>
              </a:ext>
            </a:extLst>
          </p:cNvPr>
          <p:cNvSpPr>
            <a:spLocks noGrp="1"/>
          </p:cNvSpPr>
          <p:nvPr>
            <p:ph type="title" hasCustomPrompt="1"/>
          </p:nvPr>
        </p:nvSpPr>
        <p:spPr>
          <a:xfrm>
            <a:off x="696910" y="3428999"/>
            <a:ext cx="4970243" cy="1408467"/>
          </a:xfrm>
        </p:spPr>
        <p:txBody>
          <a:bodyPr anchor="b">
            <a:noAutofit/>
          </a:bodyPr>
          <a:lstStyle>
            <a:lvl1pPr>
              <a:buNone/>
              <a:defRPr sz="3600">
                <a:solidFill>
                  <a:srgbClr val="FFFFFF"/>
                </a:solidFill>
              </a:defRPr>
            </a:lvl1pPr>
          </a:lstStyle>
          <a:p>
            <a:r>
              <a:t>TITLE</a:t>
            </a:r>
          </a:p>
        </p:txBody>
      </p:sp>
      <p:sp>
        <p:nvSpPr>
          <p:cNvPr id="17" name="Text Placeholder 7">
            <a:extLst>
              <a:ext uri="{FF2B5EF4-FFF2-40B4-BE49-F238E27FC236}">
                <a16:creationId xmlns:a16="http://schemas.microsoft.com/office/drawing/2014/main" id="{2251FC30-D981-D20F-9F3D-83312F855260}"/>
              </a:ext>
            </a:extLst>
          </p:cNvPr>
          <p:cNvSpPr>
            <a:spLocks noGrp="1"/>
          </p:cNvSpPr>
          <p:nvPr>
            <p:ph type="body" idx="11" hasCustomPrompt="1"/>
          </p:nvPr>
        </p:nvSpPr>
        <p:spPr>
          <a:xfrm>
            <a:off x="695325" y="5769338"/>
            <a:ext cx="4970243" cy="360000"/>
          </a:xfrm>
        </p:spPr>
        <p:txBody>
          <a:bodyPr anchor="ctr">
            <a:noAutofit/>
          </a:bodyPr>
          <a:lstStyle>
            <a:lvl1pPr marL="0" indent="0">
              <a:buNone/>
              <a:defRPr sz="1100" b="0" i="0">
                <a:solidFill>
                  <a:srgbClr val="FFFFFF"/>
                </a:solidFill>
                <a:latin typeface="Montserrat"/>
                <a:ea typeface="Montserrat"/>
                <a:cs typeface="Montserrat"/>
              </a:defRPr>
            </a:lvl1pPr>
          </a:lstStyle>
          <a:p>
            <a:pPr lvl="0">
              <a:buNone/>
            </a:pPr>
            <a:r>
              <a:t>Date / Speaker</a:t>
            </a:r>
          </a:p>
        </p:txBody>
      </p:sp>
      <p:pic>
        <p:nvPicPr>
          <p:cNvPr id="24" name="Picture 1"/>
          <p:cNvPicPr>
            <a:picLocks noChangeAspect="1"/>
          </p:cNvPicPr>
          <p:nvPr/>
        </p:nvPicPr>
        <p:blipFill rotWithShape="1">
          <a:blip r:embed="rId2"/>
          <a:srcRect/>
          <a:stretch/>
        </p:blipFill>
        <p:spPr>
          <a:xfrm>
            <a:off x="7359163" y="0"/>
            <a:ext cx="4832838" cy="6858000"/>
          </a:xfrm>
          <a:prstGeom prst="rect">
            <a:avLst/>
          </a:prstGeom>
        </p:spPr>
      </p:pic>
      <p:sp>
        <p:nvSpPr>
          <p:cNvPr id="3" name="Rectangle 2">
            <a:extLst>
              <a:ext uri="{FF2B5EF4-FFF2-40B4-BE49-F238E27FC236}">
                <a16:creationId xmlns:a16="http://schemas.microsoft.com/office/drawing/2014/main" id="{9CC940BC-C811-7BDF-5E42-8849BE91C35D}"/>
              </a:ext>
            </a:extLst>
          </p:cNvPr>
          <p:cNvSpPr>
            <a:spLocks noGrp="1"/>
          </p:cNvSpPr>
          <p:nvPr/>
        </p:nvSpPr>
        <p:spPr>
          <a:xfrm>
            <a:off x="7359164" y="-1"/>
            <a:ext cx="4832836" cy="6858001"/>
          </a:xfrm>
          <a:prstGeom prst="rect">
            <a:avLst/>
          </a:prstGeom>
          <a:gradFill>
            <a:gsLst>
              <a:gs pos="0">
                <a:schemeClr val="tx2">
                  <a:alpha val="80000"/>
                </a:schemeClr>
              </a:gs>
              <a:gs pos="98000">
                <a:schemeClr val="bg1">
                  <a:alpha val="53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Rectangle 5">
            <a:extLst>
              <a:ext uri="{FF2B5EF4-FFF2-40B4-BE49-F238E27FC236}">
                <a16:creationId xmlns:a16="http://schemas.microsoft.com/office/drawing/2014/main" id="{295B370E-84D5-6059-F71F-5A8AEDDC80A8}"/>
              </a:ext>
            </a:extLst>
          </p:cNvPr>
          <p:cNvSpPr>
            <a:spLocks noGrp="1"/>
          </p:cNvSpPr>
          <p:nvPr/>
        </p:nvSpPr>
        <p:spPr>
          <a:xfrm>
            <a:off x="6736907" y="-3175"/>
            <a:ext cx="3018060" cy="6861175"/>
          </a:xfrm>
          <a:custGeom>
            <a:avLst/>
            <a:gdLst>
              <a:gd name="connsiteX0" fmla="*/ 0 w 655455"/>
              <a:gd name="connsiteY0" fmla="*/ 0 h 6858000"/>
              <a:gd name="connsiteX1" fmla="*/ 655455 w 655455"/>
              <a:gd name="connsiteY1" fmla="*/ 0 h 6858000"/>
              <a:gd name="connsiteX2" fmla="*/ 655455 w 655455"/>
              <a:gd name="connsiteY2" fmla="*/ 6858000 h 6858000"/>
              <a:gd name="connsiteX3" fmla="*/ 0 w 655455"/>
              <a:gd name="connsiteY3" fmla="*/ 6858000 h 6858000"/>
              <a:gd name="connsiteX4" fmla="*/ 0 w 655455"/>
              <a:gd name="connsiteY4" fmla="*/ 0 h 6858000"/>
              <a:gd name="connsiteX0" fmla="*/ 0 w 655455"/>
              <a:gd name="connsiteY0" fmla="*/ 0 h 6858000"/>
              <a:gd name="connsiteX1" fmla="*/ 655455 w 655455"/>
              <a:gd name="connsiteY1" fmla="*/ 0 h 6858000"/>
              <a:gd name="connsiteX2" fmla="*/ 647363 w 655455"/>
              <a:gd name="connsiteY2" fmla="*/ 4458712 h 6858000"/>
              <a:gd name="connsiteX3" fmla="*/ 655455 w 655455"/>
              <a:gd name="connsiteY3" fmla="*/ 6858000 h 6858000"/>
              <a:gd name="connsiteX4" fmla="*/ 0 w 655455"/>
              <a:gd name="connsiteY4" fmla="*/ 6858000 h 6858000"/>
              <a:gd name="connsiteX5" fmla="*/ 0 w 655455"/>
              <a:gd name="connsiteY5" fmla="*/ 0 h 6858000"/>
              <a:gd name="connsiteX0" fmla="*/ 0 w 699208"/>
              <a:gd name="connsiteY0" fmla="*/ 0 h 6858000"/>
              <a:gd name="connsiteX1" fmla="*/ 655455 w 699208"/>
              <a:gd name="connsiteY1" fmla="*/ 0 h 6858000"/>
              <a:gd name="connsiteX2" fmla="*/ 647363 w 699208"/>
              <a:gd name="connsiteY2" fmla="*/ 4458712 h 6858000"/>
              <a:gd name="connsiteX3" fmla="*/ 639271 w 699208"/>
              <a:gd name="connsiteY3" fmla="*/ 4944234 h 6858000"/>
              <a:gd name="connsiteX4" fmla="*/ 655455 w 699208"/>
              <a:gd name="connsiteY4" fmla="*/ 6858000 h 6858000"/>
              <a:gd name="connsiteX5" fmla="*/ 0 w 699208"/>
              <a:gd name="connsiteY5" fmla="*/ 6858000 h 6858000"/>
              <a:gd name="connsiteX6" fmla="*/ 0 w 699208"/>
              <a:gd name="connsiteY6" fmla="*/ 0 h 6858000"/>
              <a:gd name="connsiteX0" fmla="*/ 0 w 776878"/>
              <a:gd name="connsiteY0" fmla="*/ 0 h 6858000"/>
              <a:gd name="connsiteX1" fmla="*/ 655455 w 776878"/>
              <a:gd name="connsiteY1" fmla="*/ 0 h 6858000"/>
              <a:gd name="connsiteX2" fmla="*/ 776836 w 776878"/>
              <a:gd name="connsiteY2" fmla="*/ 3722337 h 6858000"/>
              <a:gd name="connsiteX3" fmla="*/ 639271 w 776878"/>
              <a:gd name="connsiteY3" fmla="*/ 4944234 h 6858000"/>
              <a:gd name="connsiteX4" fmla="*/ 655455 w 776878"/>
              <a:gd name="connsiteY4" fmla="*/ 6858000 h 6858000"/>
              <a:gd name="connsiteX5" fmla="*/ 0 w 776878"/>
              <a:gd name="connsiteY5" fmla="*/ 6858000 h 6858000"/>
              <a:gd name="connsiteX6" fmla="*/ 0 w 776878"/>
              <a:gd name="connsiteY6" fmla="*/ 0 h 6858000"/>
              <a:gd name="connsiteX0" fmla="*/ 0 w 776878"/>
              <a:gd name="connsiteY0" fmla="*/ 0 h 6858000"/>
              <a:gd name="connsiteX1" fmla="*/ 655455 w 776878"/>
              <a:gd name="connsiteY1" fmla="*/ 0 h 6858000"/>
              <a:gd name="connsiteX2" fmla="*/ 776836 w 776878"/>
              <a:gd name="connsiteY2" fmla="*/ 3722337 h 6858000"/>
              <a:gd name="connsiteX3" fmla="*/ 639271 w 776878"/>
              <a:gd name="connsiteY3" fmla="*/ 4944234 h 6858000"/>
              <a:gd name="connsiteX4" fmla="*/ 655455 w 776878"/>
              <a:gd name="connsiteY4" fmla="*/ 6858000 h 6858000"/>
              <a:gd name="connsiteX5" fmla="*/ 0 w 776878"/>
              <a:gd name="connsiteY5" fmla="*/ 6858000 h 6858000"/>
              <a:gd name="connsiteX6" fmla="*/ 0 w 776878"/>
              <a:gd name="connsiteY6" fmla="*/ 0 h 6858000"/>
              <a:gd name="connsiteX0" fmla="*/ 0 w 776836"/>
              <a:gd name="connsiteY0" fmla="*/ 0 h 6858000"/>
              <a:gd name="connsiteX1" fmla="*/ 655455 w 776836"/>
              <a:gd name="connsiteY1" fmla="*/ 0 h 6858000"/>
              <a:gd name="connsiteX2" fmla="*/ 776836 w 776836"/>
              <a:gd name="connsiteY2" fmla="*/ 3722337 h 6858000"/>
              <a:gd name="connsiteX3" fmla="*/ 639271 w 776836"/>
              <a:gd name="connsiteY3" fmla="*/ 4944234 h 6858000"/>
              <a:gd name="connsiteX4" fmla="*/ 655455 w 776836"/>
              <a:gd name="connsiteY4" fmla="*/ 6858000 h 6858000"/>
              <a:gd name="connsiteX5" fmla="*/ 0 w 776836"/>
              <a:gd name="connsiteY5" fmla="*/ 6858000 h 6858000"/>
              <a:gd name="connsiteX6" fmla="*/ 0 w 776836"/>
              <a:gd name="connsiteY6" fmla="*/ 0 h 6858000"/>
              <a:gd name="connsiteX0" fmla="*/ 0 w 825388"/>
              <a:gd name="connsiteY0" fmla="*/ 0 h 6858000"/>
              <a:gd name="connsiteX1" fmla="*/ 655455 w 825388"/>
              <a:gd name="connsiteY1" fmla="*/ 0 h 6858000"/>
              <a:gd name="connsiteX2" fmla="*/ 825388 w 825388"/>
              <a:gd name="connsiteY2" fmla="*/ 3940822 h 6858000"/>
              <a:gd name="connsiteX3" fmla="*/ 639271 w 825388"/>
              <a:gd name="connsiteY3" fmla="*/ 4944234 h 6858000"/>
              <a:gd name="connsiteX4" fmla="*/ 655455 w 825388"/>
              <a:gd name="connsiteY4" fmla="*/ 6858000 h 6858000"/>
              <a:gd name="connsiteX5" fmla="*/ 0 w 825388"/>
              <a:gd name="connsiteY5" fmla="*/ 6858000 h 6858000"/>
              <a:gd name="connsiteX6" fmla="*/ 0 w 825388"/>
              <a:gd name="connsiteY6" fmla="*/ 0 h 6858000"/>
              <a:gd name="connsiteX0" fmla="*/ 0 w 825388"/>
              <a:gd name="connsiteY0" fmla="*/ 0 h 6858000"/>
              <a:gd name="connsiteX1" fmla="*/ 655455 w 825388"/>
              <a:gd name="connsiteY1" fmla="*/ 0 h 6858000"/>
              <a:gd name="connsiteX2" fmla="*/ 825388 w 825388"/>
              <a:gd name="connsiteY2" fmla="*/ 3940822 h 6858000"/>
              <a:gd name="connsiteX3" fmla="*/ 639271 w 825388"/>
              <a:gd name="connsiteY3" fmla="*/ 4944234 h 6858000"/>
              <a:gd name="connsiteX4" fmla="*/ 655455 w 825388"/>
              <a:gd name="connsiteY4" fmla="*/ 6858000 h 6858000"/>
              <a:gd name="connsiteX5" fmla="*/ 0 w 825388"/>
              <a:gd name="connsiteY5" fmla="*/ 6858000 h 6858000"/>
              <a:gd name="connsiteX6" fmla="*/ 0 w 825388"/>
              <a:gd name="connsiteY6" fmla="*/ 0 h 6858000"/>
              <a:gd name="connsiteX0" fmla="*/ 0 w 809204"/>
              <a:gd name="connsiteY0" fmla="*/ 0 h 6858000"/>
              <a:gd name="connsiteX1" fmla="*/ 655455 w 809204"/>
              <a:gd name="connsiteY1" fmla="*/ 0 h 6858000"/>
              <a:gd name="connsiteX2" fmla="*/ 809204 w 809204"/>
              <a:gd name="connsiteY2" fmla="*/ 4135031 h 6858000"/>
              <a:gd name="connsiteX3" fmla="*/ 639271 w 809204"/>
              <a:gd name="connsiteY3" fmla="*/ 4944234 h 6858000"/>
              <a:gd name="connsiteX4" fmla="*/ 655455 w 809204"/>
              <a:gd name="connsiteY4" fmla="*/ 6858000 h 6858000"/>
              <a:gd name="connsiteX5" fmla="*/ 0 w 809204"/>
              <a:gd name="connsiteY5" fmla="*/ 6858000 h 6858000"/>
              <a:gd name="connsiteX6" fmla="*/ 0 w 809204"/>
              <a:gd name="connsiteY6" fmla="*/ 0 h 6858000"/>
              <a:gd name="connsiteX0" fmla="*/ 0 w 812512"/>
              <a:gd name="connsiteY0" fmla="*/ 0 h 6858000"/>
              <a:gd name="connsiteX1" fmla="*/ 655455 w 812512"/>
              <a:gd name="connsiteY1" fmla="*/ 0 h 6858000"/>
              <a:gd name="connsiteX2" fmla="*/ 744466 w 812512"/>
              <a:gd name="connsiteY2" fmla="*/ 3358195 h 6858000"/>
              <a:gd name="connsiteX3" fmla="*/ 809204 w 812512"/>
              <a:gd name="connsiteY3" fmla="*/ 4135031 h 6858000"/>
              <a:gd name="connsiteX4" fmla="*/ 639271 w 812512"/>
              <a:gd name="connsiteY4" fmla="*/ 4944234 h 6858000"/>
              <a:gd name="connsiteX5" fmla="*/ 655455 w 812512"/>
              <a:gd name="connsiteY5" fmla="*/ 6858000 h 6858000"/>
              <a:gd name="connsiteX6" fmla="*/ 0 w 812512"/>
              <a:gd name="connsiteY6" fmla="*/ 6858000 h 6858000"/>
              <a:gd name="connsiteX7" fmla="*/ 0 w 812512"/>
              <a:gd name="connsiteY7" fmla="*/ 0 h 6858000"/>
              <a:gd name="connsiteX0" fmla="*/ 0 w 1094019"/>
              <a:gd name="connsiteY0" fmla="*/ 0 h 6858000"/>
              <a:gd name="connsiteX1" fmla="*/ 655455 w 1094019"/>
              <a:gd name="connsiteY1" fmla="*/ 0 h 6858000"/>
              <a:gd name="connsiteX2" fmla="*/ 1092424 w 1094019"/>
              <a:gd name="connsiteY2" fmla="*/ 3625232 h 6858000"/>
              <a:gd name="connsiteX3" fmla="*/ 809204 w 1094019"/>
              <a:gd name="connsiteY3" fmla="*/ 4135031 h 6858000"/>
              <a:gd name="connsiteX4" fmla="*/ 639271 w 1094019"/>
              <a:gd name="connsiteY4" fmla="*/ 4944234 h 6858000"/>
              <a:gd name="connsiteX5" fmla="*/ 655455 w 1094019"/>
              <a:gd name="connsiteY5" fmla="*/ 6858000 h 6858000"/>
              <a:gd name="connsiteX6" fmla="*/ 0 w 1094019"/>
              <a:gd name="connsiteY6" fmla="*/ 6858000 h 6858000"/>
              <a:gd name="connsiteX7" fmla="*/ 0 w 1094019"/>
              <a:gd name="connsiteY7" fmla="*/ 0 h 6858000"/>
              <a:gd name="connsiteX0" fmla="*/ 0 w 1092429"/>
              <a:gd name="connsiteY0" fmla="*/ 0 h 6858000"/>
              <a:gd name="connsiteX1" fmla="*/ 655455 w 1092429"/>
              <a:gd name="connsiteY1" fmla="*/ 0 h 6858000"/>
              <a:gd name="connsiteX2" fmla="*/ 1092424 w 1092429"/>
              <a:gd name="connsiteY2" fmla="*/ 3625232 h 6858000"/>
              <a:gd name="connsiteX3" fmla="*/ 809204 w 1092429"/>
              <a:gd name="connsiteY3" fmla="*/ 4135031 h 6858000"/>
              <a:gd name="connsiteX4" fmla="*/ 639271 w 1092429"/>
              <a:gd name="connsiteY4" fmla="*/ 4944234 h 6858000"/>
              <a:gd name="connsiteX5" fmla="*/ 655455 w 1092429"/>
              <a:gd name="connsiteY5" fmla="*/ 6858000 h 6858000"/>
              <a:gd name="connsiteX6" fmla="*/ 0 w 1092429"/>
              <a:gd name="connsiteY6" fmla="*/ 6858000 h 6858000"/>
              <a:gd name="connsiteX7" fmla="*/ 0 w 1092429"/>
              <a:gd name="connsiteY7" fmla="*/ 0 h 6858000"/>
              <a:gd name="connsiteX0" fmla="*/ 0 w 1092529"/>
              <a:gd name="connsiteY0" fmla="*/ 0 h 6858000"/>
              <a:gd name="connsiteX1" fmla="*/ 655455 w 1092529"/>
              <a:gd name="connsiteY1" fmla="*/ 0 h 6858000"/>
              <a:gd name="connsiteX2" fmla="*/ 1092424 w 1092529"/>
              <a:gd name="connsiteY2" fmla="*/ 3625232 h 6858000"/>
              <a:gd name="connsiteX3" fmla="*/ 809204 w 1092529"/>
              <a:gd name="connsiteY3" fmla="*/ 4135031 h 6858000"/>
              <a:gd name="connsiteX4" fmla="*/ 639271 w 1092529"/>
              <a:gd name="connsiteY4" fmla="*/ 4944234 h 6858000"/>
              <a:gd name="connsiteX5" fmla="*/ 655455 w 1092529"/>
              <a:gd name="connsiteY5" fmla="*/ 6858000 h 6858000"/>
              <a:gd name="connsiteX6" fmla="*/ 0 w 1092529"/>
              <a:gd name="connsiteY6" fmla="*/ 6858000 h 6858000"/>
              <a:gd name="connsiteX7" fmla="*/ 0 w 1092529"/>
              <a:gd name="connsiteY7" fmla="*/ 0 h 6858000"/>
              <a:gd name="connsiteX0" fmla="*/ 0 w 1569896"/>
              <a:gd name="connsiteY0" fmla="*/ 0 h 6858000"/>
              <a:gd name="connsiteX1" fmla="*/ 655455 w 1569896"/>
              <a:gd name="connsiteY1" fmla="*/ 0 h 6858000"/>
              <a:gd name="connsiteX2" fmla="*/ 1569854 w 1569896"/>
              <a:gd name="connsiteY2" fmla="*/ 3528127 h 6858000"/>
              <a:gd name="connsiteX3" fmla="*/ 809204 w 1569896"/>
              <a:gd name="connsiteY3" fmla="*/ 4135031 h 6858000"/>
              <a:gd name="connsiteX4" fmla="*/ 639271 w 1569896"/>
              <a:gd name="connsiteY4" fmla="*/ 4944234 h 6858000"/>
              <a:gd name="connsiteX5" fmla="*/ 655455 w 1569896"/>
              <a:gd name="connsiteY5" fmla="*/ 6858000 h 6858000"/>
              <a:gd name="connsiteX6" fmla="*/ 0 w 1569896"/>
              <a:gd name="connsiteY6" fmla="*/ 6858000 h 6858000"/>
              <a:gd name="connsiteX7" fmla="*/ 0 w 1569896"/>
              <a:gd name="connsiteY7" fmla="*/ 0 h 6858000"/>
              <a:gd name="connsiteX0" fmla="*/ 0 w 1569896"/>
              <a:gd name="connsiteY0" fmla="*/ 0 h 6858000"/>
              <a:gd name="connsiteX1" fmla="*/ 655455 w 1569896"/>
              <a:gd name="connsiteY1" fmla="*/ 0 h 6858000"/>
              <a:gd name="connsiteX2" fmla="*/ 1569854 w 1569896"/>
              <a:gd name="connsiteY2" fmla="*/ 3528127 h 6858000"/>
              <a:gd name="connsiteX3" fmla="*/ 809204 w 1569896"/>
              <a:gd name="connsiteY3" fmla="*/ 4135031 h 6858000"/>
              <a:gd name="connsiteX4" fmla="*/ 639271 w 1569896"/>
              <a:gd name="connsiteY4" fmla="*/ 4944234 h 6858000"/>
              <a:gd name="connsiteX5" fmla="*/ 655455 w 1569896"/>
              <a:gd name="connsiteY5" fmla="*/ 6858000 h 6858000"/>
              <a:gd name="connsiteX6" fmla="*/ 0 w 1569896"/>
              <a:gd name="connsiteY6" fmla="*/ 6858000 h 6858000"/>
              <a:gd name="connsiteX7" fmla="*/ 0 w 1569896"/>
              <a:gd name="connsiteY7" fmla="*/ 0 h 6858000"/>
              <a:gd name="connsiteX0" fmla="*/ 0 w 963125"/>
              <a:gd name="connsiteY0" fmla="*/ 0 h 6858000"/>
              <a:gd name="connsiteX1" fmla="*/ 655455 w 963125"/>
              <a:gd name="connsiteY1" fmla="*/ 0 h 6858000"/>
              <a:gd name="connsiteX2" fmla="*/ 962951 w 963125"/>
              <a:gd name="connsiteY2" fmla="*/ 3730428 h 6858000"/>
              <a:gd name="connsiteX3" fmla="*/ 809204 w 963125"/>
              <a:gd name="connsiteY3" fmla="*/ 4135031 h 6858000"/>
              <a:gd name="connsiteX4" fmla="*/ 639271 w 963125"/>
              <a:gd name="connsiteY4" fmla="*/ 4944234 h 6858000"/>
              <a:gd name="connsiteX5" fmla="*/ 655455 w 963125"/>
              <a:gd name="connsiteY5" fmla="*/ 6858000 h 6858000"/>
              <a:gd name="connsiteX6" fmla="*/ 0 w 963125"/>
              <a:gd name="connsiteY6" fmla="*/ 6858000 h 6858000"/>
              <a:gd name="connsiteX7" fmla="*/ 0 w 963125"/>
              <a:gd name="connsiteY7" fmla="*/ 0 h 6858000"/>
              <a:gd name="connsiteX0" fmla="*/ 0 w 1011643"/>
              <a:gd name="connsiteY0" fmla="*/ 0 h 6858000"/>
              <a:gd name="connsiteX1" fmla="*/ 655455 w 1011643"/>
              <a:gd name="connsiteY1" fmla="*/ 0 h 6858000"/>
              <a:gd name="connsiteX2" fmla="*/ 1011504 w 1011643"/>
              <a:gd name="connsiteY2" fmla="*/ 3843717 h 6858000"/>
              <a:gd name="connsiteX3" fmla="*/ 809204 w 1011643"/>
              <a:gd name="connsiteY3" fmla="*/ 4135031 h 6858000"/>
              <a:gd name="connsiteX4" fmla="*/ 639271 w 1011643"/>
              <a:gd name="connsiteY4" fmla="*/ 4944234 h 6858000"/>
              <a:gd name="connsiteX5" fmla="*/ 655455 w 1011643"/>
              <a:gd name="connsiteY5" fmla="*/ 6858000 h 6858000"/>
              <a:gd name="connsiteX6" fmla="*/ 0 w 1011643"/>
              <a:gd name="connsiteY6" fmla="*/ 6858000 h 6858000"/>
              <a:gd name="connsiteX7" fmla="*/ 0 w 1011643"/>
              <a:gd name="connsiteY7" fmla="*/ 0 h 6858000"/>
              <a:gd name="connsiteX0" fmla="*/ 0 w 1019439"/>
              <a:gd name="connsiteY0" fmla="*/ 0 h 6858000"/>
              <a:gd name="connsiteX1" fmla="*/ 655455 w 1019439"/>
              <a:gd name="connsiteY1" fmla="*/ 0 h 6858000"/>
              <a:gd name="connsiteX2" fmla="*/ 946767 w 1019439"/>
              <a:gd name="connsiteY2" fmla="*/ 3220630 h 6858000"/>
              <a:gd name="connsiteX3" fmla="*/ 1011504 w 1019439"/>
              <a:gd name="connsiteY3" fmla="*/ 3843717 h 6858000"/>
              <a:gd name="connsiteX4" fmla="*/ 809204 w 1019439"/>
              <a:gd name="connsiteY4" fmla="*/ 4135031 h 6858000"/>
              <a:gd name="connsiteX5" fmla="*/ 639271 w 1019439"/>
              <a:gd name="connsiteY5" fmla="*/ 4944234 h 6858000"/>
              <a:gd name="connsiteX6" fmla="*/ 655455 w 1019439"/>
              <a:gd name="connsiteY6" fmla="*/ 6858000 h 6858000"/>
              <a:gd name="connsiteX7" fmla="*/ 0 w 1019439"/>
              <a:gd name="connsiteY7" fmla="*/ 6858000 h 6858000"/>
              <a:gd name="connsiteX8" fmla="*/ 0 w 1019439"/>
              <a:gd name="connsiteY8" fmla="*/ 0 h 6858000"/>
              <a:gd name="connsiteX0" fmla="*/ 0 w 1011510"/>
              <a:gd name="connsiteY0" fmla="*/ 0 h 6858000"/>
              <a:gd name="connsiteX1" fmla="*/ 655455 w 1011510"/>
              <a:gd name="connsiteY1" fmla="*/ 0 h 6858000"/>
              <a:gd name="connsiteX2" fmla="*/ 946767 w 1011510"/>
              <a:gd name="connsiteY2" fmla="*/ 3220630 h 6858000"/>
              <a:gd name="connsiteX3" fmla="*/ 1011504 w 1011510"/>
              <a:gd name="connsiteY3" fmla="*/ 3843717 h 6858000"/>
              <a:gd name="connsiteX4" fmla="*/ 809204 w 1011510"/>
              <a:gd name="connsiteY4" fmla="*/ 4135031 h 6858000"/>
              <a:gd name="connsiteX5" fmla="*/ 639271 w 1011510"/>
              <a:gd name="connsiteY5" fmla="*/ 4944234 h 6858000"/>
              <a:gd name="connsiteX6" fmla="*/ 655455 w 1011510"/>
              <a:gd name="connsiteY6" fmla="*/ 6858000 h 6858000"/>
              <a:gd name="connsiteX7" fmla="*/ 0 w 1011510"/>
              <a:gd name="connsiteY7" fmla="*/ 6858000 h 6858000"/>
              <a:gd name="connsiteX8" fmla="*/ 0 w 1011510"/>
              <a:gd name="connsiteY8" fmla="*/ 0 h 6858000"/>
              <a:gd name="connsiteX0" fmla="*/ 0 w 1381329"/>
              <a:gd name="connsiteY0" fmla="*/ 0 h 6858000"/>
              <a:gd name="connsiteX1" fmla="*/ 655455 w 1381329"/>
              <a:gd name="connsiteY1" fmla="*/ 0 h 6858000"/>
              <a:gd name="connsiteX2" fmla="*/ 1375645 w 1381329"/>
              <a:gd name="connsiteY2" fmla="*/ 3042605 h 6858000"/>
              <a:gd name="connsiteX3" fmla="*/ 1011504 w 1381329"/>
              <a:gd name="connsiteY3" fmla="*/ 3843717 h 6858000"/>
              <a:gd name="connsiteX4" fmla="*/ 809204 w 1381329"/>
              <a:gd name="connsiteY4" fmla="*/ 4135031 h 6858000"/>
              <a:gd name="connsiteX5" fmla="*/ 639271 w 1381329"/>
              <a:gd name="connsiteY5" fmla="*/ 4944234 h 6858000"/>
              <a:gd name="connsiteX6" fmla="*/ 655455 w 1381329"/>
              <a:gd name="connsiteY6" fmla="*/ 6858000 h 6858000"/>
              <a:gd name="connsiteX7" fmla="*/ 0 w 1381329"/>
              <a:gd name="connsiteY7" fmla="*/ 6858000 h 6858000"/>
              <a:gd name="connsiteX8" fmla="*/ 0 w 1381329"/>
              <a:gd name="connsiteY8" fmla="*/ 0 h 6858000"/>
              <a:gd name="connsiteX0" fmla="*/ 0 w 1375645"/>
              <a:gd name="connsiteY0" fmla="*/ 0 h 6858000"/>
              <a:gd name="connsiteX1" fmla="*/ 655455 w 1375645"/>
              <a:gd name="connsiteY1" fmla="*/ 0 h 6858000"/>
              <a:gd name="connsiteX2" fmla="*/ 1375645 w 1375645"/>
              <a:gd name="connsiteY2" fmla="*/ 3042605 h 6858000"/>
              <a:gd name="connsiteX3" fmla="*/ 1011504 w 1375645"/>
              <a:gd name="connsiteY3" fmla="*/ 3843717 h 6858000"/>
              <a:gd name="connsiteX4" fmla="*/ 809204 w 1375645"/>
              <a:gd name="connsiteY4" fmla="*/ 4135031 h 6858000"/>
              <a:gd name="connsiteX5" fmla="*/ 639271 w 1375645"/>
              <a:gd name="connsiteY5" fmla="*/ 4944234 h 6858000"/>
              <a:gd name="connsiteX6" fmla="*/ 655455 w 1375645"/>
              <a:gd name="connsiteY6" fmla="*/ 6858000 h 6858000"/>
              <a:gd name="connsiteX7" fmla="*/ 0 w 1375645"/>
              <a:gd name="connsiteY7" fmla="*/ 6858000 h 6858000"/>
              <a:gd name="connsiteX8" fmla="*/ 0 w 1375645"/>
              <a:gd name="connsiteY8" fmla="*/ 0 h 6858000"/>
              <a:gd name="connsiteX0" fmla="*/ 0 w 1375645"/>
              <a:gd name="connsiteY0" fmla="*/ 0 h 6858000"/>
              <a:gd name="connsiteX1" fmla="*/ 655455 w 1375645"/>
              <a:gd name="connsiteY1" fmla="*/ 0 h 6858000"/>
              <a:gd name="connsiteX2" fmla="*/ 1375645 w 1375645"/>
              <a:gd name="connsiteY2" fmla="*/ 3042605 h 6858000"/>
              <a:gd name="connsiteX3" fmla="*/ 1011504 w 1375645"/>
              <a:gd name="connsiteY3" fmla="*/ 3843717 h 6858000"/>
              <a:gd name="connsiteX4" fmla="*/ 809204 w 1375645"/>
              <a:gd name="connsiteY4" fmla="*/ 4135031 h 6858000"/>
              <a:gd name="connsiteX5" fmla="*/ 639271 w 1375645"/>
              <a:gd name="connsiteY5" fmla="*/ 4944234 h 6858000"/>
              <a:gd name="connsiteX6" fmla="*/ 655455 w 1375645"/>
              <a:gd name="connsiteY6" fmla="*/ 6858000 h 6858000"/>
              <a:gd name="connsiteX7" fmla="*/ 0 w 1375645"/>
              <a:gd name="connsiteY7" fmla="*/ 6858000 h 6858000"/>
              <a:gd name="connsiteX8" fmla="*/ 0 w 1375645"/>
              <a:gd name="connsiteY8" fmla="*/ 0 h 6858000"/>
              <a:gd name="connsiteX0" fmla="*/ 0 w 1294725"/>
              <a:gd name="connsiteY0" fmla="*/ 0 h 6858000"/>
              <a:gd name="connsiteX1" fmla="*/ 655455 w 1294725"/>
              <a:gd name="connsiteY1" fmla="*/ 0 h 6858000"/>
              <a:gd name="connsiteX2" fmla="*/ 1294725 w 1294725"/>
              <a:gd name="connsiteY2" fmla="*/ 3681876 h 6858000"/>
              <a:gd name="connsiteX3" fmla="*/ 1011504 w 1294725"/>
              <a:gd name="connsiteY3" fmla="*/ 3843717 h 6858000"/>
              <a:gd name="connsiteX4" fmla="*/ 809204 w 1294725"/>
              <a:gd name="connsiteY4" fmla="*/ 4135031 h 6858000"/>
              <a:gd name="connsiteX5" fmla="*/ 639271 w 1294725"/>
              <a:gd name="connsiteY5" fmla="*/ 4944234 h 6858000"/>
              <a:gd name="connsiteX6" fmla="*/ 655455 w 1294725"/>
              <a:gd name="connsiteY6" fmla="*/ 6858000 h 6858000"/>
              <a:gd name="connsiteX7" fmla="*/ 0 w 1294725"/>
              <a:gd name="connsiteY7" fmla="*/ 6858000 h 6858000"/>
              <a:gd name="connsiteX8" fmla="*/ 0 w 1294725"/>
              <a:gd name="connsiteY8" fmla="*/ 0 h 6858000"/>
              <a:gd name="connsiteX0" fmla="*/ 0 w 1309909"/>
              <a:gd name="connsiteY0" fmla="*/ 0 h 6858000"/>
              <a:gd name="connsiteX1" fmla="*/ 655455 w 1309909"/>
              <a:gd name="connsiteY1" fmla="*/ 0 h 6858000"/>
              <a:gd name="connsiteX2" fmla="*/ 1205713 w 1309909"/>
              <a:gd name="connsiteY2" fmla="*/ 3196354 h 6858000"/>
              <a:gd name="connsiteX3" fmla="*/ 1294725 w 1309909"/>
              <a:gd name="connsiteY3" fmla="*/ 3681876 h 6858000"/>
              <a:gd name="connsiteX4" fmla="*/ 1011504 w 1309909"/>
              <a:gd name="connsiteY4" fmla="*/ 3843717 h 6858000"/>
              <a:gd name="connsiteX5" fmla="*/ 809204 w 1309909"/>
              <a:gd name="connsiteY5" fmla="*/ 4135031 h 6858000"/>
              <a:gd name="connsiteX6" fmla="*/ 639271 w 1309909"/>
              <a:gd name="connsiteY6" fmla="*/ 4944234 h 6858000"/>
              <a:gd name="connsiteX7" fmla="*/ 655455 w 1309909"/>
              <a:gd name="connsiteY7" fmla="*/ 6858000 h 6858000"/>
              <a:gd name="connsiteX8" fmla="*/ 0 w 1309909"/>
              <a:gd name="connsiteY8" fmla="*/ 6858000 h 6858000"/>
              <a:gd name="connsiteX9" fmla="*/ 0 w 1309909"/>
              <a:gd name="connsiteY9" fmla="*/ 0 h 6858000"/>
              <a:gd name="connsiteX0" fmla="*/ 0 w 1300262"/>
              <a:gd name="connsiteY0" fmla="*/ 0 h 6858000"/>
              <a:gd name="connsiteX1" fmla="*/ 655455 w 1300262"/>
              <a:gd name="connsiteY1" fmla="*/ 0 h 6858000"/>
              <a:gd name="connsiteX2" fmla="*/ 1205713 w 1300262"/>
              <a:gd name="connsiteY2" fmla="*/ 3196354 h 6858000"/>
              <a:gd name="connsiteX3" fmla="*/ 1294725 w 1300262"/>
              <a:gd name="connsiteY3" fmla="*/ 3681876 h 6858000"/>
              <a:gd name="connsiteX4" fmla="*/ 1011504 w 1300262"/>
              <a:gd name="connsiteY4" fmla="*/ 3843717 h 6858000"/>
              <a:gd name="connsiteX5" fmla="*/ 809204 w 1300262"/>
              <a:gd name="connsiteY5" fmla="*/ 4135031 h 6858000"/>
              <a:gd name="connsiteX6" fmla="*/ 639271 w 1300262"/>
              <a:gd name="connsiteY6" fmla="*/ 4944234 h 6858000"/>
              <a:gd name="connsiteX7" fmla="*/ 655455 w 1300262"/>
              <a:gd name="connsiteY7" fmla="*/ 6858000 h 6858000"/>
              <a:gd name="connsiteX8" fmla="*/ 0 w 1300262"/>
              <a:gd name="connsiteY8" fmla="*/ 6858000 h 6858000"/>
              <a:gd name="connsiteX9" fmla="*/ 0 w 1300262"/>
              <a:gd name="connsiteY9" fmla="*/ 0 h 6858000"/>
              <a:gd name="connsiteX0" fmla="*/ 0 w 1300262"/>
              <a:gd name="connsiteY0" fmla="*/ 0 h 6858000"/>
              <a:gd name="connsiteX1" fmla="*/ 655455 w 1300262"/>
              <a:gd name="connsiteY1" fmla="*/ 0 h 6858000"/>
              <a:gd name="connsiteX2" fmla="*/ 1205713 w 1300262"/>
              <a:gd name="connsiteY2" fmla="*/ 3196354 h 6858000"/>
              <a:gd name="connsiteX3" fmla="*/ 1294725 w 1300262"/>
              <a:gd name="connsiteY3" fmla="*/ 3681876 h 6858000"/>
              <a:gd name="connsiteX4" fmla="*/ 1011504 w 1300262"/>
              <a:gd name="connsiteY4" fmla="*/ 3843717 h 6858000"/>
              <a:gd name="connsiteX5" fmla="*/ 809204 w 1300262"/>
              <a:gd name="connsiteY5" fmla="*/ 4135031 h 6858000"/>
              <a:gd name="connsiteX6" fmla="*/ 639271 w 1300262"/>
              <a:gd name="connsiteY6" fmla="*/ 4944234 h 6858000"/>
              <a:gd name="connsiteX7" fmla="*/ 655455 w 1300262"/>
              <a:gd name="connsiteY7" fmla="*/ 6858000 h 6858000"/>
              <a:gd name="connsiteX8" fmla="*/ 0 w 1300262"/>
              <a:gd name="connsiteY8" fmla="*/ 6858000 h 6858000"/>
              <a:gd name="connsiteX9" fmla="*/ 0 w 1300262"/>
              <a:gd name="connsiteY9" fmla="*/ 0 h 6858000"/>
              <a:gd name="connsiteX0" fmla="*/ 0 w 2152605"/>
              <a:gd name="connsiteY0" fmla="*/ 0 h 6858000"/>
              <a:gd name="connsiteX1" fmla="*/ 655455 w 2152605"/>
              <a:gd name="connsiteY1" fmla="*/ 0 h 6858000"/>
              <a:gd name="connsiteX2" fmla="*/ 2152481 w 2152605"/>
              <a:gd name="connsiteY2" fmla="*/ 3544311 h 6858000"/>
              <a:gd name="connsiteX3" fmla="*/ 1294725 w 2152605"/>
              <a:gd name="connsiteY3" fmla="*/ 3681876 h 6858000"/>
              <a:gd name="connsiteX4" fmla="*/ 1011504 w 2152605"/>
              <a:gd name="connsiteY4" fmla="*/ 3843717 h 6858000"/>
              <a:gd name="connsiteX5" fmla="*/ 809204 w 2152605"/>
              <a:gd name="connsiteY5" fmla="*/ 4135031 h 6858000"/>
              <a:gd name="connsiteX6" fmla="*/ 639271 w 2152605"/>
              <a:gd name="connsiteY6" fmla="*/ 4944234 h 6858000"/>
              <a:gd name="connsiteX7" fmla="*/ 655455 w 2152605"/>
              <a:gd name="connsiteY7" fmla="*/ 6858000 h 6858000"/>
              <a:gd name="connsiteX8" fmla="*/ 0 w 2152605"/>
              <a:gd name="connsiteY8" fmla="*/ 6858000 h 6858000"/>
              <a:gd name="connsiteX9" fmla="*/ 0 w 2152605"/>
              <a:gd name="connsiteY9" fmla="*/ 0 h 6858000"/>
              <a:gd name="connsiteX0" fmla="*/ 0 w 2197211"/>
              <a:gd name="connsiteY0" fmla="*/ 0 h 6858000"/>
              <a:gd name="connsiteX1" fmla="*/ 655455 w 2197211"/>
              <a:gd name="connsiteY1" fmla="*/ 0 h 6858000"/>
              <a:gd name="connsiteX2" fmla="*/ 1925904 w 2197211"/>
              <a:gd name="connsiteY2" fmla="*/ 3042605 h 6858000"/>
              <a:gd name="connsiteX3" fmla="*/ 2152481 w 2197211"/>
              <a:gd name="connsiteY3" fmla="*/ 3544311 h 6858000"/>
              <a:gd name="connsiteX4" fmla="*/ 1294725 w 2197211"/>
              <a:gd name="connsiteY4" fmla="*/ 3681876 h 6858000"/>
              <a:gd name="connsiteX5" fmla="*/ 1011504 w 2197211"/>
              <a:gd name="connsiteY5" fmla="*/ 3843717 h 6858000"/>
              <a:gd name="connsiteX6" fmla="*/ 809204 w 2197211"/>
              <a:gd name="connsiteY6" fmla="*/ 4135031 h 6858000"/>
              <a:gd name="connsiteX7" fmla="*/ 639271 w 2197211"/>
              <a:gd name="connsiteY7" fmla="*/ 4944234 h 6858000"/>
              <a:gd name="connsiteX8" fmla="*/ 655455 w 2197211"/>
              <a:gd name="connsiteY8" fmla="*/ 6858000 h 6858000"/>
              <a:gd name="connsiteX9" fmla="*/ 0 w 2197211"/>
              <a:gd name="connsiteY9" fmla="*/ 6858000 h 6858000"/>
              <a:gd name="connsiteX10" fmla="*/ 0 w 2197211"/>
              <a:gd name="connsiteY10" fmla="*/ 0 h 6858000"/>
              <a:gd name="connsiteX0" fmla="*/ 0 w 2173832"/>
              <a:gd name="connsiteY0" fmla="*/ 0 h 6858000"/>
              <a:gd name="connsiteX1" fmla="*/ 655455 w 2173832"/>
              <a:gd name="connsiteY1" fmla="*/ 0 h 6858000"/>
              <a:gd name="connsiteX2" fmla="*/ 1925904 w 2173832"/>
              <a:gd name="connsiteY2" fmla="*/ 3042605 h 6858000"/>
              <a:gd name="connsiteX3" fmla="*/ 2152481 w 2173832"/>
              <a:gd name="connsiteY3" fmla="*/ 3544311 h 6858000"/>
              <a:gd name="connsiteX4" fmla="*/ 1294725 w 2173832"/>
              <a:gd name="connsiteY4" fmla="*/ 3681876 h 6858000"/>
              <a:gd name="connsiteX5" fmla="*/ 1011504 w 2173832"/>
              <a:gd name="connsiteY5" fmla="*/ 3843717 h 6858000"/>
              <a:gd name="connsiteX6" fmla="*/ 809204 w 2173832"/>
              <a:gd name="connsiteY6" fmla="*/ 4135031 h 6858000"/>
              <a:gd name="connsiteX7" fmla="*/ 639271 w 2173832"/>
              <a:gd name="connsiteY7" fmla="*/ 4944234 h 6858000"/>
              <a:gd name="connsiteX8" fmla="*/ 655455 w 2173832"/>
              <a:gd name="connsiteY8" fmla="*/ 6858000 h 6858000"/>
              <a:gd name="connsiteX9" fmla="*/ 0 w 2173832"/>
              <a:gd name="connsiteY9" fmla="*/ 6858000 h 6858000"/>
              <a:gd name="connsiteX10" fmla="*/ 0 w 2173832"/>
              <a:gd name="connsiteY10" fmla="*/ 0 h 6858000"/>
              <a:gd name="connsiteX0" fmla="*/ 0 w 2509126"/>
              <a:gd name="connsiteY0" fmla="*/ 0 h 6858000"/>
              <a:gd name="connsiteX1" fmla="*/ 655455 w 2509126"/>
              <a:gd name="connsiteY1" fmla="*/ 0 h 6858000"/>
              <a:gd name="connsiteX2" fmla="*/ 2508530 w 2509126"/>
              <a:gd name="connsiteY2" fmla="*/ 3382471 h 6858000"/>
              <a:gd name="connsiteX3" fmla="*/ 2152481 w 2509126"/>
              <a:gd name="connsiteY3" fmla="*/ 3544311 h 6858000"/>
              <a:gd name="connsiteX4" fmla="*/ 1294725 w 2509126"/>
              <a:gd name="connsiteY4" fmla="*/ 3681876 h 6858000"/>
              <a:gd name="connsiteX5" fmla="*/ 1011504 w 2509126"/>
              <a:gd name="connsiteY5" fmla="*/ 3843717 h 6858000"/>
              <a:gd name="connsiteX6" fmla="*/ 809204 w 2509126"/>
              <a:gd name="connsiteY6" fmla="*/ 4135031 h 6858000"/>
              <a:gd name="connsiteX7" fmla="*/ 639271 w 2509126"/>
              <a:gd name="connsiteY7" fmla="*/ 4944234 h 6858000"/>
              <a:gd name="connsiteX8" fmla="*/ 655455 w 2509126"/>
              <a:gd name="connsiteY8" fmla="*/ 6858000 h 6858000"/>
              <a:gd name="connsiteX9" fmla="*/ 0 w 2509126"/>
              <a:gd name="connsiteY9" fmla="*/ 6858000 h 6858000"/>
              <a:gd name="connsiteX10" fmla="*/ 0 w 2509126"/>
              <a:gd name="connsiteY10" fmla="*/ 0 h 6858000"/>
              <a:gd name="connsiteX0" fmla="*/ 0 w 2509126"/>
              <a:gd name="connsiteY0" fmla="*/ 0 h 6858000"/>
              <a:gd name="connsiteX1" fmla="*/ 655455 w 2509126"/>
              <a:gd name="connsiteY1" fmla="*/ 0 h 6858000"/>
              <a:gd name="connsiteX2" fmla="*/ 2508530 w 2509126"/>
              <a:gd name="connsiteY2" fmla="*/ 3382471 h 6858000"/>
              <a:gd name="connsiteX3" fmla="*/ 2152481 w 2509126"/>
              <a:gd name="connsiteY3" fmla="*/ 3544311 h 6858000"/>
              <a:gd name="connsiteX4" fmla="*/ 1294725 w 2509126"/>
              <a:gd name="connsiteY4" fmla="*/ 3681876 h 6858000"/>
              <a:gd name="connsiteX5" fmla="*/ 1011504 w 2509126"/>
              <a:gd name="connsiteY5" fmla="*/ 3843717 h 6858000"/>
              <a:gd name="connsiteX6" fmla="*/ 809204 w 2509126"/>
              <a:gd name="connsiteY6" fmla="*/ 4135031 h 6858000"/>
              <a:gd name="connsiteX7" fmla="*/ 639271 w 2509126"/>
              <a:gd name="connsiteY7" fmla="*/ 4944234 h 6858000"/>
              <a:gd name="connsiteX8" fmla="*/ 655455 w 2509126"/>
              <a:gd name="connsiteY8" fmla="*/ 6858000 h 6858000"/>
              <a:gd name="connsiteX9" fmla="*/ 0 w 2509126"/>
              <a:gd name="connsiteY9" fmla="*/ 6858000 h 6858000"/>
              <a:gd name="connsiteX10" fmla="*/ 0 w 2509126"/>
              <a:gd name="connsiteY10" fmla="*/ 0 h 6858000"/>
              <a:gd name="connsiteX0" fmla="*/ 0 w 2509670"/>
              <a:gd name="connsiteY0" fmla="*/ 0 h 6858000"/>
              <a:gd name="connsiteX1" fmla="*/ 655455 w 2509670"/>
              <a:gd name="connsiteY1" fmla="*/ 0 h 6858000"/>
              <a:gd name="connsiteX2" fmla="*/ 2192941 w 2509670"/>
              <a:gd name="connsiteY2" fmla="*/ 2767476 h 6858000"/>
              <a:gd name="connsiteX3" fmla="*/ 2508530 w 2509670"/>
              <a:gd name="connsiteY3" fmla="*/ 3382471 h 6858000"/>
              <a:gd name="connsiteX4" fmla="*/ 2152481 w 2509670"/>
              <a:gd name="connsiteY4" fmla="*/ 3544311 h 6858000"/>
              <a:gd name="connsiteX5" fmla="*/ 1294725 w 2509670"/>
              <a:gd name="connsiteY5" fmla="*/ 3681876 h 6858000"/>
              <a:gd name="connsiteX6" fmla="*/ 1011504 w 2509670"/>
              <a:gd name="connsiteY6" fmla="*/ 3843717 h 6858000"/>
              <a:gd name="connsiteX7" fmla="*/ 809204 w 2509670"/>
              <a:gd name="connsiteY7" fmla="*/ 4135031 h 6858000"/>
              <a:gd name="connsiteX8" fmla="*/ 639271 w 2509670"/>
              <a:gd name="connsiteY8" fmla="*/ 4944234 h 6858000"/>
              <a:gd name="connsiteX9" fmla="*/ 655455 w 2509670"/>
              <a:gd name="connsiteY9" fmla="*/ 6858000 h 6858000"/>
              <a:gd name="connsiteX10" fmla="*/ 0 w 2509670"/>
              <a:gd name="connsiteY10" fmla="*/ 6858000 h 6858000"/>
              <a:gd name="connsiteX11" fmla="*/ 0 w 2509670"/>
              <a:gd name="connsiteY11" fmla="*/ 0 h 6858000"/>
              <a:gd name="connsiteX0" fmla="*/ 0 w 2509126"/>
              <a:gd name="connsiteY0" fmla="*/ 0 h 6858000"/>
              <a:gd name="connsiteX1" fmla="*/ 655455 w 2509126"/>
              <a:gd name="connsiteY1" fmla="*/ 0 h 6858000"/>
              <a:gd name="connsiteX2" fmla="*/ 2192941 w 2509126"/>
              <a:gd name="connsiteY2" fmla="*/ 2767476 h 6858000"/>
              <a:gd name="connsiteX3" fmla="*/ 2508530 w 2509126"/>
              <a:gd name="connsiteY3" fmla="*/ 3382471 h 6858000"/>
              <a:gd name="connsiteX4" fmla="*/ 2152481 w 2509126"/>
              <a:gd name="connsiteY4" fmla="*/ 3544311 h 6858000"/>
              <a:gd name="connsiteX5" fmla="*/ 1294725 w 2509126"/>
              <a:gd name="connsiteY5" fmla="*/ 3681876 h 6858000"/>
              <a:gd name="connsiteX6" fmla="*/ 1011504 w 2509126"/>
              <a:gd name="connsiteY6" fmla="*/ 3843717 h 6858000"/>
              <a:gd name="connsiteX7" fmla="*/ 809204 w 2509126"/>
              <a:gd name="connsiteY7" fmla="*/ 4135031 h 6858000"/>
              <a:gd name="connsiteX8" fmla="*/ 639271 w 2509126"/>
              <a:gd name="connsiteY8" fmla="*/ 4944234 h 6858000"/>
              <a:gd name="connsiteX9" fmla="*/ 655455 w 2509126"/>
              <a:gd name="connsiteY9" fmla="*/ 6858000 h 6858000"/>
              <a:gd name="connsiteX10" fmla="*/ 0 w 2509126"/>
              <a:gd name="connsiteY10" fmla="*/ 6858000 h 6858000"/>
              <a:gd name="connsiteX11" fmla="*/ 0 w 2509126"/>
              <a:gd name="connsiteY11" fmla="*/ 0 h 6858000"/>
              <a:gd name="connsiteX0" fmla="*/ 0 w 2509126"/>
              <a:gd name="connsiteY0" fmla="*/ 0 h 6858000"/>
              <a:gd name="connsiteX1" fmla="*/ 655455 w 2509126"/>
              <a:gd name="connsiteY1" fmla="*/ 0 h 6858000"/>
              <a:gd name="connsiteX2" fmla="*/ 2192941 w 2509126"/>
              <a:gd name="connsiteY2" fmla="*/ 2767476 h 6858000"/>
              <a:gd name="connsiteX3" fmla="*/ 2508530 w 2509126"/>
              <a:gd name="connsiteY3" fmla="*/ 3382471 h 6858000"/>
              <a:gd name="connsiteX4" fmla="*/ 2152481 w 2509126"/>
              <a:gd name="connsiteY4" fmla="*/ 3544311 h 6858000"/>
              <a:gd name="connsiteX5" fmla="*/ 1294725 w 2509126"/>
              <a:gd name="connsiteY5" fmla="*/ 3681876 h 6858000"/>
              <a:gd name="connsiteX6" fmla="*/ 1011504 w 2509126"/>
              <a:gd name="connsiteY6" fmla="*/ 3843717 h 6858000"/>
              <a:gd name="connsiteX7" fmla="*/ 809204 w 2509126"/>
              <a:gd name="connsiteY7" fmla="*/ 4135031 h 6858000"/>
              <a:gd name="connsiteX8" fmla="*/ 639271 w 2509126"/>
              <a:gd name="connsiteY8" fmla="*/ 4944234 h 6858000"/>
              <a:gd name="connsiteX9" fmla="*/ 655455 w 2509126"/>
              <a:gd name="connsiteY9" fmla="*/ 6858000 h 6858000"/>
              <a:gd name="connsiteX10" fmla="*/ 0 w 2509126"/>
              <a:gd name="connsiteY10" fmla="*/ 6858000 h 6858000"/>
              <a:gd name="connsiteX11" fmla="*/ 0 w 2509126"/>
              <a:gd name="connsiteY11" fmla="*/ 0 h 6858000"/>
              <a:gd name="connsiteX0" fmla="*/ 0 w 2646550"/>
              <a:gd name="connsiteY0" fmla="*/ 0 h 6858000"/>
              <a:gd name="connsiteX1" fmla="*/ 655455 w 2646550"/>
              <a:gd name="connsiteY1" fmla="*/ 0 h 6858000"/>
              <a:gd name="connsiteX2" fmla="*/ 2646095 w 2646550"/>
              <a:gd name="connsiteY2" fmla="*/ 3123526 h 6858000"/>
              <a:gd name="connsiteX3" fmla="*/ 2508530 w 2646550"/>
              <a:gd name="connsiteY3" fmla="*/ 3382471 h 6858000"/>
              <a:gd name="connsiteX4" fmla="*/ 2152481 w 2646550"/>
              <a:gd name="connsiteY4" fmla="*/ 3544311 h 6858000"/>
              <a:gd name="connsiteX5" fmla="*/ 1294725 w 2646550"/>
              <a:gd name="connsiteY5" fmla="*/ 3681876 h 6858000"/>
              <a:gd name="connsiteX6" fmla="*/ 1011504 w 2646550"/>
              <a:gd name="connsiteY6" fmla="*/ 3843717 h 6858000"/>
              <a:gd name="connsiteX7" fmla="*/ 809204 w 2646550"/>
              <a:gd name="connsiteY7" fmla="*/ 4135031 h 6858000"/>
              <a:gd name="connsiteX8" fmla="*/ 639271 w 2646550"/>
              <a:gd name="connsiteY8" fmla="*/ 4944234 h 6858000"/>
              <a:gd name="connsiteX9" fmla="*/ 655455 w 2646550"/>
              <a:gd name="connsiteY9" fmla="*/ 6858000 h 6858000"/>
              <a:gd name="connsiteX10" fmla="*/ 0 w 2646550"/>
              <a:gd name="connsiteY10" fmla="*/ 6858000 h 6858000"/>
              <a:gd name="connsiteX11" fmla="*/ 0 w 2646550"/>
              <a:gd name="connsiteY11" fmla="*/ 0 h 6858000"/>
              <a:gd name="connsiteX0" fmla="*/ 0 w 2646550"/>
              <a:gd name="connsiteY0" fmla="*/ 0 h 6858000"/>
              <a:gd name="connsiteX1" fmla="*/ 655455 w 2646550"/>
              <a:gd name="connsiteY1" fmla="*/ 0 h 6858000"/>
              <a:gd name="connsiteX2" fmla="*/ 2306229 w 2646550"/>
              <a:gd name="connsiteY2" fmla="*/ 2557083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711542"/>
              <a:gd name="connsiteY0" fmla="*/ 0 h 6858000"/>
              <a:gd name="connsiteX1" fmla="*/ 655455 w 2711542"/>
              <a:gd name="connsiteY1" fmla="*/ 0 h 6858000"/>
              <a:gd name="connsiteX2" fmla="*/ 2540898 w 2711542"/>
              <a:gd name="connsiteY2" fmla="*/ 2322414 h 6858000"/>
              <a:gd name="connsiteX3" fmla="*/ 2646095 w 2711542"/>
              <a:gd name="connsiteY3" fmla="*/ 3123526 h 6858000"/>
              <a:gd name="connsiteX4" fmla="*/ 2508530 w 2711542"/>
              <a:gd name="connsiteY4" fmla="*/ 3382471 h 6858000"/>
              <a:gd name="connsiteX5" fmla="*/ 2152481 w 2711542"/>
              <a:gd name="connsiteY5" fmla="*/ 3544311 h 6858000"/>
              <a:gd name="connsiteX6" fmla="*/ 1294725 w 2711542"/>
              <a:gd name="connsiteY6" fmla="*/ 3681876 h 6858000"/>
              <a:gd name="connsiteX7" fmla="*/ 1011504 w 2711542"/>
              <a:gd name="connsiteY7" fmla="*/ 3843717 h 6858000"/>
              <a:gd name="connsiteX8" fmla="*/ 809204 w 2711542"/>
              <a:gd name="connsiteY8" fmla="*/ 4135031 h 6858000"/>
              <a:gd name="connsiteX9" fmla="*/ 639271 w 2711542"/>
              <a:gd name="connsiteY9" fmla="*/ 4944234 h 6858000"/>
              <a:gd name="connsiteX10" fmla="*/ 655455 w 2711542"/>
              <a:gd name="connsiteY10" fmla="*/ 6858000 h 6858000"/>
              <a:gd name="connsiteX11" fmla="*/ 0 w 2711542"/>
              <a:gd name="connsiteY11" fmla="*/ 6858000 h 6858000"/>
              <a:gd name="connsiteX12" fmla="*/ 0 w 2711542"/>
              <a:gd name="connsiteY12" fmla="*/ 0 h 6858000"/>
              <a:gd name="connsiteX0" fmla="*/ 0 w 2646550"/>
              <a:gd name="connsiteY0" fmla="*/ 0 h 6858000"/>
              <a:gd name="connsiteX1" fmla="*/ 655455 w 2646550"/>
              <a:gd name="connsiteY1" fmla="*/ 0 h 6858000"/>
              <a:gd name="connsiteX2" fmla="*/ 2540898 w 2646550"/>
              <a:gd name="connsiteY2" fmla="*/ 2322414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646550"/>
              <a:gd name="connsiteY0" fmla="*/ 0 h 6858000"/>
              <a:gd name="connsiteX1" fmla="*/ 655455 w 2646550"/>
              <a:gd name="connsiteY1" fmla="*/ 0 h 6858000"/>
              <a:gd name="connsiteX2" fmla="*/ 2540898 w 2646550"/>
              <a:gd name="connsiteY2" fmla="*/ 2322414 h 6858000"/>
              <a:gd name="connsiteX3" fmla="*/ 2646095 w 2646550"/>
              <a:gd name="connsiteY3" fmla="*/ 3123526 h 6858000"/>
              <a:gd name="connsiteX4" fmla="*/ 2508530 w 2646550"/>
              <a:gd name="connsiteY4" fmla="*/ 3382471 h 6858000"/>
              <a:gd name="connsiteX5" fmla="*/ 2152481 w 2646550"/>
              <a:gd name="connsiteY5" fmla="*/ 3544311 h 6858000"/>
              <a:gd name="connsiteX6" fmla="*/ 1294725 w 2646550"/>
              <a:gd name="connsiteY6" fmla="*/ 3681876 h 6858000"/>
              <a:gd name="connsiteX7" fmla="*/ 1011504 w 2646550"/>
              <a:gd name="connsiteY7" fmla="*/ 3843717 h 6858000"/>
              <a:gd name="connsiteX8" fmla="*/ 809204 w 2646550"/>
              <a:gd name="connsiteY8" fmla="*/ 4135031 h 6858000"/>
              <a:gd name="connsiteX9" fmla="*/ 639271 w 2646550"/>
              <a:gd name="connsiteY9" fmla="*/ 4944234 h 6858000"/>
              <a:gd name="connsiteX10" fmla="*/ 655455 w 2646550"/>
              <a:gd name="connsiteY10" fmla="*/ 6858000 h 6858000"/>
              <a:gd name="connsiteX11" fmla="*/ 0 w 2646550"/>
              <a:gd name="connsiteY11" fmla="*/ 6858000 h 6858000"/>
              <a:gd name="connsiteX12" fmla="*/ 0 w 2646550"/>
              <a:gd name="connsiteY12" fmla="*/ 0 h 6858000"/>
              <a:gd name="connsiteX0" fmla="*/ 0 w 2719333"/>
              <a:gd name="connsiteY0" fmla="*/ 0 h 6858000"/>
              <a:gd name="connsiteX1" fmla="*/ 655455 w 2719333"/>
              <a:gd name="connsiteY1" fmla="*/ 0 h 6858000"/>
              <a:gd name="connsiteX2" fmla="*/ 2718923 w 2719333"/>
              <a:gd name="connsiteY2" fmla="*/ 2937409 h 6858000"/>
              <a:gd name="connsiteX3" fmla="*/ 2646095 w 2719333"/>
              <a:gd name="connsiteY3" fmla="*/ 3123526 h 6858000"/>
              <a:gd name="connsiteX4" fmla="*/ 2508530 w 2719333"/>
              <a:gd name="connsiteY4" fmla="*/ 3382471 h 6858000"/>
              <a:gd name="connsiteX5" fmla="*/ 2152481 w 2719333"/>
              <a:gd name="connsiteY5" fmla="*/ 3544311 h 6858000"/>
              <a:gd name="connsiteX6" fmla="*/ 1294725 w 2719333"/>
              <a:gd name="connsiteY6" fmla="*/ 3681876 h 6858000"/>
              <a:gd name="connsiteX7" fmla="*/ 1011504 w 2719333"/>
              <a:gd name="connsiteY7" fmla="*/ 3843717 h 6858000"/>
              <a:gd name="connsiteX8" fmla="*/ 809204 w 2719333"/>
              <a:gd name="connsiteY8" fmla="*/ 4135031 h 6858000"/>
              <a:gd name="connsiteX9" fmla="*/ 639271 w 2719333"/>
              <a:gd name="connsiteY9" fmla="*/ 4944234 h 6858000"/>
              <a:gd name="connsiteX10" fmla="*/ 655455 w 2719333"/>
              <a:gd name="connsiteY10" fmla="*/ 6858000 h 6858000"/>
              <a:gd name="connsiteX11" fmla="*/ 0 w 2719333"/>
              <a:gd name="connsiteY11" fmla="*/ 6858000 h 6858000"/>
              <a:gd name="connsiteX12" fmla="*/ 0 w 2719333"/>
              <a:gd name="connsiteY12"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21188"/>
              <a:gd name="connsiteY0" fmla="*/ 0 h 6858000"/>
              <a:gd name="connsiteX1" fmla="*/ 655455 w 2721188"/>
              <a:gd name="connsiteY1" fmla="*/ 0 h 6858000"/>
              <a:gd name="connsiteX2" fmla="*/ 2395242 w 2721188"/>
              <a:gd name="connsiteY2" fmla="*/ 2435703 h 6858000"/>
              <a:gd name="connsiteX3" fmla="*/ 2718923 w 2721188"/>
              <a:gd name="connsiteY3" fmla="*/ 2937409 h 6858000"/>
              <a:gd name="connsiteX4" fmla="*/ 2646095 w 2721188"/>
              <a:gd name="connsiteY4" fmla="*/ 3123526 h 6858000"/>
              <a:gd name="connsiteX5" fmla="*/ 2508530 w 2721188"/>
              <a:gd name="connsiteY5" fmla="*/ 3382471 h 6858000"/>
              <a:gd name="connsiteX6" fmla="*/ 2152481 w 2721188"/>
              <a:gd name="connsiteY6" fmla="*/ 3544311 h 6858000"/>
              <a:gd name="connsiteX7" fmla="*/ 1294725 w 2721188"/>
              <a:gd name="connsiteY7" fmla="*/ 3681876 h 6858000"/>
              <a:gd name="connsiteX8" fmla="*/ 1011504 w 2721188"/>
              <a:gd name="connsiteY8" fmla="*/ 3843717 h 6858000"/>
              <a:gd name="connsiteX9" fmla="*/ 809204 w 2721188"/>
              <a:gd name="connsiteY9" fmla="*/ 4135031 h 6858000"/>
              <a:gd name="connsiteX10" fmla="*/ 639271 w 2721188"/>
              <a:gd name="connsiteY10" fmla="*/ 4944234 h 6858000"/>
              <a:gd name="connsiteX11" fmla="*/ 655455 w 2721188"/>
              <a:gd name="connsiteY11" fmla="*/ 6858000 h 6858000"/>
              <a:gd name="connsiteX12" fmla="*/ 0 w 2721188"/>
              <a:gd name="connsiteY12" fmla="*/ 6858000 h 6858000"/>
              <a:gd name="connsiteX13" fmla="*/ 0 w 2721188"/>
              <a:gd name="connsiteY13"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19333"/>
              <a:gd name="connsiteY0" fmla="*/ 0 h 6858000"/>
              <a:gd name="connsiteX1" fmla="*/ 655455 w 2719333"/>
              <a:gd name="connsiteY1" fmla="*/ 0 h 6858000"/>
              <a:gd name="connsiteX2" fmla="*/ 2395242 w 2719333"/>
              <a:gd name="connsiteY2" fmla="*/ 2435703 h 6858000"/>
              <a:gd name="connsiteX3" fmla="*/ 2718923 w 2719333"/>
              <a:gd name="connsiteY3" fmla="*/ 2937409 h 6858000"/>
              <a:gd name="connsiteX4" fmla="*/ 2646095 w 2719333"/>
              <a:gd name="connsiteY4" fmla="*/ 3123526 h 6858000"/>
              <a:gd name="connsiteX5" fmla="*/ 2508530 w 2719333"/>
              <a:gd name="connsiteY5" fmla="*/ 3382471 h 6858000"/>
              <a:gd name="connsiteX6" fmla="*/ 2152481 w 2719333"/>
              <a:gd name="connsiteY6" fmla="*/ 3544311 h 6858000"/>
              <a:gd name="connsiteX7" fmla="*/ 1294725 w 2719333"/>
              <a:gd name="connsiteY7" fmla="*/ 3681876 h 6858000"/>
              <a:gd name="connsiteX8" fmla="*/ 1011504 w 2719333"/>
              <a:gd name="connsiteY8" fmla="*/ 3843717 h 6858000"/>
              <a:gd name="connsiteX9" fmla="*/ 809204 w 2719333"/>
              <a:gd name="connsiteY9" fmla="*/ 4135031 h 6858000"/>
              <a:gd name="connsiteX10" fmla="*/ 639271 w 2719333"/>
              <a:gd name="connsiteY10" fmla="*/ 4944234 h 6858000"/>
              <a:gd name="connsiteX11" fmla="*/ 655455 w 2719333"/>
              <a:gd name="connsiteY11" fmla="*/ 6858000 h 6858000"/>
              <a:gd name="connsiteX12" fmla="*/ 0 w 2719333"/>
              <a:gd name="connsiteY12" fmla="*/ 6858000 h 6858000"/>
              <a:gd name="connsiteX13" fmla="*/ 0 w 2719333"/>
              <a:gd name="connsiteY13" fmla="*/ 0 h 6858000"/>
              <a:gd name="connsiteX0" fmla="*/ 0 w 2719531"/>
              <a:gd name="connsiteY0" fmla="*/ 0 h 6858000"/>
              <a:gd name="connsiteX1" fmla="*/ 655455 w 2719531"/>
              <a:gd name="connsiteY1" fmla="*/ 0 h 6858000"/>
              <a:gd name="connsiteX2" fmla="*/ 2662279 w 2719531"/>
              <a:gd name="connsiteY2" fmla="*/ 2484255 h 6858000"/>
              <a:gd name="connsiteX3" fmla="*/ 2718923 w 2719531"/>
              <a:gd name="connsiteY3" fmla="*/ 2937409 h 6858000"/>
              <a:gd name="connsiteX4" fmla="*/ 2646095 w 2719531"/>
              <a:gd name="connsiteY4" fmla="*/ 3123526 h 6858000"/>
              <a:gd name="connsiteX5" fmla="*/ 2508530 w 2719531"/>
              <a:gd name="connsiteY5" fmla="*/ 3382471 h 6858000"/>
              <a:gd name="connsiteX6" fmla="*/ 2152481 w 2719531"/>
              <a:gd name="connsiteY6" fmla="*/ 3544311 h 6858000"/>
              <a:gd name="connsiteX7" fmla="*/ 1294725 w 2719531"/>
              <a:gd name="connsiteY7" fmla="*/ 3681876 h 6858000"/>
              <a:gd name="connsiteX8" fmla="*/ 1011504 w 2719531"/>
              <a:gd name="connsiteY8" fmla="*/ 3843717 h 6858000"/>
              <a:gd name="connsiteX9" fmla="*/ 809204 w 2719531"/>
              <a:gd name="connsiteY9" fmla="*/ 4135031 h 6858000"/>
              <a:gd name="connsiteX10" fmla="*/ 639271 w 2719531"/>
              <a:gd name="connsiteY10" fmla="*/ 4944234 h 6858000"/>
              <a:gd name="connsiteX11" fmla="*/ 655455 w 2719531"/>
              <a:gd name="connsiteY11" fmla="*/ 6858000 h 6858000"/>
              <a:gd name="connsiteX12" fmla="*/ 0 w 2719531"/>
              <a:gd name="connsiteY12" fmla="*/ 6858000 h 6858000"/>
              <a:gd name="connsiteX13" fmla="*/ 0 w 2719531"/>
              <a:gd name="connsiteY13"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290045 w 2719531"/>
              <a:gd name="connsiteY2" fmla="*/ 2023009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524714 w 2719531"/>
              <a:gd name="connsiteY2" fmla="*/ 1885444 h 6858000"/>
              <a:gd name="connsiteX3" fmla="*/ 2662279 w 2719531"/>
              <a:gd name="connsiteY3" fmla="*/ 248425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531"/>
              <a:gd name="connsiteY0" fmla="*/ 0 h 6858000"/>
              <a:gd name="connsiteX1" fmla="*/ 655455 w 2719531"/>
              <a:gd name="connsiteY1" fmla="*/ 0 h 6858000"/>
              <a:gd name="connsiteX2" fmla="*/ 2524714 w 2719531"/>
              <a:gd name="connsiteY2" fmla="*/ 1885444 h 6858000"/>
              <a:gd name="connsiteX3" fmla="*/ 2662279 w 2719531"/>
              <a:gd name="connsiteY3" fmla="*/ 2443795 h 6858000"/>
              <a:gd name="connsiteX4" fmla="*/ 2718923 w 2719531"/>
              <a:gd name="connsiteY4" fmla="*/ 2937409 h 6858000"/>
              <a:gd name="connsiteX5" fmla="*/ 2646095 w 2719531"/>
              <a:gd name="connsiteY5" fmla="*/ 3123526 h 6858000"/>
              <a:gd name="connsiteX6" fmla="*/ 2508530 w 2719531"/>
              <a:gd name="connsiteY6" fmla="*/ 3382471 h 6858000"/>
              <a:gd name="connsiteX7" fmla="*/ 2152481 w 2719531"/>
              <a:gd name="connsiteY7" fmla="*/ 3544311 h 6858000"/>
              <a:gd name="connsiteX8" fmla="*/ 1294725 w 2719531"/>
              <a:gd name="connsiteY8" fmla="*/ 3681876 h 6858000"/>
              <a:gd name="connsiteX9" fmla="*/ 1011504 w 2719531"/>
              <a:gd name="connsiteY9" fmla="*/ 3843717 h 6858000"/>
              <a:gd name="connsiteX10" fmla="*/ 809204 w 2719531"/>
              <a:gd name="connsiteY10" fmla="*/ 4135031 h 6858000"/>
              <a:gd name="connsiteX11" fmla="*/ 639271 w 2719531"/>
              <a:gd name="connsiteY11" fmla="*/ 4944234 h 6858000"/>
              <a:gd name="connsiteX12" fmla="*/ 655455 w 2719531"/>
              <a:gd name="connsiteY12" fmla="*/ 6858000 h 6858000"/>
              <a:gd name="connsiteX13" fmla="*/ 0 w 2719531"/>
              <a:gd name="connsiteY13" fmla="*/ 6858000 h 6858000"/>
              <a:gd name="connsiteX14" fmla="*/ 0 w 2719531"/>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55455 w 2719348"/>
              <a:gd name="connsiteY12" fmla="*/ 6858000 h 6858000"/>
              <a:gd name="connsiteX13" fmla="*/ 0 w 2719348"/>
              <a:gd name="connsiteY13" fmla="*/ 6858000 h 6858000"/>
              <a:gd name="connsiteX14" fmla="*/ 0 w 2719348"/>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55455 w 2719348"/>
              <a:gd name="connsiteY12" fmla="*/ 6858000 h 6858000"/>
              <a:gd name="connsiteX13" fmla="*/ 0 w 2719348"/>
              <a:gd name="connsiteY13" fmla="*/ 6858000 h 6858000"/>
              <a:gd name="connsiteX14" fmla="*/ 0 w 2719348"/>
              <a:gd name="connsiteY14"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647362 w 2719348"/>
              <a:gd name="connsiteY12" fmla="*/ 5470216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655455 w 2719348"/>
              <a:gd name="connsiteY13" fmla="*/ 6858000 h 6858000"/>
              <a:gd name="connsiteX14" fmla="*/ 0 w 2719348"/>
              <a:gd name="connsiteY14" fmla="*/ 6858000 h 6858000"/>
              <a:gd name="connsiteX15" fmla="*/ 0 w 2719348"/>
              <a:gd name="connsiteY15"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704006 w 2719348"/>
              <a:gd name="connsiteY13" fmla="*/ 605284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655455 w 2719348"/>
              <a:gd name="connsiteY14" fmla="*/ 6858000 h 6858000"/>
              <a:gd name="connsiteX15" fmla="*/ 0 w 2719348"/>
              <a:gd name="connsiteY15" fmla="*/ 6858000 h 6858000"/>
              <a:gd name="connsiteX16" fmla="*/ 0 w 2719348"/>
              <a:gd name="connsiteY16" fmla="*/ 0 h 6858000"/>
              <a:gd name="connsiteX0" fmla="*/ 0 w 2719348"/>
              <a:gd name="connsiteY0" fmla="*/ 0 h 6858000"/>
              <a:gd name="connsiteX1" fmla="*/ 655455 w 2719348"/>
              <a:gd name="connsiteY1" fmla="*/ 0 h 6858000"/>
              <a:gd name="connsiteX2" fmla="*/ 2524714 w 2719348"/>
              <a:gd name="connsiteY2" fmla="*/ 1885444 h 6858000"/>
              <a:gd name="connsiteX3" fmla="*/ 2638003 w 2719348"/>
              <a:gd name="connsiteY3" fmla="*/ 2403335 h 6858000"/>
              <a:gd name="connsiteX4" fmla="*/ 2718923 w 2719348"/>
              <a:gd name="connsiteY4" fmla="*/ 2937409 h 6858000"/>
              <a:gd name="connsiteX5" fmla="*/ 2646095 w 2719348"/>
              <a:gd name="connsiteY5" fmla="*/ 3123526 h 6858000"/>
              <a:gd name="connsiteX6" fmla="*/ 2508530 w 2719348"/>
              <a:gd name="connsiteY6" fmla="*/ 3382471 h 6858000"/>
              <a:gd name="connsiteX7" fmla="*/ 2152481 w 2719348"/>
              <a:gd name="connsiteY7" fmla="*/ 3544311 h 6858000"/>
              <a:gd name="connsiteX8" fmla="*/ 1294725 w 2719348"/>
              <a:gd name="connsiteY8" fmla="*/ 3681876 h 6858000"/>
              <a:gd name="connsiteX9" fmla="*/ 1011504 w 2719348"/>
              <a:gd name="connsiteY9" fmla="*/ 3843717 h 6858000"/>
              <a:gd name="connsiteX10" fmla="*/ 809204 w 2719348"/>
              <a:gd name="connsiteY10" fmla="*/ 4135031 h 6858000"/>
              <a:gd name="connsiteX11" fmla="*/ 639271 w 2719348"/>
              <a:gd name="connsiteY11" fmla="*/ 4944234 h 6858000"/>
              <a:gd name="connsiteX12" fmla="*/ 720190 w 2719348"/>
              <a:gd name="connsiteY12" fmla="*/ 5526860 h 6858000"/>
              <a:gd name="connsiteX13" fmla="*/ 833479 w 2719348"/>
              <a:gd name="connsiteY13" fmla="*/ 6093302 h 6858000"/>
              <a:gd name="connsiteX14" fmla="*/ 1035781 w 2719348"/>
              <a:gd name="connsiteY14" fmla="*/ 6858000 h 6858000"/>
              <a:gd name="connsiteX15" fmla="*/ 0 w 2719348"/>
              <a:gd name="connsiteY15" fmla="*/ 6858000 h 6858000"/>
              <a:gd name="connsiteX16" fmla="*/ 0 w 2719348"/>
              <a:gd name="connsiteY16" fmla="*/ 0 h 6858000"/>
              <a:gd name="connsiteX0" fmla="*/ 0 w 2719348"/>
              <a:gd name="connsiteY0" fmla="*/ 0 h 6858011"/>
              <a:gd name="connsiteX1" fmla="*/ 655455 w 2719348"/>
              <a:gd name="connsiteY1" fmla="*/ 0 h 6858011"/>
              <a:gd name="connsiteX2" fmla="*/ 2524714 w 2719348"/>
              <a:gd name="connsiteY2" fmla="*/ 1885444 h 6858011"/>
              <a:gd name="connsiteX3" fmla="*/ 2638003 w 2719348"/>
              <a:gd name="connsiteY3" fmla="*/ 2403335 h 6858011"/>
              <a:gd name="connsiteX4" fmla="*/ 2718923 w 2719348"/>
              <a:gd name="connsiteY4" fmla="*/ 2937409 h 6858011"/>
              <a:gd name="connsiteX5" fmla="*/ 2646095 w 2719348"/>
              <a:gd name="connsiteY5" fmla="*/ 3123526 h 6858011"/>
              <a:gd name="connsiteX6" fmla="*/ 2508530 w 2719348"/>
              <a:gd name="connsiteY6" fmla="*/ 3382471 h 6858011"/>
              <a:gd name="connsiteX7" fmla="*/ 2152481 w 2719348"/>
              <a:gd name="connsiteY7" fmla="*/ 3544311 h 6858011"/>
              <a:gd name="connsiteX8" fmla="*/ 1294725 w 2719348"/>
              <a:gd name="connsiteY8" fmla="*/ 3681876 h 6858011"/>
              <a:gd name="connsiteX9" fmla="*/ 1011504 w 2719348"/>
              <a:gd name="connsiteY9" fmla="*/ 3843717 h 6858011"/>
              <a:gd name="connsiteX10" fmla="*/ 809204 w 2719348"/>
              <a:gd name="connsiteY10" fmla="*/ 4135031 h 6858011"/>
              <a:gd name="connsiteX11" fmla="*/ 639271 w 2719348"/>
              <a:gd name="connsiteY11" fmla="*/ 4944234 h 6858011"/>
              <a:gd name="connsiteX12" fmla="*/ 720190 w 2719348"/>
              <a:gd name="connsiteY12" fmla="*/ 5526860 h 6858011"/>
              <a:gd name="connsiteX13" fmla="*/ 833479 w 2719348"/>
              <a:gd name="connsiteY13" fmla="*/ 6093302 h 6858011"/>
              <a:gd name="connsiteX14" fmla="*/ 1035781 w 2719348"/>
              <a:gd name="connsiteY14" fmla="*/ 6858000 h 6858011"/>
              <a:gd name="connsiteX15" fmla="*/ 0 w 2719348"/>
              <a:gd name="connsiteY15" fmla="*/ 6858000 h 6858011"/>
              <a:gd name="connsiteX16" fmla="*/ 0 w 2719348"/>
              <a:gd name="connsiteY16" fmla="*/ 0 h 6858011"/>
              <a:gd name="connsiteX0" fmla="*/ 0 w 2719348"/>
              <a:gd name="connsiteY0" fmla="*/ 0 h 6858011"/>
              <a:gd name="connsiteX1" fmla="*/ 655455 w 2719348"/>
              <a:gd name="connsiteY1" fmla="*/ 0 h 6858011"/>
              <a:gd name="connsiteX2" fmla="*/ 2524714 w 2719348"/>
              <a:gd name="connsiteY2" fmla="*/ 1885444 h 6858011"/>
              <a:gd name="connsiteX3" fmla="*/ 2638003 w 2719348"/>
              <a:gd name="connsiteY3" fmla="*/ 2403335 h 6858011"/>
              <a:gd name="connsiteX4" fmla="*/ 2718923 w 2719348"/>
              <a:gd name="connsiteY4" fmla="*/ 2937409 h 6858011"/>
              <a:gd name="connsiteX5" fmla="*/ 2646095 w 2719348"/>
              <a:gd name="connsiteY5" fmla="*/ 3123526 h 6858011"/>
              <a:gd name="connsiteX6" fmla="*/ 2508530 w 2719348"/>
              <a:gd name="connsiteY6" fmla="*/ 3382471 h 6858011"/>
              <a:gd name="connsiteX7" fmla="*/ 2152481 w 2719348"/>
              <a:gd name="connsiteY7" fmla="*/ 3544311 h 6858011"/>
              <a:gd name="connsiteX8" fmla="*/ 1294725 w 2719348"/>
              <a:gd name="connsiteY8" fmla="*/ 3681876 h 6858011"/>
              <a:gd name="connsiteX9" fmla="*/ 1011504 w 2719348"/>
              <a:gd name="connsiteY9" fmla="*/ 3843717 h 6858011"/>
              <a:gd name="connsiteX10" fmla="*/ 809204 w 2719348"/>
              <a:gd name="connsiteY10" fmla="*/ 4135031 h 6858011"/>
              <a:gd name="connsiteX11" fmla="*/ 639271 w 2719348"/>
              <a:gd name="connsiteY11" fmla="*/ 4944234 h 6858011"/>
              <a:gd name="connsiteX12" fmla="*/ 720190 w 2719348"/>
              <a:gd name="connsiteY12" fmla="*/ 5526860 h 6858011"/>
              <a:gd name="connsiteX13" fmla="*/ 809203 w 2719348"/>
              <a:gd name="connsiteY13" fmla="*/ 6109486 h 6858011"/>
              <a:gd name="connsiteX14" fmla="*/ 1035781 w 2719348"/>
              <a:gd name="connsiteY14" fmla="*/ 6858000 h 6858011"/>
              <a:gd name="connsiteX15" fmla="*/ 0 w 2719348"/>
              <a:gd name="connsiteY15" fmla="*/ 6858000 h 6858011"/>
              <a:gd name="connsiteX16" fmla="*/ 0 w 2719348"/>
              <a:gd name="connsiteY16"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33996 w 2719348"/>
              <a:gd name="connsiteY2" fmla="*/ 1286634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2459978 w 2719348"/>
              <a:gd name="connsiteY2" fmla="*/ 1076241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2459978 w 2719348"/>
              <a:gd name="connsiteY2" fmla="*/ 1076241 h 6858011"/>
              <a:gd name="connsiteX3" fmla="*/ 2524714 w 2719348"/>
              <a:gd name="connsiteY3" fmla="*/ 1885444 h 6858011"/>
              <a:gd name="connsiteX4" fmla="*/ 2638003 w 2719348"/>
              <a:gd name="connsiteY4" fmla="*/ 2403335 h 6858011"/>
              <a:gd name="connsiteX5" fmla="*/ 2718923 w 2719348"/>
              <a:gd name="connsiteY5" fmla="*/ 2937409 h 6858011"/>
              <a:gd name="connsiteX6" fmla="*/ 2646095 w 2719348"/>
              <a:gd name="connsiteY6" fmla="*/ 3123526 h 6858011"/>
              <a:gd name="connsiteX7" fmla="*/ 2508530 w 2719348"/>
              <a:gd name="connsiteY7" fmla="*/ 3382471 h 6858011"/>
              <a:gd name="connsiteX8" fmla="*/ 2152481 w 2719348"/>
              <a:gd name="connsiteY8" fmla="*/ 3544311 h 6858011"/>
              <a:gd name="connsiteX9" fmla="*/ 1294725 w 2719348"/>
              <a:gd name="connsiteY9" fmla="*/ 3681876 h 6858011"/>
              <a:gd name="connsiteX10" fmla="*/ 1011504 w 2719348"/>
              <a:gd name="connsiteY10" fmla="*/ 3843717 h 6858011"/>
              <a:gd name="connsiteX11" fmla="*/ 809204 w 2719348"/>
              <a:gd name="connsiteY11" fmla="*/ 4135031 h 6858011"/>
              <a:gd name="connsiteX12" fmla="*/ 639271 w 2719348"/>
              <a:gd name="connsiteY12" fmla="*/ 4944234 h 6858011"/>
              <a:gd name="connsiteX13" fmla="*/ 720190 w 2719348"/>
              <a:gd name="connsiteY13" fmla="*/ 5526860 h 6858011"/>
              <a:gd name="connsiteX14" fmla="*/ 809203 w 2719348"/>
              <a:gd name="connsiteY14" fmla="*/ 6109486 h 6858011"/>
              <a:gd name="connsiteX15" fmla="*/ 1035781 w 2719348"/>
              <a:gd name="connsiteY15" fmla="*/ 6858000 h 6858011"/>
              <a:gd name="connsiteX16" fmla="*/ 0 w 2719348"/>
              <a:gd name="connsiteY16" fmla="*/ 6858000 h 6858011"/>
              <a:gd name="connsiteX17" fmla="*/ 0 w 2719348"/>
              <a:gd name="connsiteY17"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19348"/>
              <a:gd name="connsiteY0" fmla="*/ 0 h 6858011"/>
              <a:gd name="connsiteX1" fmla="*/ 655455 w 2719348"/>
              <a:gd name="connsiteY1" fmla="*/ 0 h 6858011"/>
              <a:gd name="connsiteX2" fmla="*/ 1966364 w 2719348"/>
              <a:gd name="connsiteY2" fmla="*/ 784927 h 6858011"/>
              <a:gd name="connsiteX3" fmla="*/ 2459978 w 2719348"/>
              <a:gd name="connsiteY3" fmla="*/ 1076241 h 6858011"/>
              <a:gd name="connsiteX4" fmla="*/ 2524714 w 2719348"/>
              <a:gd name="connsiteY4" fmla="*/ 1885444 h 6858011"/>
              <a:gd name="connsiteX5" fmla="*/ 2638003 w 2719348"/>
              <a:gd name="connsiteY5" fmla="*/ 2403335 h 6858011"/>
              <a:gd name="connsiteX6" fmla="*/ 2718923 w 2719348"/>
              <a:gd name="connsiteY6" fmla="*/ 2937409 h 6858011"/>
              <a:gd name="connsiteX7" fmla="*/ 2646095 w 2719348"/>
              <a:gd name="connsiteY7" fmla="*/ 3123526 h 6858011"/>
              <a:gd name="connsiteX8" fmla="*/ 2508530 w 2719348"/>
              <a:gd name="connsiteY8" fmla="*/ 3382471 h 6858011"/>
              <a:gd name="connsiteX9" fmla="*/ 2152481 w 2719348"/>
              <a:gd name="connsiteY9" fmla="*/ 3544311 h 6858011"/>
              <a:gd name="connsiteX10" fmla="*/ 1294725 w 2719348"/>
              <a:gd name="connsiteY10" fmla="*/ 3681876 h 6858011"/>
              <a:gd name="connsiteX11" fmla="*/ 1011504 w 2719348"/>
              <a:gd name="connsiteY11" fmla="*/ 3843717 h 6858011"/>
              <a:gd name="connsiteX12" fmla="*/ 809204 w 2719348"/>
              <a:gd name="connsiteY12" fmla="*/ 4135031 h 6858011"/>
              <a:gd name="connsiteX13" fmla="*/ 639271 w 2719348"/>
              <a:gd name="connsiteY13" fmla="*/ 4944234 h 6858011"/>
              <a:gd name="connsiteX14" fmla="*/ 720190 w 2719348"/>
              <a:gd name="connsiteY14" fmla="*/ 5526860 h 6858011"/>
              <a:gd name="connsiteX15" fmla="*/ 809203 w 2719348"/>
              <a:gd name="connsiteY15" fmla="*/ 6109486 h 6858011"/>
              <a:gd name="connsiteX16" fmla="*/ 1035781 w 2719348"/>
              <a:gd name="connsiteY16" fmla="*/ 6858000 h 6858011"/>
              <a:gd name="connsiteX17" fmla="*/ 0 w 2719348"/>
              <a:gd name="connsiteY17" fmla="*/ 6858000 h 6858011"/>
              <a:gd name="connsiteX18" fmla="*/ 0 w 2719348"/>
              <a:gd name="connsiteY18" fmla="*/ 0 h 6858011"/>
              <a:gd name="connsiteX0" fmla="*/ 0 w 2727015"/>
              <a:gd name="connsiteY0" fmla="*/ 0 h 6858011"/>
              <a:gd name="connsiteX1" fmla="*/ 655455 w 2727015"/>
              <a:gd name="connsiteY1" fmla="*/ 0 h 6858011"/>
              <a:gd name="connsiteX2" fmla="*/ 2727015 w 2727015"/>
              <a:gd name="connsiteY2" fmla="*/ 364142 h 6858011"/>
              <a:gd name="connsiteX3" fmla="*/ 2459978 w 2727015"/>
              <a:gd name="connsiteY3" fmla="*/ 1076241 h 6858011"/>
              <a:gd name="connsiteX4" fmla="*/ 2524714 w 2727015"/>
              <a:gd name="connsiteY4" fmla="*/ 1885444 h 6858011"/>
              <a:gd name="connsiteX5" fmla="*/ 2638003 w 2727015"/>
              <a:gd name="connsiteY5" fmla="*/ 2403335 h 6858011"/>
              <a:gd name="connsiteX6" fmla="*/ 2718923 w 2727015"/>
              <a:gd name="connsiteY6" fmla="*/ 2937409 h 6858011"/>
              <a:gd name="connsiteX7" fmla="*/ 2646095 w 2727015"/>
              <a:gd name="connsiteY7" fmla="*/ 3123526 h 6858011"/>
              <a:gd name="connsiteX8" fmla="*/ 2508530 w 2727015"/>
              <a:gd name="connsiteY8" fmla="*/ 3382471 h 6858011"/>
              <a:gd name="connsiteX9" fmla="*/ 2152481 w 2727015"/>
              <a:gd name="connsiteY9" fmla="*/ 3544311 h 6858011"/>
              <a:gd name="connsiteX10" fmla="*/ 1294725 w 2727015"/>
              <a:gd name="connsiteY10" fmla="*/ 3681876 h 6858011"/>
              <a:gd name="connsiteX11" fmla="*/ 1011504 w 2727015"/>
              <a:gd name="connsiteY11" fmla="*/ 3843717 h 6858011"/>
              <a:gd name="connsiteX12" fmla="*/ 809204 w 2727015"/>
              <a:gd name="connsiteY12" fmla="*/ 4135031 h 6858011"/>
              <a:gd name="connsiteX13" fmla="*/ 639271 w 2727015"/>
              <a:gd name="connsiteY13" fmla="*/ 4944234 h 6858011"/>
              <a:gd name="connsiteX14" fmla="*/ 720190 w 2727015"/>
              <a:gd name="connsiteY14" fmla="*/ 5526860 h 6858011"/>
              <a:gd name="connsiteX15" fmla="*/ 809203 w 2727015"/>
              <a:gd name="connsiteY15" fmla="*/ 6109486 h 6858011"/>
              <a:gd name="connsiteX16" fmla="*/ 1035781 w 2727015"/>
              <a:gd name="connsiteY16" fmla="*/ 6858000 h 6858011"/>
              <a:gd name="connsiteX17" fmla="*/ 0 w 2727015"/>
              <a:gd name="connsiteY17" fmla="*/ 6858000 h 6858011"/>
              <a:gd name="connsiteX18" fmla="*/ 0 w 2727015"/>
              <a:gd name="connsiteY18" fmla="*/ 0 h 6858011"/>
              <a:gd name="connsiteX0" fmla="*/ 0 w 2727015"/>
              <a:gd name="connsiteY0" fmla="*/ 0 h 6858011"/>
              <a:gd name="connsiteX1" fmla="*/ 655455 w 2727015"/>
              <a:gd name="connsiteY1" fmla="*/ 0 h 6858011"/>
              <a:gd name="connsiteX2" fmla="*/ 2727015 w 2727015"/>
              <a:gd name="connsiteY2" fmla="*/ 364142 h 6858011"/>
              <a:gd name="connsiteX3" fmla="*/ 2459978 w 2727015"/>
              <a:gd name="connsiteY3" fmla="*/ 1076241 h 6858011"/>
              <a:gd name="connsiteX4" fmla="*/ 2524714 w 2727015"/>
              <a:gd name="connsiteY4" fmla="*/ 1885444 h 6858011"/>
              <a:gd name="connsiteX5" fmla="*/ 2638003 w 2727015"/>
              <a:gd name="connsiteY5" fmla="*/ 2403335 h 6858011"/>
              <a:gd name="connsiteX6" fmla="*/ 2718923 w 2727015"/>
              <a:gd name="connsiteY6" fmla="*/ 2937409 h 6858011"/>
              <a:gd name="connsiteX7" fmla="*/ 2646095 w 2727015"/>
              <a:gd name="connsiteY7" fmla="*/ 3123526 h 6858011"/>
              <a:gd name="connsiteX8" fmla="*/ 2508530 w 2727015"/>
              <a:gd name="connsiteY8" fmla="*/ 3382471 h 6858011"/>
              <a:gd name="connsiteX9" fmla="*/ 2152481 w 2727015"/>
              <a:gd name="connsiteY9" fmla="*/ 3544311 h 6858011"/>
              <a:gd name="connsiteX10" fmla="*/ 1294725 w 2727015"/>
              <a:gd name="connsiteY10" fmla="*/ 3681876 h 6858011"/>
              <a:gd name="connsiteX11" fmla="*/ 1011504 w 2727015"/>
              <a:gd name="connsiteY11" fmla="*/ 3843717 h 6858011"/>
              <a:gd name="connsiteX12" fmla="*/ 809204 w 2727015"/>
              <a:gd name="connsiteY12" fmla="*/ 4135031 h 6858011"/>
              <a:gd name="connsiteX13" fmla="*/ 639271 w 2727015"/>
              <a:gd name="connsiteY13" fmla="*/ 4944234 h 6858011"/>
              <a:gd name="connsiteX14" fmla="*/ 720190 w 2727015"/>
              <a:gd name="connsiteY14" fmla="*/ 5526860 h 6858011"/>
              <a:gd name="connsiteX15" fmla="*/ 809203 w 2727015"/>
              <a:gd name="connsiteY15" fmla="*/ 6109486 h 6858011"/>
              <a:gd name="connsiteX16" fmla="*/ 1035781 w 2727015"/>
              <a:gd name="connsiteY16" fmla="*/ 6858000 h 6858011"/>
              <a:gd name="connsiteX17" fmla="*/ 0 w 2727015"/>
              <a:gd name="connsiteY17" fmla="*/ 6858000 h 6858011"/>
              <a:gd name="connsiteX18" fmla="*/ 0 w 2727015"/>
              <a:gd name="connsiteY18" fmla="*/ 0 h 6858011"/>
              <a:gd name="connsiteX0" fmla="*/ 0 w 3099577"/>
              <a:gd name="connsiteY0" fmla="*/ 0 h 6858011"/>
              <a:gd name="connsiteX1" fmla="*/ 3002145 w 3099577"/>
              <a:gd name="connsiteY1" fmla="*/ 0 h 6858011"/>
              <a:gd name="connsiteX2" fmla="*/ 2727015 w 3099577"/>
              <a:gd name="connsiteY2" fmla="*/ 364142 h 6858011"/>
              <a:gd name="connsiteX3" fmla="*/ 2459978 w 3099577"/>
              <a:gd name="connsiteY3" fmla="*/ 1076241 h 6858011"/>
              <a:gd name="connsiteX4" fmla="*/ 2524714 w 3099577"/>
              <a:gd name="connsiteY4" fmla="*/ 1885444 h 6858011"/>
              <a:gd name="connsiteX5" fmla="*/ 2638003 w 3099577"/>
              <a:gd name="connsiteY5" fmla="*/ 2403335 h 6858011"/>
              <a:gd name="connsiteX6" fmla="*/ 2718923 w 3099577"/>
              <a:gd name="connsiteY6" fmla="*/ 2937409 h 6858011"/>
              <a:gd name="connsiteX7" fmla="*/ 2646095 w 3099577"/>
              <a:gd name="connsiteY7" fmla="*/ 3123526 h 6858011"/>
              <a:gd name="connsiteX8" fmla="*/ 2508530 w 3099577"/>
              <a:gd name="connsiteY8" fmla="*/ 3382471 h 6858011"/>
              <a:gd name="connsiteX9" fmla="*/ 2152481 w 3099577"/>
              <a:gd name="connsiteY9" fmla="*/ 3544311 h 6858011"/>
              <a:gd name="connsiteX10" fmla="*/ 1294725 w 3099577"/>
              <a:gd name="connsiteY10" fmla="*/ 3681876 h 6858011"/>
              <a:gd name="connsiteX11" fmla="*/ 1011504 w 3099577"/>
              <a:gd name="connsiteY11" fmla="*/ 3843717 h 6858011"/>
              <a:gd name="connsiteX12" fmla="*/ 809204 w 3099577"/>
              <a:gd name="connsiteY12" fmla="*/ 4135031 h 6858011"/>
              <a:gd name="connsiteX13" fmla="*/ 639271 w 3099577"/>
              <a:gd name="connsiteY13" fmla="*/ 4944234 h 6858011"/>
              <a:gd name="connsiteX14" fmla="*/ 720190 w 3099577"/>
              <a:gd name="connsiteY14" fmla="*/ 5526860 h 6858011"/>
              <a:gd name="connsiteX15" fmla="*/ 809203 w 3099577"/>
              <a:gd name="connsiteY15" fmla="*/ 6109486 h 6858011"/>
              <a:gd name="connsiteX16" fmla="*/ 1035781 w 3099577"/>
              <a:gd name="connsiteY16" fmla="*/ 6858000 h 6858011"/>
              <a:gd name="connsiteX17" fmla="*/ 0 w 3099577"/>
              <a:gd name="connsiteY17" fmla="*/ 6858000 h 6858011"/>
              <a:gd name="connsiteX18" fmla="*/ 0 w 3099577"/>
              <a:gd name="connsiteY18" fmla="*/ 0 h 6858011"/>
              <a:gd name="connsiteX0" fmla="*/ 0 w 3002517"/>
              <a:gd name="connsiteY0" fmla="*/ 0 h 6858011"/>
              <a:gd name="connsiteX1" fmla="*/ 3002145 w 3002517"/>
              <a:gd name="connsiteY1" fmla="*/ 0 h 6858011"/>
              <a:gd name="connsiteX2" fmla="*/ 2727015 w 3002517"/>
              <a:gd name="connsiteY2" fmla="*/ 364142 h 6858011"/>
              <a:gd name="connsiteX3" fmla="*/ 2459978 w 3002517"/>
              <a:gd name="connsiteY3" fmla="*/ 1076241 h 6858011"/>
              <a:gd name="connsiteX4" fmla="*/ 2524714 w 3002517"/>
              <a:gd name="connsiteY4" fmla="*/ 1885444 h 6858011"/>
              <a:gd name="connsiteX5" fmla="*/ 2638003 w 3002517"/>
              <a:gd name="connsiteY5" fmla="*/ 2403335 h 6858011"/>
              <a:gd name="connsiteX6" fmla="*/ 2718923 w 3002517"/>
              <a:gd name="connsiteY6" fmla="*/ 2937409 h 6858011"/>
              <a:gd name="connsiteX7" fmla="*/ 2646095 w 3002517"/>
              <a:gd name="connsiteY7" fmla="*/ 3123526 h 6858011"/>
              <a:gd name="connsiteX8" fmla="*/ 2508530 w 3002517"/>
              <a:gd name="connsiteY8" fmla="*/ 3382471 h 6858011"/>
              <a:gd name="connsiteX9" fmla="*/ 2152481 w 3002517"/>
              <a:gd name="connsiteY9" fmla="*/ 3544311 h 6858011"/>
              <a:gd name="connsiteX10" fmla="*/ 1294725 w 3002517"/>
              <a:gd name="connsiteY10" fmla="*/ 3681876 h 6858011"/>
              <a:gd name="connsiteX11" fmla="*/ 1011504 w 3002517"/>
              <a:gd name="connsiteY11" fmla="*/ 3843717 h 6858011"/>
              <a:gd name="connsiteX12" fmla="*/ 809204 w 3002517"/>
              <a:gd name="connsiteY12" fmla="*/ 4135031 h 6858011"/>
              <a:gd name="connsiteX13" fmla="*/ 639271 w 3002517"/>
              <a:gd name="connsiteY13" fmla="*/ 4944234 h 6858011"/>
              <a:gd name="connsiteX14" fmla="*/ 720190 w 3002517"/>
              <a:gd name="connsiteY14" fmla="*/ 5526860 h 6858011"/>
              <a:gd name="connsiteX15" fmla="*/ 809203 w 3002517"/>
              <a:gd name="connsiteY15" fmla="*/ 6109486 h 6858011"/>
              <a:gd name="connsiteX16" fmla="*/ 1035781 w 3002517"/>
              <a:gd name="connsiteY16" fmla="*/ 6858000 h 6858011"/>
              <a:gd name="connsiteX17" fmla="*/ 0 w 3002517"/>
              <a:gd name="connsiteY17" fmla="*/ 6858000 h 6858011"/>
              <a:gd name="connsiteX18" fmla="*/ 0 w 3002517"/>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508530 w 2970194"/>
              <a:gd name="connsiteY8" fmla="*/ 3382471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508530 w 2970194"/>
              <a:gd name="connsiteY8" fmla="*/ 3382471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18923 w 2970194"/>
              <a:gd name="connsiteY6" fmla="*/ 2937409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52481 w 2970194"/>
              <a:gd name="connsiteY9" fmla="*/ 3544311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09204 w 2970194"/>
              <a:gd name="connsiteY12" fmla="*/ 41350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31429 w 2970194"/>
              <a:gd name="connsiteY12" fmla="*/ 40842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2970194"/>
              <a:gd name="connsiteY0" fmla="*/ 0 h 6858011"/>
              <a:gd name="connsiteX1" fmla="*/ 2969777 w 2970194"/>
              <a:gd name="connsiteY1" fmla="*/ 0 h 6858011"/>
              <a:gd name="connsiteX2" fmla="*/ 2727015 w 2970194"/>
              <a:gd name="connsiteY2" fmla="*/ 364142 h 6858011"/>
              <a:gd name="connsiteX3" fmla="*/ 2459978 w 2970194"/>
              <a:gd name="connsiteY3" fmla="*/ 1076241 h 6858011"/>
              <a:gd name="connsiteX4" fmla="*/ 2524714 w 2970194"/>
              <a:gd name="connsiteY4" fmla="*/ 1885444 h 6858011"/>
              <a:gd name="connsiteX5" fmla="*/ 2638003 w 2970194"/>
              <a:gd name="connsiteY5" fmla="*/ 2403335 h 6858011"/>
              <a:gd name="connsiteX6" fmla="*/ 2706223 w 2970194"/>
              <a:gd name="connsiteY6" fmla="*/ 2807234 h 6858011"/>
              <a:gd name="connsiteX7" fmla="*/ 2646095 w 2970194"/>
              <a:gd name="connsiteY7" fmla="*/ 3123526 h 6858011"/>
              <a:gd name="connsiteX8" fmla="*/ 2481636 w 2970194"/>
              <a:gd name="connsiteY8" fmla="*/ 3391436 h 6858011"/>
              <a:gd name="connsiteX9" fmla="*/ 2177881 w 2970194"/>
              <a:gd name="connsiteY9" fmla="*/ 3528436 h 6858011"/>
              <a:gd name="connsiteX10" fmla="*/ 1294725 w 2970194"/>
              <a:gd name="connsiteY10" fmla="*/ 3681876 h 6858011"/>
              <a:gd name="connsiteX11" fmla="*/ 1011504 w 2970194"/>
              <a:gd name="connsiteY11" fmla="*/ 3843717 h 6858011"/>
              <a:gd name="connsiteX12" fmla="*/ 831429 w 2970194"/>
              <a:gd name="connsiteY12" fmla="*/ 4084231 h 6858011"/>
              <a:gd name="connsiteX13" fmla="*/ 639271 w 2970194"/>
              <a:gd name="connsiteY13" fmla="*/ 4944234 h 6858011"/>
              <a:gd name="connsiteX14" fmla="*/ 720190 w 2970194"/>
              <a:gd name="connsiteY14" fmla="*/ 5526860 h 6858011"/>
              <a:gd name="connsiteX15" fmla="*/ 809203 w 2970194"/>
              <a:gd name="connsiteY15" fmla="*/ 6109486 h 6858011"/>
              <a:gd name="connsiteX16" fmla="*/ 1035781 w 2970194"/>
              <a:gd name="connsiteY16" fmla="*/ 6858000 h 6858011"/>
              <a:gd name="connsiteX17" fmla="*/ 0 w 2970194"/>
              <a:gd name="connsiteY17" fmla="*/ 6858000 h 6858011"/>
              <a:gd name="connsiteX18" fmla="*/ 0 w 2970194"/>
              <a:gd name="connsiteY18" fmla="*/ 0 h 6858011"/>
              <a:gd name="connsiteX0" fmla="*/ 0 w 3017756"/>
              <a:gd name="connsiteY0" fmla="*/ 0 h 6858011"/>
              <a:gd name="connsiteX1" fmla="*/ 3017402 w 3017756"/>
              <a:gd name="connsiteY1" fmla="*/ 0 h 6858011"/>
              <a:gd name="connsiteX2" fmla="*/ 2727015 w 3017756"/>
              <a:gd name="connsiteY2" fmla="*/ 364142 h 6858011"/>
              <a:gd name="connsiteX3" fmla="*/ 2459978 w 3017756"/>
              <a:gd name="connsiteY3" fmla="*/ 1076241 h 6858011"/>
              <a:gd name="connsiteX4" fmla="*/ 2524714 w 3017756"/>
              <a:gd name="connsiteY4" fmla="*/ 1885444 h 6858011"/>
              <a:gd name="connsiteX5" fmla="*/ 2638003 w 3017756"/>
              <a:gd name="connsiteY5" fmla="*/ 2403335 h 6858011"/>
              <a:gd name="connsiteX6" fmla="*/ 2706223 w 3017756"/>
              <a:gd name="connsiteY6" fmla="*/ 2807234 h 6858011"/>
              <a:gd name="connsiteX7" fmla="*/ 2646095 w 3017756"/>
              <a:gd name="connsiteY7" fmla="*/ 3123526 h 6858011"/>
              <a:gd name="connsiteX8" fmla="*/ 2481636 w 3017756"/>
              <a:gd name="connsiteY8" fmla="*/ 3391436 h 6858011"/>
              <a:gd name="connsiteX9" fmla="*/ 2177881 w 3017756"/>
              <a:gd name="connsiteY9" fmla="*/ 3528436 h 6858011"/>
              <a:gd name="connsiteX10" fmla="*/ 1294725 w 3017756"/>
              <a:gd name="connsiteY10" fmla="*/ 3681876 h 6858011"/>
              <a:gd name="connsiteX11" fmla="*/ 1011504 w 3017756"/>
              <a:gd name="connsiteY11" fmla="*/ 3843717 h 6858011"/>
              <a:gd name="connsiteX12" fmla="*/ 831429 w 3017756"/>
              <a:gd name="connsiteY12" fmla="*/ 4084231 h 6858011"/>
              <a:gd name="connsiteX13" fmla="*/ 639271 w 3017756"/>
              <a:gd name="connsiteY13" fmla="*/ 4944234 h 6858011"/>
              <a:gd name="connsiteX14" fmla="*/ 720190 w 3017756"/>
              <a:gd name="connsiteY14" fmla="*/ 5526860 h 6858011"/>
              <a:gd name="connsiteX15" fmla="*/ 809203 w 3017756"/>
              <a:gd name="connsiteY15" fmla="*/ 6109486 h 6858011"/>
              <a:gd name="connsiteX16" fmla="*/ 1035781 w 3017756"/>
              <a:gd name="connsiteY16" fmla="*/ 6858000 h 6858011"/>
              <a:gd name="connsiteX17" fmla="*/ 0 w 3017756"/>
              <a:gd name="connsiteY17" fmla="*/ 6858000 h 6858011"/>
              <a:gd name="connsiteX18" fmla="*/ 0 w 3017756"/>
              <a:gd name="connsiteY18" fmla="*/ 0 h 6858011"/>
              <a:gd name="connsiteX0" fmla="*/ 0 w 3017756"/>
              <a:gd name="connsiteY0" fmla="*/ 3175 h 6861186"/>
              <a:gd name="connsiteX1" fmla="*/ 3017402 w 3017756"/>
              <a:gd name="connsiteY1" fmla="*/ 0 h 6861186"/>
              <a:gd name="connsiteX2" fmla="*/ 2727015 w 3017756"/>
              <a:gd name="connsiteY2" fmla="*/ 367317 h 6861186"/>
              <a:gd name="connsiteX3" fmla="*/ 2459978 w 3017756"/>
              <a:gd name="connsiteY3" fmla="*/ 1079416 h 6861186"/>
              <a:gd name="connsiteX4" fmla="*/ 2524714 w 3017756"/>
              <a:gd name="connsiteY4" fmla="*/ 1888619 h 6861186"/>
              <a:gd name="connsiteX5" fmla="*/ 2638003 w 3017756"/>
              <a:gd name="connsiteY5" fmla="*/ 2406510 h 6861186"/>
              <a:gd name="connsiteX6" fmla="*/ 2706223 w 3017756"/>
              <a:gd name="connsiteY6" fmla="*/ 2810409 h 6861186"/>
              <a:gd name="connsiteX7" fmla="*/ 2646095 w 3017756"/>
              <a:gd name="connsiteY7" fmla="*/ 3126701 h 6861186"/>
              <a:gd name="connsiteX8" fmla="*/ 2481636 w 3017756"/>
              <a:gd name="connsiteY8" fmla="*/ 3394611 h 6861186"/>
              <a:gd name="connsiteX9" fmla="*/ 2177881 w 3017756"/>
              <a:gd name="connsiteY9" fmla="*/ 3531611 h 6861186"/>
              <a:gd name="connsiteX10" fmla="*/ 1294725 w 3017756"/>
              <a:gd name="connsiteY10" fmla="*/ 3685051 h 6861186"/>
              <a:gd name="connsiteX11" fmla="*/ 1011504 w 3017756"/>
              <a:gd name="connsiteY11" fmla="*/ 3846892 h 6861186"/>
              <a:gd name="connsiteX12" fmla="*/ 831429 w 3017756"/>
              <a:gd name="connsiteY12" fmla="*/ 4087406 h 6861186"/>
              <a:gd name="connsiteX13" fmla="*/ 639271 w 3017756"/>
              <a:gd name="connsiteY13" fmla="*/ 4947409 h 6861186"/>
              <a:gd name="connsiteX14" fmla="*/ 720190 w 3017756"/>
              <a:gd name="connsiteY14" fmla="*/ 5530035 h 6861186"/>
              <a:gd name="connsiteX15" fmla="*/ 809203 w 3017756"/>
              <a:gd name="connsiteY15" fmla="*/ 6112661 h 6861186"/>
              <a:gd name="connsiteX16" fmla="*/ 1035781 w 3017756"/>
              <a:gd name="connsiteY16" fmla="*/ 6861175 h 6861186"/>
              <a:gd name="connsiteX17" fmla="*/ 0 w 3017756"/>
              <a:gd name="connsiteY17" fmla="*/ 6861175 h 6861186"/>
              <a:gd name="connsiteX18" fmla="*/ 0 w 3017756"/>
              <a:gd name="connsiteY18" fmla="*/ 3175 h 6861186"/>
              <a:gd name="connsiteX0" fmla="*/ 0 w 3017738"/>
              <a:gd name="connsiteY0" fmla="*/ 3175 h 6861186"/>
              <a:gd name="connsiteX1" fmla="*/ 3017402 w 3017738"/>
              <a:gd name="connsiteY1" fmla="*/ 0 h 6861186"/>
              <a:gd name="connsiteX2" fmla="*/ 2711140 w 3017738"/>
              <a:gd name="connsiteY2" fmla="*/ 364142 h 6861186"/>
              <a:gd name="connsiteX3" fmla="*/ 2459978 w 3017738"/>
              <a:gd name="connsiteY3" fmla="*/ 1079416 h 6861186"/>
              <a:gd name="connsiteX4" fmla="*/ 2524714 w 3017738"/>
              <a:gd name="connsiteY4" fmla="*/ 1888619 h 6861186"/>
              <a:gd name="connsiteX5" fmla="*/ 2638003 w 3017738"/>
              <a:gd name="connsiteY5" fmla="*/ 2406510 h 6861186"/>
              <a:gd name="connsiteX6" fmla="*/ 2706223 w 3017738"/>
              <a:gd name="connsiteY6" fmla="*/ 2810409 h 6861186"/>
              <a:gd name="connsiteX7" fmla="*/ 2646095 w 3017738"/>
              <a:gd name="connsiteY7" fmla="*/ 3126701 h 6861186"/>
              <a:gd name="connsiteX8" fmla="*/ 2481636 w 3017738"/>
              <a:gd name="connsiteY8" fmla="*/ 3394611 h 6861186"/>
              <a:gd name="connsiteX9" fmla="*/ 2177881 w 3017738"/>
              <a:gd name="connsiteY9" fmla="*/ 3531611 h 6861186"/>
              <a:gd name="connsiteX10" fmla="*/ 1294725 w 3017738"/>
              <a:gd name="connsiteY10" fmla="*/ 3685051 h 6861186"/>
              <a:gd name="connsiteX11" fmla="*/ 1011504 w 3017738"/>
              <a:gd name="connsiteY11" fmla="*/ 3846892 h 6861186"/>
              <a:gd name="connsiteX12" fmla="*/ 831429 w 3017738"/>
              <a:gd name="connsiteY12" fmla="*/ 4087406 h 6861186"/>
              <a:gd name="connsiteX13" fmla="*/ 639271 w 3017738"/>
              <a:gd name="connsiteY13" fmla="*/ 4947409 h 6861186"/>
              <a:gd name="connsiteX14" fmla="*/ 720190 w 3017738"/>
              <a:gd name="connsiteY14" fmla="*/ 5530035 h 6861186"/>
              <a:gd name="connsiteX15" fmla="*/ 809203 w 3017738"/>
              <a:gd name="connsiteY15" fmla="*/ 6112661 h 6861186"/>
              <a:gd name="connsiteX16" fmla="*/ 1035781 w 3017738"/>
              <a:gd name="connsiteY16" fmla="*/ 6861175 h 6861186"/>
              <a:gd name="connsiteX17" fmla="*/ 0 w 3017738"/>
              <a:gd name="connsiteY17" fmla="*/ 6861175 h 6861186"/>
              <a:gd name="connsiteX18" fmla="*/ 0 w 3017738"/>
              <a:gd name="connsiteY18" fmla="*/ 3175 h 6861186"/>
              <a:gd name="connsiteX0" fmla="*/ 0 w 3018112"/>
              <a:gd name="connsiteY0" fmla="*/ 3175 h 6861186"/>
              <a:gd name="connsiteX1" fmla="*/ 3017402 w 3018112"/>
              <a:gd name="connsiteY1" fmla="*/ 0 h 6861186"/>
              <a:gd name="connsiteX2" fmla="*/ 2711140 w 3018112"/>
              <a:gd name="connsiteY2" fmla="*/ 364142 h 6861186"/>
              <a:gd name="connsiteX3" fmla="*/ 2459978 w 3018112"/>
              <a:gd name="connsiteY3" fmla="*/ 1079416 h 6861186"/>
              <a:gd name="connsiteX4" fmla="*/ 2524714 w 3018112"/>
              <a:gd name="connsiteY4" fmla="*/ 1888619 h 6861186"/>
              <a:gd name="connsiteX5" fmla="*/ 2638003 w 3018112"/>
              <a:gd name="connsiteY5" fmla="*/ 2406510 h 6861186"/>
              <a:gd name="connsiteX6" fmla="*/ 2706223 w 3018112"/>
              <a:gd name="connsiteY6" fmla="*/ 2810409 h 6861186"/>
              <a:gd name="connsiteX7" fmla="*/ 2646095 w 3018112"/>
              <a:gd name="connsiteY7" fmla="*/ 3126701 h 6861186"/>
              <a:gd name="connsiteX8" fmla="*/ 2481636 w 3018112"/>
              <a:gd name="connsiteY8" fmla="*/ 3394611 h 6861186"/>
              <a:gd name="connsiteX9" fmla="*/ 2177881 w 3018112"/>
              <a:gd name="connsiteY9" fmla="*/ 3531611 h 6861186"/>
              <a:gd name="connsiteX10" fmla="*/ 1294725 w 3018112"/>
              <a:gd name="connsiteY10" fmla="*/ 3685051 h 6861186"/>
              <a:gd name="connsiteX11" fmla="*/ 1011504 w 3018112"/>
              <a:gd name="connsiteY11" fmla="*/ 3846892 h 6861186"/>
              <a:gd name="connsiteX12" fmla="*/ 831429 w 3018112"/>
              <a:gd name="connsiteY12" fmla="*/ 4087406 h 6861186"/>
              <a:gd name="connsiteX13" fmla="*/ 639271 w 3018112"/>
              <a:gd name="connsiteY13" fmla="*/ 4947409 h 6861186"/>
              <a:gd name="connsiteX14" fmla="*/ 720190 w 3018112"/>
              <a:gd name="connsiteY14" fmla="*/ 5530035 h 6861186"/>
              <a:gd name="connsiteX15" fmla="*/ 809203 w 3018112"/>
              <a:gd name="connsiteY15" fmla="*/ 6112661 h 6861186"/>
              <a:gd name="connsiteX16" fmla="*/ 1035781 w 3018112"/>
              <a:gd name="connsiteY16" fmla="*/ 6861175 h 6861186"/>
              <a:gd name="connsiteX17" fmla="*/ 0 w 3018112"/>
              <a:gd name="connsiteY17" fmla="*/ 6861175 h 6861186"/>
              <a:gd name="connsiteX18" fmla="*/ 0 w 3018112"/>
              <a:gd name="connsiteY18" fmla="*/ 3175 h 6861186"/>
              <a:gd name="connsiteX0" fmla="*/ 0 w 3018112"/>
              <a:gd name="connsiteY0" fmla="*/ 3175 h 6861186"/>
              <a:gd name="connsiteX1" fmla="*/ 3017402 w 3018112"/>
              <a:gd name="connsiteY1" fmla="*/ 0 h 6861186"/>
              <a:gd name="connsiteX2" fmla="*/ 2711140 w 3018112"/>
              <a:gd name="connsiteY2" fmla="*/ 364142 h 6861186"/>
              <a:gd name="connsiteX3" fmla="*/ 2459978 w 3018112"/>
              <a:gd name="connsiteY3" fmla="*/ 1079416 h 6861186"/>
              <a:gd name="connsiteX4" fmla="*/ 2524714 w 3018112"/>
              <a:gd name="connsiteY4" fmla="*/ 1888619 h 6861186"/>
              <a:gd name="connsiteX5" fmla="*/ 2638003 w 3018112"/>
              <a:gd name="connsiteY5" fmla="*/ 2406510 h 6861186"/>
              <a:gd name="connsiteX6" fmla="*/ 2706223 w 3018112"/>
              <a:gd name="connsiteY6" fmla="*/ 2810409 h 6861186"/>
              <a:gd name="connsiteX7" fmla="*/ 2646095 w 3018112"/>
              <a:gd name="connsiteY7" fmla="*/ 3126701 h 6861186"/>
              <a:gd name="connsiteX8" fmla="*/ 2481636 w 3018112"/>
              <a:gd name="connsiteY8" fmla="*/ 3394611 h 6861186"/>
              <a:gd name="connsiteX9" fmla="*/ 2177881 w 3018112"/>
              <a:gd name="connsiteY9" fmla="*/ 3531611 h 6861186"/>
              <a:gd name="connsiteX10" fmla="*/ 1294725 w 3018112"/>
              <a:gd name="connsiteY10" fmla="*/ 3685051 h 6861186"/>
              <a:gd name="connsiteX11" fmla="*/ 1011504 w 3018112"/>
              <a:gd name="connsiteY11" fmla="*/ 3846892 h 6861186"/>
              <a:gd name="connsiteX12" fmla="*/ 831429 w 3018112"/>
              <a:gd name="connsiteY12" fmla="*/ 4087406 h 6861186"/>
              <a:gd name="connsiteX13" fmla="*/ 639271 w 3018112"/>
              <a:gd name="connsiteY13" fmla="*/ 4947409 h 6861186"/>
              <a:gd name="connsiteX14" fmla="*/ 720190 w 3018112"/>
              <a:gd name="connsiteY14" fmla="*/ 5530035 h 6861186"/>
              <a:gd name="connsiteX15" fmla="*/ 809203 w 3018112"/>
              <a:gd name="connsiteY15" fmla="*/ 6112661 h 6861186"/>
              <a:gd name="connsiteX16" fmla="*/ 1035781 w 3018112"/>
              <a:gd name="connsiteY16" fmla="*/ 6861175 h 6861186"/>
              <a:gd name="connsiteX17" fmla="*/ 0 w 3018112"/>
              <a:gd name="connsiteY17" fmla="*/ 6861175 h 6861186"/>
              <a:gd name="connsiteX18" fmla="*/ 0 w 3018112"/>
              <a:gd name="connsiteY18" fmla="*/ 3175 h 6861186"/>
              <a:gd name="connsiteX0" fmla="*/ 0 w 3018157"/>
              <a:gd name="connsiteY0" fmla="*/ 3175 h 6861186"/>
              <a:gd name="connsiteX1" fmla="*/ 3017402 w 3018157"/>
              <a:gd name="connsiteY1" fmla="*/ 0 h 6861186"/>
              <a:gd name="connsiteX2" fmla="*/ 2720665 w 3018157"/>
              <a:gd name="connsiteY2" fmla="*/ 367317 h 6861186"/>
              <a:gd name="connsiteX3" fmla="*/ 2459978 w 3018157"/>
              <a:gd name="connsiteY3" fmla="*/ 1079416 h 6861186"/>
              <a:gd name="connsiteX4" fmla="*/ 2524714 w 3018157"/>
              <a:gd name="connsiteY4" fmla="*/ 1888619 h 6861186"/>
              <a:gd name="connsiteX5" fmla="*/ 2638003 w 3018157"/>
              <a:gd name="connsiteY5" fmla="*/ 2406510 h 6861186"/>
              <a:gd name="connsiteX6" fmla="*/ 2706223 w 3018157"/>
              <a:gd name="connsiteY6" fmla="*/ 2810409 h 6861186"/>
              <a:gd name="connsiteX7" fmla="*/ 2646095 w 3018157"/>
              <a:gd name="connsiteY7" fmla="*/ 3126701 h 6861186"/>
              <a:gd name="connsiteX8" fmla="*/ 2481636 w 3018157"/>
              <a:gd name="connsiteY8" fmla="*/ 3394611 h 6861186"/>
              <a:gd name="connsiteX9" fmla="*/ 2177881 w 3018157"/>
              <a:gd name="connsiteY9" fmla="*/ 3531611 h 6861186"/>
              <a:gd name="connsiteX10" fmla="*/ 1294725 w 3018157"/>
              <a:gd name="connsiteY10" fmla="*/ 3685051 h 6861186"/>
              <a:gd name="connsiteX11" fmla="*/ 1011504 w 3018157"/>
              <a:gd name="connsiteY11" fmla="*/ 3846892 h 6861186"/>
              <a:gd name="connsiteX12" fmla="*/ 831429 w 3018157"/>
              <a:gd name="connsiteY12" fmla="*/ 4087406 h 6861186"/>
              <a:gd name="connsiteX13" fmla="*/ 639271 w 3018157"/>
              <a:gd name="connsiteY13" fmla="*/ 4947409 h 6861186"/>
              <a:gd name="connsiteX14" fmla="*/ 720190 w 3018157"/>
              <a:gd name="connsiteY14" fmla="*/ 5530035 h 6861186"/>
              <a:gd name="connsiteX15" fmla="*/ 809203 w 3018157"/>
              <a:gd name="connsiteY15" fmla="*/ 6112661 h 6861186"/>
              <a:gd name="connsiteX16" fmla="*/ 1035781 w 3018157"/>
              <a:gd name="connsiteY16" fmla="*/ 6861175 h 6861186"/>
              <a:gd name="connsiteX17" fmla="*/ 0 w 3018157"/>
              <a:gd name="connsiteY17" fmla="*/ 6861175 h 6861186"/>
              <a:gd name="connsiteX18" fmla="*/ 0 w 3018157"/>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39271 w 3018060"/>
              <a:gd name="connsiteY13" fmla="*/ 4947409 h 6861186"/>
              <a:gd name="connsiteX14" fmla="*/ 720190 w 3018060"/>
              <a:gd name="connsiteY14" fmla="*/ 5530035 h 6861186"/>
              <a:gd name="connsiteX15" fmla="*/ 809203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09203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81636 w 3018060"/>
              <a:gd name="connsiteY8" fmla="*/ 339461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25078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667846 w 3018060"/>
              <a:gd name="connsiteY13" fmla="*/ 4941059 h 6861186"/>
              <a:gd name="connsiteX14" fmla="*/ 720190 w 3018060"/>
              <a:gd name="connsiteY14" fmla="*/ 5530035 h 6861186"/>
              <a:gd name="connsiteX15" fmla="*/ 825078 w 3018060"/>
              <a:gd name="connsiteY15" fmla="*/ 6112661 h 6861186"/>
              <a:gd name="connsiteX16" fmla="*/ 1035781 w 3018060"/>
              <a:gd name="connsiteY16" fmla="*/ 6861175 h 6861186"/>
              <a:gd name="connsiteX17" fmla="*/ 0 w 3018060"/>
              <a:gd name="connsiteY17" fmla="*/ 6861175 h 6861186"/>
              <a:gd name="connsiteX18" fmla="*/ 0 w 3018060"/>
              <a:gd name="connsiteY18"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729276 w 3018060"/>
              <a:gd name="connsiteY13" fmla="*/ 4429125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94725 w 3018060"/>
              <a:gd name="connsiteY10" fmla="*/ 3685051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778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706223 w 3018060"/>
              <a:gd name="connsiteY6" fmla="*/ 28104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46095 w 3018060"/>
              <a:gd name="connsiteY7" fmla="*/ 31267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58795 w 3018060"/>
              <a:gd name="connsiteY7" fmla="*/ 31013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58795 w 3018060"/>
              <a:gd name="connsiteY7" fmla="*/ 3101301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59978 w 3018060"/>
              <a:gd name="connsiteY3" fmla="*/ 1079416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66328 w 3018060"/>
              <a:gd name="connsiteY3" fmla="*/ 1114341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 name="connsiteX0" fmla="*/ 0 w 3018060"/>
              <a:gd name="connsiteY0" fmla="*/ 3175 h 6861186"/>
              <a:gd name="connsiteX1" fmla="*/ 3017402 w 3018060"/>
              <a:gd name="connsiteY1" fmla="*/ 0 h 6861186"/>
              <a:gd name="connsiteX2" fmla="*/ 2720665 w 3018060"/>
              <a:gd name="connsiteY2" fmla="*/ 367317 h 6861186"/>
              <a:gd name="connsiteX3" fmla="*/ 2466328 w 3018060"/>
              <a:gd name="connsiteY3" fmla="*/ 1114341 h 6861186"/>
              <a:gd name="connsiteX4" fmla="*/ 2524714 w 3018060"/>
              <a:gd name="connsiteY4" fmla="*/ 1888619 h 6861186"/>
              <a:gd name="connsiteX5" fmla="*/ 2638003 w 3018060"/>
              <a:gd name="connsiteY5" fmla="*/ 2406510 h 6861186"/>
              <a:gd name="connsiteX6" fmla="*/ 2696698 w 3018060"/>
              <a:gd name="connsiteY6" fmla="*/ 2797709 h 6861186"/>
              <a:gd name="connsiteX7" fmla="*/ 2620695 w 3018060"/>
              <a:gd name="connsiteY7" fmla="*/ 3174326 h 6861186"/>
              <a:gd name="connsiteX8" fmla="*/ 2465761 w 3018060"/>
              <a:gd name="connsiteY8" fmla="*/ 3375561 h 6861186"/>
              <a:gd name="connsiteX9" fmla="*/ 2127081 w 3018060"/>
              <a:gd name="connsiteY9" fmla="*/ 3531611 h 6861186"/>
              <a:gd name="connsiteX10" fmla="*/ 1272500 w 3018060"/>
              <a:gd name="connsiteY10" fmla="*/ 3681876 h 6861186"/>
              <a:gd name="connsiteX11" fmla="*/ 1011504 w 3018060"/>
              <a:gd name="connsiteY11" fmla="*/ 3846892 h 6861186"/>
              <a:gd name="connsiteX12" fmla="*/ 831429 w 3018060"/>
              <a:gd name="connsiteY12" fmla="*/ 4087406 h 6861186"/>
              <a:gd name="connsiteX13" fmla="*/ 722926 w 3018060"/>
              <a:gd name="connsiteY13" fmla="*/ 4406900 h 6861186"/>
              <a:gd name="connsiteX14" fmla="*/ 667846 w 3018060"/>
              <a:gd name="connsiteY14" fmla="*/ 4941059 h 6861186"/>
              <a:gd name="connsiteX15" fmla="*/ 720190 w 3018060"/>
              <a:gd name="connsiteY15" fmla="*/ 5530035 h 6861186"/>
              <a:gd name="connsiteX16" fmla="*/ 825078 w 3018060"/>
              <a:gd name="connsiteY16" fmla="*/ 6112661 h 6861186"/>
              <a:gd name="connsiteX17" fmla="*/ 1035781 w 3018060"/>
              <a:gd name="connsiteY17" fmla="*/ 6861175 h 6861186"/>
              <a:gd name="connsiteX18" fmla="*/ 0 w 3018060"/>
              <a:gd name="connsiteY18" fmla="*/ 6861175 h 6861186"/>
              <a:gd name="connsiteX19" fmla="*/ 0 w 3018060"/>
              <a:gd name="connsiteY19" fmla="*/ 3175 h 6861186"/>
            </a:gdLst>
            <a:ahLst/>
            <a:cxnLst/>
            <a:rect l="l" t="t" r="r" b="b"/>
            <a:pathLst>
              <a:path w="3018060" h="6861186">
                <a:moveTo>
                  <a:pt x="0" y="3175"/>
                </a:moveTo>
                <a:lnTo>
                  <a:pt x="3017402" y="0"/>
                </a:lnTo>
                <a:cubicBezTo>
                  <a:pt x="3029539" y="9440"/>
                  <a:pt x="2871716" y="167994"/>
                  <a:pt x="2720665" y="367317"/>
                </a:cubicBezTo>
                <a:cubicBezTo>
                  <a:pt x="2669472" y="488191"/>
                  <a:pt x="2488609" y="800635"/>
                  <a:pt x="2466328" y="1114341"/>
                </a:cubicBezTo>
                <a:cubicBezTo>
                  <a:pt x="2462282" y="1112993"/>
                  <a:pt x="2447840" y="1645858"/>
                  <a:pt x="2524714" y="1888619"/>
                </a:cubicBezTo>
                <a:cubicBezTo>
                  <a:pt x="2535503" y="1889967"/>
                  <a:pt x="2598892" y="2221742"/>
                  <a:pt x="2638003" y="2406510"/>
                </a:cubicBezTo>
                <a:cubicBezTo>
                  <a:pt x="2650141" y="2410556"/>
                  <a:pt x="2703441" y="2804453"/>
                  <a:pt x="2696698" y="2797709"/>
                </a:cubicBezTo>
                <a:cubicBezTo>
                  <a:pt x="2704789" y="2792315"/>
                  <a:pt x="2688578" y="3049461"/>
                  <a:pt x="2620695" y="3174326"/>
                </a:cubicBezTo>
                <a:cubicBezTo>
                  <a:pt x="2630136" y="3187813"/>
                  <a:pt x="2472504" y="3353665"/>
                  <a:pt x="2465761" y="3375561"/>
                </a:cubicBezTo>
                <a:cubicBezTo>
                  <a:pt x="2480596" y="3367468"/>
                  <a:pt x="2270378" y="3510791"/>
                  <a:pt x="2127081" y="3531611"/>
                </a:cubicBezTo>
                <a:cubicBezTo>
                  <a:pt x="2128430" y="3546446"/>
                  <a:pt x="1390593" y="3596207"/>
                  <a:pt x="1272500" y="3681876"/>
                </a:cubicBezTo>
                <a:cubicBezTo>
                  <a:pt x="1267105" y="3683225"/>
                  <a:pt x="1010155" y="3840149"/>
                  <a:pt x="1011504" y="3846892"/>
                </a:cubicBezTo>
                <a:cubicBezTo>
                  <a:pt x="1012853" y="3840149"/>
                  <a:pt x="824686" y="4106287"/>
                  <a:pt x="831429" y="4087406"/>
                </a:cubicBezTo>
                <a:cubicBezTo>
                  <a:pt x="784391" y="4184445"/>
                  <a:pt x="750190" y="4264625"/>
                  <a:pt x="722926" y="4406900"/>
                </a:cubicBezTo>
                <a:cubicBezTo>
                  <a:pt x="695662" y="4549176"/>
                  <a:pt x="669360" y="4757574"/>
                  <a:pt x="667846" y="4941059"/>
                </a:cubicBezTo>
                <a:cubicBezTo>
                  <a:pt x="640872" y="5163590"/>
                  <a:pt x="725585" y="5518571"/>
                  <a:pt x="720190" y="5530035"/>
                </a:cubicBezTo>
                <a:cubicBezTo>
                  <a:pt x="730979" y="5714803"/>
                  <a:pt x="835867" y="6125473"/>
                  <a:pt x="825078" y="6112661"/>
                </a:cubicBezTo>
                <a:cubicBezTo>
                  <a:pt x="830473" y="6116033"/>
                  <a:pt x="1047919" y="6864547"/>
                  <a:pt x="1035781" y="6861175"/>
                </a:cubicBezTo>
                <a:lnTo>
                  <a:pt x="0" y="6861175"/>
                </a:lnTo>
                <a:lnTo>
                  <a:pt x="0" y="3175"/>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Graphic 10"/>
          <p:cNvPicPr>
            <a:picLocks noChangeAspect="1"/>
          </p:cNvPicPr>
          <p:nvPr/>
        </p:nvPicPr>
        <p:blipFill rotWithShape="1">
          <a:blip>
            <a:extLst>
              <a:ext uri="{96DAC541-7B7A-43D3-8B79-37D633B846F1}">
                <asvg:svgBlip xmlns:asvg="http://schemas.microsoft.com/office/drawing/2016/SVG/main" r:embed="rId3"/>
              </a:ext>
            </a:extLst>
          </a:blip>
          <a:srcRect t="15815" b="1385"/>
          <a:stretch/>
        </p:blipFill>
        <p:spPr>
          <a:xfrm>
            <a:off x="5273106" y="-3175"/>
            <a:ext cx="5553919" cy="6858000"/>
          </a:xfrm>
          <a:prstGeom prst="rect">
            <a:avLst/>
          </a:prstGeom>
        </p:spPr>
      </p:pic>
      <p:pic>
        <p:nvPicPr>
          <p:cNvPr id="28" name="Graphic 7"/>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8163" y="553984"/>
            <a:ext cx="1800000" cy="113511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_SIMPLE_LIGHT01">
    <p:spTree>
      <p:nvGrpSpPr>
        <p:cNvPr id="1" name=""/>
        <p:cNvGrpSpPr/>
        <p:nvPr/>
      </p:nvGrpSpPr>
      <p:grpSpPr>
        <a:xfrm>
          <a:off x="0" y="0"/>
          <a:ext cx="0" cy="0"/>
          <a:chOff x="0" y="0"/>
          <a:chExt cx="0" cy="0"/>
        </a:xfrm>
      </p:grpSpPr>
      <p:pic>
        <p:nvPicPr>
          <p:cNvPr id="26" name="Graphic 18"/>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4350" y="539773"/>
            <a:ext cx="1800000" cy="1135115"/>
          </a:xfrm>
          <a:prstGeom prst="rect">
            <a:avLst/>
          </a:prstGeom>
        </p:spPr>
      </p:pic>
      <p:sp>
        <p:nvSpPr>
          <p:cNvPr id="21" name="Text Placeholder 7">
            <a:extLst>
              <a:ext uri="{FF2B5EF4-FFF2-40B4-BE49-F238E27FC236}">
                <a16:creationId xmlns:a16="http://schemas.microsoft.com/office/drawing/2014/main" id="{C294D7F1-B26C-5173-A364-AECBAF028E29}"/>
              </a:ext>
            </a:extLst>
          </p:cNvPr>
          <p:cNvSpPr>
            <a:spLocks noGrp="1"/>
          </p:cNvSpPr>
          <p:nvPr>
            <p:ph type="body" idx="10" hasCustomPrompt="1"/>
          </p:nvPr>
        </p:nvSpPr>
        <p:spPr>
          <a:xfrm>
            <a:off x="696910" y="4865154"/>
            <a:ext cx="4970243" cy="360000"/>
          </a:xfrm>
        </p:spPr>
        <p:txBody>
          <a:bodyPr anchor="ctr">
            <a:noAutofit/>
          </a:bodyPr>
          <a:lstStyle>
            <a:lvl1pPr marL="0" indent="0">
              <a:buNone/>
              <a:defRPr sz="1800" b="0" i="0" spc="500" baseline="0">
                <a:solidFill>
                  <a:schemeClr val="bg1"/>
                </a:solidFill>
                <a:latin typeface="Montserrat"/>
                <a:ea typeface="Montserrat"/>
                <a:cs typeface="Montserrat"/>
              </a:defRPr>
            </a:lvl1pPr>
          </a:lstStyle>
          <a:p>
            <a:pPr lvl="0">
              <a:buNone/>
            </a:pPr>
            <a:r>
              <a:t>SUBTITLE</a:t>
            </a:r>
          </a:p>
        </p:txBody>
      </p:sp>
      <p:sp>
        <p:nvSpPr>
          <p:cNvPr id="22" name="Title 5">
            <a:extLst>
              <a:ext uri="{FF2B5EF4-FFF2-40B4-BE49-F238E27FC236}">
                <a16:creationId xmlns:a16="http://schemas.microsoft.com/office/drawing/2014/main" id="{EFB84841-7905-7BC2-99C6-3BE8FF6D9A3E}"/>
              </a:ext>
            </a:extLst>
          </p:cNvPr>
          <p:cNvSpPr>
            <a:spLocks noGrp="1"/>
          </p:cNvSpPr>
          <p:nvPr>
            <p:ph type="title" hasCustomPrompt="1"/>
          </p:nvPr>
        </p:nvSpPr>
        <p:spPr>
          <a:xfrm>
            <a:off x="696910" y="3428999"/>
            <a:ext cx="4970243" cy="1408467"/>
          </a:xfrm>
        </p:spPr>
        <p:txBody>
          <a:bodyPr anchor="b">
            <a:noAutofit/>
          </a:bodyPr>
          <a:lstStyle>
            <a:lvl1pPr>
              <a:buNone/>
              <a:defRPr sz="3600"/>
            </a:lvl1pPr>
          </a:lstStyle>
          <a:p>
            <a:r>
              <a:t>TITLE</a:t>
            </a:r>
          </a:p>
        </p:txBody>
      </p:sp>
      <p:sp>
        <p:nvSpPr>
          <p:cNvPr id="23" name="Text Placeholder 7">
            <a:extLst>
              <a:ext uri="{FF2B5EF4-FFF2-40B4-BE49-F238E27FC236}">
                <a16:creationId xmlns:a16="http://schemas.microsoft.com/office/drawing/2014/main" id="{C7E27574-DB7D-FDE3-924E-F6EC56C15E06}"/>
              </a:ext>
            </a:extLst>
          </p:cNvPr>
          <p:cNvSpPr>
            <a:spLocks noGrp="1"/>
          </p:cNvSpPr>
          <p:nvPr>
            <p:ph type="body" idx="11" hasCustomPrompt="1"/>
          </p:nvPr>
        </p:nvSpPr>
        <p:spPr>
          <a:xfrm>
            <a:off x="695325" y="5769338"/>
            <a:ext cx="4970243" cy="360000"/>
          </a:xfrm>
        </p:spPr>
        <p:txBody>
          <a:bodyPr anchor="ctr">
            <a:noAutofit/>
          </a:bodyPr>
          <a:lstStyle>
            <a:lvl1pPr marL="0" indent="0">
              <a:buNone/>
              <a:defRPr sz="1100" b="0" i="0">
                <a:solidFill>
                  <a:schemeClr val="tx1"/>
                </a:solidFill>
                <a:latin typeface="Montserrat"/>
                <a:ea typeface="Montserrat"/>
                <a:cs typeface="Montserrat"/>
              </a:defRPr>
            </a:lvl1pPr>
          </a:lstStyle>
          <a:p>
            <a:pPr lvl="0">
              <a:buNone/>
            </a:pPr>
            <a:r>
              <a:t>Date / Speaker</a:t>
            </a:r>
          </a:p>
        </p:txBody>
      </p:sp>
      <p:pic>
        <p:nvPicPr>
          <p:cNvPr id="30" name="Graphic 3"/>
          <p:cNvPicPr>
            <a:picLocks noChangeAspect="1"/>
          </p:cNvPicPr>
          <p:nvPr/>
        </p:nvPicPr>
        <p:blipFill rotWithShape="1">
          <a:blip>
            <a:extLst>
              <a:ext uri="{96DAC541-7B7A-43D3-8B79-37D633B846F1}">
                <asvg:svgBlip xmlns:asvg="http://schemas.microsoft.com/office/drawing/2016/SVG/main" r:embed="rId3"/>
              </a:ext>
            </a:extLst>
          </a:blip>
          <a:srcRect t="16593" r="27472" b="31972"/>
          <a:stretch/>
        </p:blipFill>
        <p:spPr>
          <a:xfrm>
            <a:off x="2908301" y="1"/>
            <a:ext cx="9283700" cy="685800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_SIMPLE_LIGHT02">
    <p:spTree>
      <p:nvGrpSpPr>
        <p:cNvPr id="1" name=""/>
        <p:cNvGrpSpPr/>
        <p:nvPr/>
      </p:nvGrpSpPr>
      <p:grpSpPr>
        <a:xfrm>
          <a:off x="0" y="0"/>
          <a:ext cx="0" cy="0"/>
          <a:chOff x="0" y="0"/>
          <a:chExt cx="0" cy="0"/>
        </a:xfrm>
      </p:grpSpPr>
      <p:pic>
        <p:nvPicPr>
          <p:cNvPr id="26" name="Graphic 18"/>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4350" y="539773"/>
            <a:ext cx="1800000" cy="1135115"/>
          </a:xfrm>
          <a:prstGeom prst="rect">
            <a:avLst/>
          </a:prstGeom>
        </p:spPr>
      </p:pic>
      <p:sp>
        <p:nvSpPr>
          <p:cNvPr id="21" name="Text Placeholder 7">
            <a:extLst>
              <a:ext uri="{FF2B5EF4-FFF2-40B4-BE49-F238E27FC236}">
                <a16:creationId xmlns:a16="http://schemas.microsoft.com/office/drawing/2014/main" id="{C294D7F1-B26C-5173-A364-AECBAF028E29}"/>
              </a:ext>
            </a:extLst>
          </p:cNvPr>
          <p:cNvSpPr>
            <a:spLocks noGrp="1"/>
          </p:cNvSpPr>
          <p:nvPr>
            <p:ph type="body" idx="10" hasCustomPrompt="1"/>
          </p:nvPr>
        </p:nvSpPr>
        <p:spPr>
          <a:xfrm>
            <a:off x="696910" y="4865154"/>
            <a:ext cx="4970243" cy="360000"/>
          </a:xfrm>
        </p:spPr>
        <p:txBody>
          <a:bodyPr anchor="ctr">
            <a:noAutofit/>
          </a:bodyPr>
          <a:lstStyle>
            <a:lvl1pPr marL="0" indent="0">
              <a:buNone/>
              <a:defRPr sz="1800" b="0" i="0" spc="500" baseline="0">
                <a:solidFill>
                  <a:schemeClr val="accent1"/>
                </a:solidFill>
                <a:latin typeface="Montserrat"/>
                <a:ea typeface="Montserrat"/>
                <a:cs typeface="Montserrat"/>
              </a:defRPr>
            </a:lvl1pPr>
          </a:lstStyle>
          <a:p>
            <a:pPr lvl="0">
              <a:buNone/>
            </a:pPr>
            <a:r>
              <a:t>SUBTITLE</a:t>
            </a:r>
          </a:p>
        </p:txBody>
      </p:sp>
      <p:sp>
        <p:nvSpPr>
          <p:cNvPr id="22" name="Title 5">
            <a:extLst>
              <a:ext uri="{FF2B5EF4-FFF2-40B4-BE49-F238E27FC236}">
                <a16:creationId xmlns:a16="http://schemas.microsoft.com/office/drawing/2014/main" id="{EFB84841-7905-7BC2-99C6-3BE8FF6D9A3E}"/>
              </a:ext>
            </a:extLst>
          </p:cNvPr>
          <p:cNvSpPr>
            <a:spLocks noGrp="1"/>
          </p:cNvSpPr>
          <p:nvPr>
            <p:ph type="title" hasCustomPrompt="1"/>
          </p:nvPr>
        </p:nvSpPr>
        <p:spPr>
          <a:xfrm>
            <a:off x="696910" y="3428999"/>
            <a:ext cx="4970243" cy="1408467"/>
          </a:xfrm>
        </p:spPr>
        <p:txBody>
          <a:bodyPr anchor="b">
            <a:noAutofit/>
          </a:bodyPr>
          <a:lstStyle>
            <a:lvl1pPr>
              <a:buNone/>
              <a:defRPr sz="3600"/>
            </a:lvl1pPr>
          </a:lstStyle>
          <a:p>
            <a:r>
              <a:t>TITLE</a:t>
            </a:r>
          </a:p>
        </p:txBody>
      </p:sp>
      <p:sp>
        <p:nvSpPr>
          <p:cNvPr id="23" name="Text Placeholder 7">
            <a:extLst>
              <a:ext uri="{FF2B5EF4-FFF2-40B4-BE49-F238E27FC236}">
                <a16:creationId xmlns:a16="http://schemas.microsoft.com/office/drawing/2014/main" id="{C7E27574-DB7D-FDE3-924E-F6EC56C15E06}"/>
              </a:ext>
            </a:extLst>
          </p:cNvPr>
          <p:cNvSpPr>
            <a:spLocks noGrp="1"/>
          </p:cNvSpPr>
          <p:nvPr>
            <p:ph type="body" idx="11" hasCustomPrompt="1"/>
          </p:nvPr>
        </p:nvSpPr>
        <p:spPr>
          <a:xfrm>
            <a:off x="695325" y="5769338"/>
            <a:ext cx="4970243" cy="360000"/>
          </a:xfrm>
        </p:spPr>
        <p:txBody>
          <a:bodyPr anchor="ctr">
            <a:noAutofit/>
          </a:bodyPr>
          <a:lstStyle>
            <a:lvl1pPr marL="0" indent="0">
              <a:buNone/>
              <a:defRPr sz="1100" b="0" i="0">
                <a:solidFill>
                  <a:schemeClr val="tx1"/>
                </a:solidFill>
                <a:latin typeface="Montserrat"/>
                <a:ea typeface="Montserrat"/>
                <a:cs typeface="Montserrat"/>
              </a:defRPr>
            </a:lvl1pPr>
          </a:lstStyle>
          <a:p>
            <a:pPr lvl="0">
              <a:buNone/>
            </a:pPr>
            <a:r>
              <a:t>Date / Speaker</a:t>
            </a:r>
          </a:p>
        </p:txBody>
      </p:sp>
      <p:pic>
        <p:nvPicPr>
          <p:cNvPr id="30" name="Graphic 1"/>
          <p:cNvPicPr>
            <a:picLocks noChangeAspect="1"/>
          </p:cNvPicPr>
          <p:nvPr/>
        </p:nvPicPr>
        <p:blipFill rotWithShape="1">
          <a:blip>
            <a:extLst>
              <a:ext uri="{96DAC541-7B7A-43D3-8B79-37D633B846F1}">
                <asvg:svgBlip xmlns:asvg="http://schemas.microsoft.com/office/drawing/2016/SVG/main" r:embed="rId3"/>
              </a:ext>
            </a:extLst>
          </a:blip>
          <a:srcRect t="17289" r="29531" b="33876"/>
          <a:stretch/>
        </p:blipFill>
        <p:spPr>
          <a:xfrm>
            <a:off x="2889505" y="0"/>
            <a:ext cx="9302496"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_SIMPLE_DARK01">
    <p:bg>
      <p:bgPr>
        <a:solidFill>
          <a:schemeClr val="tx1"/>
        </a:solidFill>
        <a:effectLst/>
      </p:bgPr>
    </p:bg>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C294D7F1-B26C-5173-A364-AECBAF028E29}"/>
              </a:ext>
            </a:extLst>
          </p:cNvPr>
          <p:cNvSpPr>
            <a:spLocks noGrp="1"/>
          </p:cNvSpPr>
          <p:nvPr>
            <p:ph type="body" idx="10" hasCustomPrompt="1"/>
          </p:nvPr>
        </p:nvSpPr>
        <p:spPr>
          <a:xfrm>
            <a:off x="696910" y="4865154"/>
            <a:ext cx="4970243" cy="360000"/>
          </a:xfrm>
        </p:spPr>
        <p:txBody>
          <a:bodyPr anchor="ctr">
            <a:noAutofit/>
          </a:bodyPr>
          <a:lstStyle>
            <a:lvl1pPr marL="0" indent="0">
              <a:buNone/>
              <a:defRPr sz="1800" b="0" i="0" spc="500" baseline="0">
                <a:solidFill>
                  <a:schemeClr val="tx2"/>
                </a:solidFill>
                <a:latin typeface="Montserrat"/>
                <a:ea typeface="Montserrat"/>
                <a:cs typeface="Montserrat"/>
              </a:defRPr>
            </a:lvl1pPr>
          </a:lstStyle>
          <a:p>
            <a:pPr lvl="0">
              <a:buNone/>
            </a:pPr>
            <a:r>
              <a:t>SUBTITLE</a:t>
            </a:r>
          </a:p>
        </p:txBody>
      </p:sp>
      <p:sp>
        <p:nvSpPr>
          <p:cNvPr id="22" name="Title 5">
            <a:extLst>
              <a:ext uri="{FF2B5EF4-FFF2-40B4-BE49-F238E27FC236}">
                <a16:creationId xmlns:a16="http://schemas.microsoft.com/office/drawing/2014/main" id="{EFB84841-7905-7BC2-99C6-3BE8FF6D9A3E}"/>
              </a:ext>
            </a:extLst>
          </p:cNvPr>
          <p:cNvSpPr>
            <a:spLocks noGrp="1"/>
          </p:cNvSpPr>
          <p:nvPr>
            <p:ph type="title" hasCustomPrompt="1"/>
          </p:nvPr>
        </p:nvSpPr>
        <p:spPr>
          <a:xfrm>
            <a:off x="696910" y="3428999"/>
            <a:ext cx="4970243" cy="1408467"/>
          </a:xfrm>
        </p:spPr>
        <p:txBody>
          <a:bodyPr anchor="b">
            <a:noAutofit/>
          </a:bodyPr>
          <a:lstStyle>
            <a:lvl1pPr>
              <a:buNone/>
              <a:defRPr sz="3600">
                <a:solidFill>
                  <a:srgbClr val="FFFFFF"/>
                </a:solidFill>
              </a:defRPr>
            </a:lvl1pPr>
          </a:lstStyle>
          <a:p>
            <a:r>
              <a:t>TITLE</a:t>
            </a:r>
          </a:p>
        </p:txBody>
      </p:sp>
      <p:sp>
        <p:nvSpPr>
          <p:cNvPr id="23" name="Text Placeholder 7">
            <a:extLst>
              <a:ext uri="{FF2B5EF4-FFF2-40B4-BE49-F238E27FC236}">
                <a16:creationId xmlns:a16="http://schemas.microsoft.com/office/drawing/2014/main" id="{C7E27574-DB7D-FDE3-924E-F6EC56C15E06}"/>
              </a:ext>
            </a:extLst>
          </p:cNvPr>
          <p:cNvSpPr>
            <a:spLocks noGrp="1"/>
          </p:cNvSpPr>
          <p:nvPr>
            <p:ph type="body" idx="11" hasCustomPrompt="1"/>
          </p:nvPr>
        </p:nvSpPr>
        <p:spPr>
          <a:xfrm>
            <a:off x="695325" y="5769338"/>
            <a:ext cx="4970243" cy="360000"/>
          </a:xfrm>
        </p:spPr>
        <p:txBody>
          <a:bodyPr anchor="ctr">
            <a:noAutofit/>
          </a:bodyPr>
          <a:lstStyle>
            <a:lvl1pPr marL="0" indent="0">
              <a:buNone/>
              <a:defRPr sz="1100" b="0" i="0">
                <a:solidFill>
                  <a:srgbClr val="FFFFFF"/>
                </a:solidFill>
                <a:latin typeface="Montserrat"/>
                <a:ea typeface="Montserrat"/>
                <a:cs typeface="Montserrat"/>
              </a:defRPr>
            </a:lvl1pPr>
          </a:lstStyle>
          <a:p>
            <a:pPr lvl="0">
              <a:buNone/>
            </a:pPr>
            <a:r>
              <a:t>Date / Speaker</a:t>
            </a:r>
          </a:p>
        </p:txBody>
      </p:sp>
      <p:pic>
        <p:nvPicPr>
          <p:cNvPr id="29" name="Graphic 1"/>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8163" y="553984"/>
            <a:ext cx="1800000" cy="1135115"/>
          </a:xfrm>
          <a:prstGeom prst="rect">
            <a:avLst/>
          </a:prstGeom>
        </p:spPr>
      </p:pic>
      <p:pic>
        <p:nvPicPr>
          <p:cNvPr id="30" name="Graphic 5"/>
          <p:cNvPicPr>
            <a:picLocks noChangeAspect="1"/>
          </p:cNvPicPr>
          <p:nvPr/>
        </p:nvPicPr>
        <p:blipFill rotWithShape="1">
          <a:blip>
            <a:extLst>
              <a:ext uri="{96DAC541-7B7A-43D3-8B79-37D633B846F1}">
                <asvg:svgBlip xmlns:asvg="http://schemas.microsoft.com/office/drawing/2016/SVG/main" r:embed="rId3"/>
              </a:ext>
            </a:extLst>
          </a:blip>
          <a:srcRect t="16593" r="27472" b="31972"/>
          <a:stretch/>
        </p:blipFill>
        <p:spPr>
          <a:xfrm>
            <a:off x="2908301" y="1"/>
            <a:ext cx="9283700" cy="685800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_SIMPLE_DARK02">
    <p:bg>
      <p:bgPr>
        <a:solidFill>
          <a:schemeClr val="tx1"/>
        </a:solidFill>
        <a:effectLst/>
      </p:bgPr>
    </p:bg>
    <p:spTree>
      <p:nvGrpSpPr>
        <p:cNvPr id="1" name=""/>
        <p:cNvGrpSpPr/>
        <p:nvPr/>
      </p:nvGrpSpPr>
      <p:grpSpPr>
        <a:xfrm>
          <a:off x="0" y="0"/>
          <a:ext cx="0" cy="0"/>
          <a:chOff x="0" y="0"/>
          <a:chExt cx="0" cy="0"/>
        </a:xfrm>
      </p:grpSpPr>
      <p:sp>
        <p:nvSpPr>
          <p:cNvPr id="21" name="Text Placeholder 7">
            <a:extLst>
              <a:ext uri="{FF2B5EF4-FFF2-40B4-BE49-F238E27FC236}">
                <a16:creationId xmlns:a16="http://schemas.microsoft.com/office/drawing/2014/main" id="{C294D7F1-B26C-5173-A364-AECBAF028E29}"/>
              </a:ext>
            </a:extLst>
          </p:cNvPr>
          <p:cNvSpPr>
            <a:spLocks noGrp="1"/>
          </p:cNvSpPr>
          <p:nvPr>
            <p:ph type="body" idx="10" hasCustomPrompt="1"/>
          </p:nvPr>
        </p:nvSpPr>
        <p:spPr>
          <a:xfrm>
            <a:off x="696910" y="4865154"/>
            <a:ext cx="4970243" cy="360000"/>
          </a:xfrm>
        </p:spPr>
        <p:txBody>
          <a:bodyPr anchor="ctr">
            <a:noAutofit/>
          </a:bodyPr>
          <a:lstStyle>
            <a:lvl1pPr marL="0" indent="0">
              <a:buNone/>
              <a:defRPr sz="1800" b="0" i="0" spc="500" baseline="0">
                <a:solidFill>
                  <a:schemeClr val="accent1"/>
                </a:solidFill>
                <a:latin typeface="Montserrat"/>
                <a:ea typeface="Montserrat"/>
                <a:cs typeface="Montserrat"/>
              </a:defRPr>
            </a:lvl1pPr>
          </a:lstStyle>
          <a:p>
            <a:pPr lvl="0">
              <a:buNone/>
            </a:pPr>
            <a:r>
              <a:t>SUBTITLE</a:t>
            </a:r>
          </a:p>
        </p:txBody>
      </p:sp>
      <p:sp>
        <p:nvSpPr>
          <p:cNvPr id="22" name="Title 5">
            <a:extLst>
              <a:ext uri="{FF2B5EF4-FFF2-40B4-BE49-F238E27FC236}">
                <a16:creationId xmlns:a16="http://schemas.microsoft.com/office/drawing/2014/main" id="{EFB84841-7905-7BC2-99C6-3BE8FF6D9A3E}"/>
              </a:ext>
            </a:extLst>
          </p:cNvPr>
          <p:cNvSpPr>
            <a:spLocks noGrp="1"/>
          </p:cNvSpPr>
          <p:nvPr>
            <p:ph type="title" hasCustomPrompt="1"/>
          </p:nvPr>
        </p:nvSpPr>
        <p:spPr>
          <a:xfrm>
            <a:off x="696910" y="3428999"/>
            <a:ext cx="4970243" cy="1408467"/>
          </a:xfrm>
        </p:spPr>
        <p:txBody>
          <a:bodyPr anchor="b">
            <a:noAutofit/>
          </a:bodyPr>
          <a:lstStyle>
            <a:lvl1pPr>
              <a:buNone/>
              <a:defRPr sz="3600">
                <a:solidFill>
                  <a:srgbClr val="FFFFFF"/>
                </a:solidFill>
              </a:defRPr>
            </a:lvl1pPr>
          </a:lstStyle>
          <a:p>
            <a:r>
              <a:t>TITLE</a:t>
            </a:r>
          </a:p>
        </p:txBody>
      </p:sp>
      <p:sp>
        <p:nvSpPr>
          <p:cNvPr id="23" name="Text Placeholder 7">
            <a:extLst>
              <a:ext uri="{FF2B5EF4-FFF2-40B4-BE49-F238E27FC236}">
                <a16:creationId xmlns:a16="http://schemas.microsoft.com/office/drawing/2014/main" id="{C7E27574-DB7D-FDE3-924E-F6EC56C15E06}"/>
              </a:ext>
            </a:extLst>
          </p:cNvPr>
          <p:cNvSpPr>
            <a:spLocks noGrp="1"/>
          </p:cNvSpPr>
          <p:nvPr>
            <p:ph type="body" idx="11" hasCustomPrompt="1"/>
          </p:nvPr>
        </p:nvSpPr>
        <p:spPr>
          <a:xfrm>
            <a:off x="695325" y="5769338"/>
            <a:ext cx="4970243" cy="360000"/>
          </a:xfrm>
        </p:spPr>
        <p:txBody>
          <a:bodyPr anchor="ctr">
            <a:noAutofit/>
          </a:bodyPr>
          <a:lstStyle>
            <a:lvl1pPr marL="0" indent="0">
              <a:buNone/>
              <a:defRPr sz="1100" b="0" i="0">
                <a:solidFill>
                  <a:srgbClr val="FFFFFF"/>
                </a:solidFill>
                <a:latin typeface="Montserrat"/>
                <a:ea typeface="Montserrat"/>
                <a:cs typeface="Montserrat"/>
              </a:defRPr>
            </a:lvl1pPr>
          </a:lstStyle>
          <a:p>
            <a:pPr lvl="0">
              <a:buNone/>
            </a:pPr>
            <a:r>
              <a:t>Date / Speaker</a:t>
            </a:r>
          </a:p>
        </p:txBody>
      </p:sp>
      <p:pic>
        <p:nvPicPr>
          <p:cNvPr id="29" name="Graphic 1"/>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8163" y="553984"/>
            <a:ext cx="1800000" cy="1135115"/>
          </a:xfrm>
          <a:prstGeom prst="rect">
            <a:avLst/>
          </a:prstGeom>
        </p:spPr>
      </p:pic>
      <p:pic>
        <p:nvPicPr>
          <p:cNvPr id="30" name="Graphic 2"/>
          <p:cNvPicPr>
            <a:picLocks noChangeAspect="1"/>
          </p:cNvPicPr>
          <p:nvPr/>
        </p:nvPicPr>
        <p:blipFill rotWithShape="1">
          <a:blip>
            <a:extLst>
              <a:ext uri="{96DAC541-7B7A-43D3-8B79-37D633B846F1}">
                <asvg:svgBlip xmlns:asvg="http://schemas.microsoft.com/office/drawing/2016/SVG/main" r:embed="rId3"/>
              </a:ext>
            </a:extLst>
          </a:blip>
          <a:srcRect t="17289" r="29531" b="33876"/>
          <a:stretch/>
        </p:blipFill>
        <p:spPr>
          <a:xfrm>
            <a:off x="2889505" y="0"/>
            <a:ext cx="9302496" cy="685800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_LIGHT01">
    <p:spTree>
      <p:nvGrpSpPr>
        <p:cNvPr id="1" name=""/>
        <p:cNvGrpSpPr/>
        <p:nvPr/>
      </p:nvGrpSpPr>
      <p:grpSpPr>
        <a:xfrm>
          <a:off x="0" y="0"/>
          <a:ext cx="0" cy="0"/>
          <a:chOff x="0" y="0"/>
          <a:chExt cx="0" cy="0"/>
        </a:xfrm>
      </p:grpSpPr>
      <p:sp>
        <p:nvSpPr>
          <p:cNvPr id="22" name="Title 5">
            <a:extLst>
              <a:ext uri="{FF2B5EF4-FFF2-40B4-BE49-F238E27FC236}">
                <a16:creationId xmlns:a16="http://schemas.microsoft.com/office/drawing/2014/main" id="{EFB84841-7905-7BC2-99C6-3BE8FF6D9A3E}"/>
              </a:ext>
            </a:extLst>
          </p:cNvPr>
          <p:cNvSpPr>
            <a:spLocks noGrp="1"/>
          </p:cNvSpPr>
          <p:nvPr>
            <p:ph type="title" hasCustomPrompt="1"/>
          </p:nvPr>
        </p:nvSpPr>
        <p:spPr>
          <a:xfrm>
            <a:off x="695325" y="3069000"/>
            <a:ext cx="7200000" cy="720000"/>
          </a:xfrm>
        </p:spPr>
        <p:txBody>
          <a:bodyPr anchor="ctr">
            <a:noAutofit/>
          </a:bodyPr>
          <a:lstStyle>
            <a:lvl1pPr>
              <a:buNone/>
              <a:defRPr sz="2800"/>
            </a:lvl1pPr>
          </a:lstStyle>
          <a:p>
            <a:r>
              <a:t>TITLE</a:t>
            </a:r>
          </a:p>
        </p:txBody>
      </p:sp>
      <p:pic>
        <p:nvPicPr>
          <p:cNvPr id="25" name="Graphic 1"/>
          <p:cNvPicPr>
            <a:picLocks noChangeAspect="1"/>
          </p:cNvPicPr>
          <p:nvPr/>
        </p:nvPicPr>
        <p:blipFill rotWithShape="1">
          <a:blip>
            <a:extLst>
              <a:ext uri="{96DAC541-7B7A-43D3-8B79-37D633B846F1}">
                <asvg:svgBlip xmlns:asvg="http://schemas.microsoft.com/office/drawing/2016/SVG/main" r:embed="rId2"/>
              </a:ext>
            </a:extLst>
          </a:blip>
          <a:srcRect t="17289" r="29531" b="33876"/>
          <a:stretch/>
        </p:blipFill>
        <p:spPr>
          <a:xfrm>
            <a:off x="2889505" y="0"/>
            <a:ext cx="9302496"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_LIGHT02">
    <p:spTree>
      <p:nvGrpSpPr>
        <p:cNvPr id="1" name=""/>
        <p:cNvGrpSpPr/>
        <p:nvPr/>
      </p:nvGrpSpPr>
      <p:grpSpPr>
        <a:xfrm>
          <a:off x="0" y="0"/>
          <a:ext cx="0" cy="0"/>
          <a:chOff x="0" y="0"/>
          <a:chExt cx="0" cy="0"/>
        </a:xfrm>
      </p:grpSpPr>
      <p:sp>
        <p:nvSpPr>
          <p:cNvPr id="22" name="Title 5">
            <a:extLst>
              <a:ext uri="{FF2B5EF4-FFF2-40B4-BE49-F238E27FC236}">
                <a16:creationId xmlns:a16="http://schemas.microsoft.com/office/drawing/2014/main" id="{EFB84841-7905-7BC2-99C6-3BE8FF6D9A3E}"/>
              </a:ext>
            </a:extLst>
          </p:cNvPr>
          <p:cNvSpPr>
            <a:spLocks noGrp="1"/>
          </p:cNvSpPr>
          <p:nvPr>
            <p:ph type="title" hasCustomPrompt="1"/>
          </p:nvPr>
        </p:nvSpPr>
        <p:spPr>
          <a:xfrm>
            <a:off x="695325" y="3069000"/>
            <a:ext cx="7200000" cy="720000"/>
          </a:xfrm>
        </p:spPr>
        <p:txBody>
          <a:bodyPr anchor="ctr">
            <a:noAutofit/>
          </a:bodyPr>
          <a:lstStyle>
            <a:lvl1pPr>
              <a:buNone/>
              <a:defRPr sz="2800"/>
            </a:lvl1pPr>
          </a:lstStyle>
          <a:p>
            <a:r>
              <a:t>TITLE</a:t>
            </a:r>
          </a:p>
        </p:txBody>
      </p:sp>
      <p:pic>
        <p:nvPicPr>
          <p:cNvPr id="25" name="Graphic 2"/>
          <p:cNvPicPr>
            <a:picLocks noChangeAspect="1"/>
          </p:cNvPicPr>
          <p:nvPr/>
        </p:nvPicPr>
        <p:blipFill rotWithShape="1">
          <a:blip>
            <a:extLst>
              <a:ext uri="{96DAC541-7B7A-43D3-8B79-37D633B846F1}">
                <asvg:svgBlip xmlns:asvg="http://schemas.microsoft.com/office/drawing/2016/SVG/main" r:embed="rId2"/>
              </a:ext>
            </a:extLst>
          </a:blip>
          <a:srcRect t="16593" r="27472" b="31972"/>
          <a:stretch/>
        </p:blipFill>
        <p:spPr>
          <a:xfrm flipV="1">
            <a:off x="2908301" y="1"/>
            <a:ext cx="9283700" cy="685800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_DARK01">
    <p:bg>
      <p:bgPr>
        <a:solidFill>
          <a:schemeClr val="tx1"/>
        </a:solidFill>
        <a:effectLst/>
      </p:bgPr>
    </p:bg>
    <p:spTree>
      <p:nvGrpSpPr>
        <p:cNvPr id="1" name=""/>
        <p:cNvGrpSpPr/>
        <p:nvPr/>
      </p:nvGrpSpPr>
      <p:grpSpPr>
        <a:xfrm>
          <a:off x="0" y="0"/>
          <a:ext cx="0" cy="0"/>
          <a:chOff x="0" y="0"/>
          <a:chExt cx="0" cy="0"/>
        </a:xfrm>
      </p:grpSpPr>
      <p:sp>
        <p:nvSpPr>
          <p:cNvPr id="22" name="Title 5">
            <a:extLst>
              <a:ext uri="{FF2B5EF4-FFF2-40B4-BE49-F238E27FC236}">
                <a16:creationId xmlns:a16="http://schemas.microsoft.com/office/drawing/2014/main" id="{EFB84841-7905-7BC2-99C6-3BE8FF6D9A3E}"/>
              </a:ext>
            </a:extLst>
          </p:cNvPr>
          <p:cNvSpPr>
            <a:spLocks noGrp="1"/>
          </p:cNvSpPr>
          <p:nvPr>
            <p:ph type="title" hasCustomPrompt="1"/>
          </p:nvPr>
        </p:nvSpPr>
        <p:spPr>
          <a:xfrm>
            <a:off x="695325" y="3069000"/>
            <a:ext cx="7200000" cy="720000"/>
          </a:xfrm>
        </p:spPr>
        <p:txBody>
          <a:bodyPr anchor="ctr">
            <a:noAutofit/>
          </a:bodyPr>
          <a:lstStyle>
            <a:lvl1pPr>
              <a:buNone/>
              <a:defRPr sz="2800">
                <a:solidFill>
                  <a:srgbClr val="FFFFFF"/>
                </a:solidFill>
              </a:defRPr>
            </a:lvl1pPr>
          </a:lstStyle>
          <a:p>
            <a:r>
              <a:t>TITLE</a:t>
            </a:r>
          </a:p>
        </p:txBody>
      </p:sp>
      <p:pic>
        <p:nvPicPr>
          <p:cNvPr id="25" name="Graphic 1"/>
          <p:cNvPicPr>
            <a:picLocks noChangeAspect="1"/>
          </p:cNvPicPr>
          <p:nvPr/>
        </p:nvPicPr>
        <p:blipFill rotWithShape="1">
          <a:blip>
            <a:extLst>
              <a:ext uri="{96DAC541-7B7A-43D3-8B79-37D633B846F1}">
                <asvg:svgBlip xmlns:asvg="http://schemas.microsoft.com/office/drawing/2016/SVG/main" r:embed="rId2"/>
              </a:ext>
            </a:extLst>
          </a:blip>
          <a:srcRect t="17289" r="29531" b="33876"/>
          <a:stretch/>
        </p:blipFill>
        <p:spPr>
          <a:xfrm>
            <a:off x="2889505" y="0"/>
            <a:ext cx="9302496" cy="685800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DARK02">
    <p:bg>
      <p:bgPr>
        <a:solidFill>
          <a:schemeClr val="tx1"/>
        </a:solidFill>
        <a:effectLst/>
      </p:bgPr>
    </p:bg>
    <p:spTree>
      <p:nvGrpSpPr>
        <p:cNvPr id="1" name=""/>
        <p:cNvGrpSpPr/>
        <p:nvPr/>
      </p:nvGrpSpPr>
      <p:grpSpPr>
        <a:xfrm>
          <a:off x="0" y="0"/>
          <a:ext cx="0" cy="0"/>
          <a:chOff x="0" y="0"/>
          <a:chExt cx="0" cy="0"/>
        </a:xfrm>
      </p:grpSpPr>
      <p:sp>
        <p:nvSpPr>
          <p:cNvPr id="22" name="Title 5">
            <a:extLst>
              <a:ext uri="{FF2B5EF4-FFF2-40B4-BE49-F238E27FC236}">
                <a16:creationId xmlns:a16="http://schemas.microsoft.com/office/drawing/2014/main" id="{EFB84841-7905-7BC2-99C6-3BE8FF6D9A3E}"/>
              </a:ext>
            </a:extLst>
          </p:cNvPr>
          <p:cNvSpPr>
            <a:spLocks noGrp="1"/>
          </p:cNvSpPr>
          <p:nvPr>
            <p:ph type="title" hasCustomPrompt="1"/>
          </p:nvPr>
        </p:nvSpPr>
        <p:spPr>
          <a:xfrm>
            <a:off x="695325" y="3069000"/>
            <a:ext cx="7200000" cy="720000"/>
          </a:xfrm>
        </p:spPr>
        <p:txBody>
          <a:bodyPr anchor="ctr">
            <a:noAutofit/>
          </a:bodyPr>
          <a:lstStyle>
            <a:lvl1pPr>
              <a:buNone/>
              <a:defRPr sz="2800">
                <a:solidFill>
                  <a:srgbClr val="FFFFFF"/>
                </a:solidFill>
              </a:defRPr>
            </a:lvl1pPr>
          </a:lstStyle>
          <a:p>
            <a:r>
              <a:t>TITLE</a:t>
            </a:r>
          </a:p>
        </p:txBody>
      </p:sp>
      <p:pic>
        <p:nvPicPr>
          <p:cNvPr id="25" name="Graphic 1"/>
          <p:cNvPicPr>
            <a:picLocks noChangeAspect="1"/>
          </p:cNvPicPr>
          <p:nvPr/>
        </p:nvPicPr>
        <p:blipFill rotWithShape="1">
          <a:blip>
            <a:extLst>
              <a:ext uri="{96DAC541-7B7A-43D3-8B79-37D633B846F1}">
                <asvg:svgBlip xmlns:asvg="http://schemas.microsoft.com/office/drawing/2016/SVG/main" r:embed="rId2"/>
              </a:ext>
            </a:extLst>
          </a:blip>
          <a:srcRect t="16593" r="27472" b="31972"/>
          <a:stretch/>
        </p:blipFill>
        <p:spPr>
          <a:xfrm flipV="1">
            <a:off x="2908301" y="1"/>
            <a:ext cx="9283700" cy="68580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_LIGHT03">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E4EF8EB5-A91A-78A0-6C72-DC430A582B65}"/>
              </a:ext>
            </a:extLst>
          </p:cNvPr>
          <p:cNvSpPr>
            <a:spLocks noGrp="1"/>
          </p:cNvSpPr>
          <p:nvPr>
            <p:ph type="title" hasCustomPrompt="1"/>
          </p:nvPr>
        </p:nvSpPr>
        <p:spPr>
          <a:xfrm>
            <a:off x="695325" y="3069000"/>
            <a:ext cx="10801350" cy="720000"/>
          </a:xfrm>
        </p:spPr>
        <p:txBody>
          <a:bodyPr anchor="ctr">
            <a:noAutofit/>
          </a:bodyPr>
          <a:lstStyle>
            <a:lvl1pPr algn="ctr">
              <a:buNone/>
              <a:defRPr sz="2800">
                <a:solidFill>
                  <a:schemeClr val="tx1"/>
                </a:solidFill>
              </a:defRPr>
            </a:lvl1pPr>
          </a:lstStyle>
          <a:p>
            <a:r>
              <a:t>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DARK03">
    <p:bg>
      <p:bgPr>
        <a:solidFill>
          <a:schemeClr val="tx1"/>
        </a:solidFill>
        <a:effectLst/>
      </p:bgPr>
    </p:bg>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0A59E435-7AE3-D90A-FCE1-A0D60AFF31DB}"/>
              </a:ext>
            </a:extLst>
          </p:cNvPr>
          <p:cNvSpPr>
            <a:spLocks noGrp="1"/>
          </p:cNvSpPr>
          <p:nvPr>
            <p:ph type="title" hasCustomPrompt="1"/>
          </p:nvPr>
        </p:nvSpPr>
        <p:spPr>
          <a:xfrm>
            <a:off x="695325" y="3069000"/>
            <a:ext cx="10801350" cy="720000"/>
          </a:xfrm>
        </p:spPr>
        <p:txBody>
          <a:bodyPr anchor="ctr">
            <a:noAutofit/>
          </a:bodyPr>
          <a:lstStyle>
            <a:lvl1pPr algn="ctr">
              <a:buNone/>
              <a:defRPr sz="2800">
                <a:solidFill>
                  <a:srgbClr val="FFFFFF"/>
                </a:solidFill>
              </a:defRPr>
            </a:lvl1pPr>
          </a:lstStyle>
          <a:p>
            <a:r>
              <a:t>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STATEMENT_01">
    <p:spTree>
      <p:nvGrpSpPr>
        <p:cNvPr id="1" name=""/>
        <p:cNvGrpSpPr/>
        <p:nvPr/>
      </p:nvGrpSpPr>
      <p:grpSpPr>
        <a:xfrm>
          <a:off x="0" y="0"/>
          <a:ext cx="0" cy="0"/>
          <a:chOff x="0" y="0"/>
          <a:chExt cx="0" cy="0"/>
        </a:xfrm>
      </p:grpSpPr>
      <p:pic>
        <p:nvPicPr>
          <p:cNvPr id="7" name="Picture 2"/>
          <p:cNvPicPr>
            <a:picLocks noChangeAspect="1"/>
          </p:cNvPicPr>
          <p:nvPr/>
        </p:nvPicPr>
        <p:blipFill>
          <a:blip r:embed="rId2"/>
          <a:src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E7116302-589C-E106-9A43-A8698A5D3A2D}"/>
              </a:ext>
            </a:extLst>
          </p:cNvPr>
          <p:cNvSpPr>
            <a:spLocks noGrp="1"/>
          </p:cNvSpPr>
          <p:nvPr/>
        </p:nvSpPr>
        <p:spPr>
          <a:xfrm>
            <a:off x="0" y="-1"/>
            <a:ext cx="12192000" cy="6858001"/>
          </a:xfrm>
          <a:prstGeom prst="rect">
            <a:avLst/>
          </a:prstGeom>
          <a:gradFill>
            <a:gsLst>
              <a:gs pos="0">
                <a:srgbClr val="FF275B">
                  <a:alpha val="53261"/>
                </a:srgbClr>
              </a:gs>
              <a:gs pos="98000">
                <a:srgbClr val="3003F5">
                  <a:alpha val="5101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Title 5">
            <a:extLst>
              <a:ext uri="{FF2B5EF4-FFF2-40B4-BE49-F238E27FC236}">
                <a16:creationId xmlns:a16="http://schemas.microsoft.com/office/drawing/2014/main" id="{0B021602-FF84-D50E-A9D9-119B2CCED629}"/>
              </a:ext>
            </a:extLst>
          </p:cNvPr>
          <p:cNvSpPr>
            <a:spLocks noGrp="1"/>
          </p:cNvSpPr>
          <p:nvPr>
            <p:ph type="title" hasCustomPrompt="1"/>
          </p:nvPr>
        </p:nvSpPr>
        <p:spPr>
          <a:xfrm>
            <a:off x="695325" y="3069000"/>
            <a:ext cx="10801350" cy="720000"/>
          </a:xfrm>
        </p:spPr>
        <p:txBody>
          <a:bodyPr anchor="ctr">
            <a:noAutofit/>
          </a:bodyPr>
          <a:lstStyle>
            <a:lvl1pPr algn="ctr">
              <a:buNone/>
              <a:defRPr sz="2800">
                <a:solidFill>
                  <a:srgbClr val="FFFFFF"/>
                </a:solidFill>
              </a:defRPr>
            </a:lvl1pPr>
          </a:lstStyle>
          <a:p>
            <a:r>
              <a:t>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STATEMENT_02">
    <p:spTree>
      <p:nvGrpSpPr>
        <p:cNvPr id="1" name=""/>
        <p:cNvGrpSpPr/>
        <p:nvPr/>
      </p:nvGrpSpPr>
      <p:grpSpPr>
        <a:xfrm>
          <a:off x="0" y="0"/>
          <a:ext cx="0" cy="0"/>
          <a:chOff x="0" y="0"/>
          <a:chExt cx="0" cy="0"/>
        </a:xfrm>
      </p:grpSpPr>
      <p:pic>
        <p:nvPicPr>
          <p:cNvPr id="7" name="Picture 2"/>
          <p:cNvPicPr>
            <a:picLocks noChangeAspect="1"/>
          </p:cNvPicPr>
          <p:nvPr/>
        </p:nvPicPr>
        <p:blipFill>
          <a:blip r:embed="rId2"/>
          <a:src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E7116302-589C-E106-9A43-A8698A5D3A2D}"/>
              </a:ext>
            </a:extLst>
          </p:cNvPr>
          <p:cNvSpPr>
            <a:spLocks noGrp="1"/>
          </p:cNvSpPr>
          <p:nvPr/>
        </p:nvSpPr>
        <p:spPr>
          <a:xfrm>
            <a:off x="0" y="-1"/>
            <a:ext cx="12192000" cy="6858001"/>
          </a:xfrm>
          <a:prstGeom prst="rect">
            <a:avLst/>
          </a:prstGeom>
          <a:gradFill>
            <a:gsLst>
              <a:gs pos="97000">
                <a:schemeClr val="tx2">
                  <a:alpha val="80000"/>
                </a:schemeClr>
              </a:gs>
              <a:gs pos="0">
                <a:schemeClr val="accent6">
                  <a:alpha val="6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lvl="0" algn="ctr">
              <a:buNone/>
            </a:pPr>
            <a:endParaRPr/>
          </a:p>
        </p:txBody>
      </p:sp>
      <p:sp>
        <p:nvSpPr>
          <p:cNvPr id="5" name="Title 5">
            <a:extLst>
              <a:ext uri="{FF2B5EF4-FFF2-40B4-BE49-F238E27FC236}">
                <a16:creationId xmlns:a16="http://schemas.microsoft.com/office/drawing/2014/main" id="{0B021602-FF84-D50E-A9D9-119B2CCED629}"/>
              </a:ext>
            </a:extLst>
          </p:cNvPr>
          <p:cNvSpPr>
            <a:spLocks noGrp="1"/>
          </p:cNvSpPr>
          <p:nvPr>
            <p:ph type="title" hasCustomPrompt="1"/>
          </p:nvPr>
        </p:nvSpPr>
        <p:spPr>
          <a:xfrm>
            <a:off x="695325" y="3069000"/>
            <a:ext cx="10801350" cy="720000"/>
          </a:xfrm>
        </p:spPr>
        <p:txBody>
          <a:bodyPr anchor="ctr">
            <a:noAutofit/>
          </a:bodyPr>
          <a:lstStyle>
            <a:lvl1pPr algn="ctr">
              <a:buNone/>
              <a:defRPr sz="2800">
                <a:solidFill>
                  <a:srgbClr val="FFFFFF"/>
                </a:solidFill>
              </a:defRPr>
            </a:lvl1pPr>
          </a:lstStyle>
          <a:p>
            <a:r>
              <a:t>TITLE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STATEMENT_03">
    <p:spTree>
      <p:nvGrpSpPr>
        <p:cNvPr id="1" name=""/>
        <p:cNvGrpSpPr/>
        <p:nvPr/>
      </p:nvGrpSpPr>
      <p:grpSpPr>
        <a:xfrm>
          <a:off x="0" y="0"/>
          <a:ext cx="0" cy="0"/>
          <a:chOff x="0" y="0"/>
          <a:chExt cx="0" cy="0"/>
        </a:xfrm>
      </p:grpSpPr>
      <p:pic>
        <p:nvPicPr>
          <p:cNvPr id="24" name="Picture 2"/>
          <p:cNvPicPr>
            <a:picLocks noChangeAspect="1"/>
          </p:cNvPicPr>
          <p:nvPr/>
        </p:nvPicPr>
        <p:blipFill rotWithShape="1">
          <a:blip r:embed="rId2"/>
          <a:src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E7116302-589C-E106-9A43-A8698A5D3A2D}"/>
              </a:ext>
            </a:extLst>
          </p:cNvPr>
          <p:cNvSpPr>
            <a:spLocks noGrp="1"/>
          </p:cNvSpPr>
          <p:nvPr/>
        </p:nvSpPr>
        <p:spPr>
          <a:xfrm>
            <a:off x="0" y="-1"/>
            <a:ext cx="12192000" cy="6858001"/>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Title 5">
            <a:extLst>
              <a:ext uri="{FF2B5EF4-FFF2-40B4-BE49-F238E27FC236}">
                <a16:creationId xmlns:a16="http://schemas.microsoft.com/office/drawing/2014/main" id="{EFB84841-7905-7BC2-99C6-3BE8FF6D9A3E}"/>
              </a:ext>
            </a:extLst>
          </p:cNvPr>
          <p:cNvSpPr>
            <a:spLocks noGrp="1"/>
          </p:cNvSpPr>
          <p:nvPr>
            <p:ph type="title" hasCustomPrompt="1"/>
          </p:nvPr>
        </p:nvSpPr>
        <p:spPr>
          <a:xfrm>
            <a:off x="695325" y="3069000"/>
            <a:ext cx="10801350" cy="720000"/>
          </a:xfrm>
        </p:spPr>
        <p:txBody>
          <a:bodyPr anchor="ctr">
            <a:noAutofit/>
          </a:bodyPr>
          <a:lstStyle>
            <a:lvl1pPr algn="ctr">
              <a:buNone/>
              <a:defRPr sz="2800">
                <a:solidFill>
                  <a:srgbClr val="FFFFFF"/>
                </a:solidFill>
              </a:defRPr>
            </a:lvl1pPr>
          </a:lstStyle>
          <a:p>
            <a:r>
              <a:t>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_01">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2D1B8091-7837-9A38-58EE-98DC56DBEEC4}"/>
              </a:ext>
            </a:extLst>
          </p:cNvPr>
          <p:cNvSpPr>
            <a:spLocks noGrp="1"/>
          </p:cNvSpPr>
          <p:nvPr>
            <p:ph type="body" idx="10" hasCustomPrompt="1"/>
          </p:nvPr>
        </p:nvSpPr>
        <p:spPr>
          <a:xfrm>
            <a:off x="695201" y="1280204"/>
            <a:ext cx="10799763" cy="288000"/>
          </a:xfrm>
        </p:spPr>
        <p:txBody>
          <a:bodyPr anchor="ctr">
            <a:noAutofit/>
          </a:bodyPr>
          <a:lstStyle>
            <a:lvl1pPr marL="0" indent="0">
              <a:buNone/>
              <a:defRPr sz="1800" b="0" i="0" spc="500" baseline="0">
                <a:solidFill>
                  <a:schemeClr val="tx1"/>
                </a:solidFill>
                <a:latin typeface="Montserrat"/>
                <a:ea typeface="Montserrat"/>
                <a:cs typeface="Montserrat"/>
              </a:defRPr>
            </a:lvl1pPr>
          </a:lstStyle>
          <a:p>
            <a:pPr lvl="0">
              <a:buNone/>
            </a:pPr>
            <a:r>
              <a:t>SUBTITLE</a:t>
            </a:r>
          </a:p>
        </p:txBody>
      </p:sp>
      <p:sp>
        <p:nvSpPr>
          <p:cNvPr id="6" name="Title 5">
            <a:extLst>
              <a:ext uri="{FF2B5EF4-FFF2-40B4-BE49-F238E27FC236}">
                <a16:creationId xmlns:a16="http://schemas.microsoft.com/office/drawing/2014/main" id="{C96A631E-704B-C516-F8E7-6C34DFD92B56}"/>
              </a:ext>
            </a:extLst>
          </p:cNvPr>
          <p:cNvSpPr>
            <a:spLocks noGrp="1"/>
          </p:cNvSpPr>
          <p:nvPr>
            <p:ph type="title" hasCustomPrompt="1"/>
          </p:nvPr>
        </p:nvSpPr>
        <p:spPr/>
        <p:txBody>
          <a:bodyPr/>
          <a:lstStyle/>
          <a:p>
            <a:r>
              <a:t>CLICK TO EDIT MASTER TITLE STYLE</a:t>
            </a:r>
          </a:p>
        </p:txBody>
      </p:sp>
      <p:sp>
        <p:nvSpPr>
          <p:cNvPr id="5" name="Text Placeholder 2">
            <a:extLst>
              <a:ext uri="{FF2B5EF4-FFF2-40B4-BE49-F238E27FC236}">
                <a16:creationId xmlns:a16="http://schemas.microsoft.com/office/drawing/2014/main" id="{5343095E-476D-7827-86FA-AC6B032913E4}"/>
              </a:ext>
            </a:extLst>
          </p:cNvPr>
          <p:cNvSpPr>
            <a:spLocks noGrp="1"/>
          </p:cNvSpPr>
          <p:nvPr>
            <p:ph idx="1"/>
          </p:nvPr>
        </p:nvSpPr>
        <p:spPr>
          <a:xfrm>
            <a:off x="694964" y="1807793"/>
            <a:ext cx="10800000" cy="4320000"/>
          </a:xfrm>
          <a:prstGeom prst="rect">
            <a:avLst/>
          </a:prstGeom>
        </p:spPr>
        <p:txBody>
          <a:bodyPr vert="horz" lIns="72000" tIns="72000" rIns="72000" bIns="72000">
            <a:noAutofit/>
          </a:bodyPr>
          <a:lstStyle>
            <a:lvl1pPr>
              <a:buSzPct val="120000"/>
              <a:buNone/>
              <a:defRPr b="0" i="0">
                <a:latin typeface="Montserrat Light"/>
                <a:ea typeface="Montserrat Light"/>
                <a:cs typeface="Montserrat Light"/>
              </a:defRPr>
            </a:lvl1pPr>
            <a:lvl2pPr>
              <a:buNone/>
              <a:defRPr b="0" i="0">
                <a:latin typeface="Montserrat Light"/>
                <a:ea typeface="Montserrat Light"/>
                <a:cs typeface="Montserrat Light"/>
              </a:defRPr>
            </a:lvl2pPr>
            <a:lvl3pPr>
              <a:buNone/>
              <a:defRPr b="0" i="0">
                <a:latin typeface="Montserrat Light"/>
                <a:ea typeface="Montserrat Light"/>
                <a:cs typeface="Montserrat Light"/>
              </a:defRPr>
            </a:lvl3pPr>
          </a:lstStyle>
          <a:p>
            <a:pPr lvl="0">
              <a:buNone/>
            </a:pPr>
            <a:r>
              <a:t>Click to edit Master text styles</a:t>
            </a:r>
          </a:p>
          <a:p>
            <a:pPr lvl="1">
              <a:buNone/>
            </a:pPr>
            <a:r>
              <a:t>Second level</a:t>
            </a:r>
          </a:p>
          <a:p>
            <a:pPr lvl="2">
              <a:buNone/>
            </a:pPr>
            <a:r>
              <a:t>Third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_01.5">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2D1B8091-7837-9A38-58EE-98DC56DBEEC4}"/>
              </a:ext>
            </a:extLst>
          </p:cNvPr>
          <p:cNvSpPr>
            <a:spLocks noGrp="1"/>
          </p:cNvSpPr>
          <p:nvPr>
            <p:ph type="body" idx="10" hasCustomPrompt="1"/>
          </p:nvPr>
        </p:nvSpPr>
        <p:spPr>
          <a:xfrm>
            <a:off x="695201" y="1280204"/>
            <a:ext cx="10799763" cy="288000"/>
          </a:xfrm>
        </p:spPr>
        <p:txBody>
          <a:bodyPr anchor="ctr">
            <a:noAutofit/>
          </a:bodyPr>
          <a:lstStyle>
            <a:lvl1pPr marL="0" indent="0">
              <a:buNone/>
              <a:defRPr sz="1800" b="0" i="0" spc="500" baseline="0">
                <a:solidFill>
                  <a:schemeClr val="tx1"/>
                </a:solidFill>
                <a:latin typeface="Montserrat"/>
                <a:ea typeface="Montserrat"/>
                <a:cs typeface="Montserrat"/>
              </a:defRPr>
            </a:lvl1pPr>
          </a:lstStyle>
          <a:p>
            <a:pPr lvl="0">
              <a:buNone/>
            </a:pPr>
            <a:r>
              <a:t>SUBTITLE</a:t>
            </a:r>
          </a:p>
        </p:txBody>
      </p:sp>
      <p:sp>
        <p:nvSpPr>
          <p:cNvPr id="6" name="Title 5">
            <a:extLst>
              <a:ext uri="{FF2B5EF4-FFF2-40B4-BE49-F238E27FC236}">
                <a16:creationId xmlns:a16="http://schemas.microsoft.com/office/drawing/2014/main" id="{C96A631E-704B-C516-F8E7-6C34DFD92B56}"/>
              </a:ext>
            </a:extLst>
          </p:cNvPr>
          <p:cNvSpPr>
            <a:spLocks noGrp="1"/>
          </p:cNvSpPr>
          <p:nvPr>
            <p:ph type="title" hasCustomPrompt="1"/>
          </p:nvPr>
        </p:nvSpPr>
        <p:spPr/>
        <p:txBody>
          <a:bodyPr/>
          <a:lstStyle/>
          <a:p>
            <a:r>
              <a:t>CLICK TO EDIT MASTER TITLE STYLE</a:t>
            </a:r>
          </a:p>
        </p:txBody>
      </p:sp>
      <p:sp>
        <p:nvSpPr>
          <p:cNvPr id="5" name="Text Placeholder 2">
            <a:extLst>
              <a:ext uri="{FF2B5EF4-FFF2-40B4-BE49-F238E27FC236}">
                <a16:creationId xmlns:a16="http://schemas.microsoft.com/office/drawing/2014/main" id="{5343095E-476D-7827-86FA-AC6B032913E4}"/>
              </a:ext>
            </a:extLst>
          </p:cNvPr>
          <p:cNvSpPr>
            <a:spLocks noGrp="1"/>
          </p:cNvSpPr>
          <p:nvPr>
            <p:ph idx="1"/>
          </p:nvPr>
        </p:nvSpPr>
        <p:spPr>
          <a:xfrm>
            <a:off x="694964" y="1807793"/>
            <a:ext cx="10800000" cy="4320000"/>
          </a:xfrm>
          <a:prstGeom prst="rect">
            <a:avLst/>
          </a:prstGeom>
        </p:spPr>
        <p:txBody>
          <a:bodyPr vert="horz" lIns="72000" tIns="72000" rIns="72000" bIns="72000">
            <a:noAutofit/>
          </a:bodyPr>
          <a:lstStyle>
            <a:lvl1pPr marL="0" indent="0">
              <a:lnSpc>
                <a:spcPct val="120000"/>
              </a:lnSpc>
              <a:spcBef>
                <a:spcPts val="0"/>
              </a:spcBef>
              <a:spcAft>
                <a:spcPts val="1000"/>
              </a:spcAft>
              <a:buNone/>
              <a:defRPr b="0" i="0">
                <a:latin typeface="Montserrat Light"/>
                <a:ea typeface="Montserrat Light"/>
                <a:cs typeface="Montserrat Light"/>
              </a:defRPr>
            </a:lvl1pPr>
            <a:lvl2pPr marL="180000" indent="0">
              <a:buNone/>
              <a:defRPr b="0" i="0">
                <a:latin typeface="Montserrat Light"/>
                <a:ea typeface="Montserrat Light"/>
                <a:cs typeface="Montserrat Light"/>
              </a:defRPr>
            </a:lvl2pPr>
            <a:lvl3pPr marL="360000" indent="0">
              <a:buNone/>
              <a:defRPr b="0" i="0">
                <a:latin typeface="Montserrat Light"/>
                <a:ea typeface="Montserrat Light"/>
                <a:cs typeface="Montserrat Light"/>
              </a:defRPr>
            </a:lvl3pPr>
          </a:lstStyle>
          <a:p>
            <a:pPr lvl="0">
              <a:buNone/>
            </a:pPr>
            <a:r>
              <a:t>Click to edit Master text styles</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_02">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96A631E-704B-C516-F8E7-6C34DFD92B56}"/>
              </a:ext>
            </a:extLst>
          </p:cNvPr>
          <p:cNvSpPr>
            <a:spLocks noGrp="1"/>
          </p:cNvSpPr>
          <p:nvPr>
            <p:ph type="title" hasCustomPrompt="1"/>
          </p:nvPr>
        </p:nvSpPr>
        <p:spPr/>
        <p:txBody>
          <a:bodyPr/>
          <a:lstStyle/>
          <a:p>
            <a:r>
              <a:t>CLICK TO EDIT MASTER TITLE STYLE</a:t>
            </a:r>
          </a:p>
        </p:txBody>
      </p:sp>
      <p:sp>
        <p:nvSpPr>
          <p:cNvPr id="5" name="Text Placeholder 2">
            <a:extLst>
              <a:ext uri="{FF2B5EF4-FFF2-40B4-BE49-F238E27FC236}">
                <a16:creationId xmlns:a16="http://schemas.microsoft.com/office/drawing/2014/main" id="{5343095E-476D-7827-86FA-AC6B032913E4}"/>
              </a:ext>
            </a:extLst>
          </p:cNvPr>
          <p:cNvSpPr>
            <a:spLocks noGrp="1"/>
          </p:cNvSpPr>
          <p:nvPr>
            <p:ph idx="1"/>
          </p:nvPr>
        </p:nvSpPr>
        <p:spPr>
          <a:xfrm>
            <a:off x="694964" y="1807793"/>
            <a:ext cx="10800000" cy="4320000"/>
          </a:xfrm>
          <a:prstGeom prst="rect">
            <a:avLst/>
          </a:prstGeom>
        </p:spPr>
        <p:txBody>
          <a:bodyPr vert="horz" lIns="72000" tIns="72000" rIns="72000" bIns="72000">
            <a:noAutofit/>
          </a:bodyPr>
          <a:lstStyle/>
          <a:p>
            <a:pPr lvl="0">
              <a:buNone/>
            </a:pPr>
            <a:r>
              <a:t>Click to edit Master text styles</a:t>
            </a:r>
          </a:p>
          <a:p>
            <a:pPr lvl="1">
              <a:buNone/>
            </a:pPr>
            <a:r>
              <a:t>Second level</a:t>
            </a:r>
          </a:p>
          <a:p>
            <a:pPr lvl="2">
              <a:buNone/>
            </a:pPr>
            <a:r>
              <a:t>Third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_0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96A631E-704B-C516-F8E7-6C34DFD92B56}"/>
              </a:ext>
            </a:extLst>
          </p:cNvPr>
          <p:cNvSpPr>
            <a:spLocks noGrp="1"/>
          </p:cNvSpPr>
          <p:nvPr>
            <p:ph type="title" hasCustomPrompt="1"/>
          </p:nvPr>
        </p:nvSpPr>
        <p:spPr/>
        <p:txBody>
          <a:bodyPr/>
          <a:lstStyle/>
          <a:p>
            <a:r>
              <a:t>CLICK TO EDIT MASTER TITLE STYLE</a:t>
            </a:r>
          </a:p>
        </p:txBody>
      </p:sp>
      <p:sp>
        <p:nvSpPr>
          <p:cNvPr id="2" name="Text Placeholder 7">
            <a:extLst>
              <a:ext uri="{FF2B5EF4-FFF2-40B4-BE49-F238E27FC236}">
                <a16:creationId xmlns:a16="http://schemas.microsoft.com/office/drawing/2014/main" id="{7D8C7C13-9CD2-3C42-B526-895EAA55C95D}"/>
              </a:ext>
            </a:extLst>
          </p:cNvPr>
          <p:cNvSpPr>
            <a:spLocks noGrp="1"/>
          </p:cNvSpPr>
          <p:nvPr>
            <p:ph type="body" idx="10" hasCustomPrompt="1"/>
          </p:nvPr>
        </p:nvSpPr>
        <p:spPr>
          <a:xfrm>
            <a:off x="695201" y="1280204"/>
            <a:ext cx="10799763" cy="288000"/>
          </a:xfrm>
        </p:spPr>
        <p:txBody>
          <a:bodyPr anchor="ctr">
            <a:noAutofit/>
          </a:bodyPr>
          <a:lstStyle>
            <a:lvl1pPr marL="0" indent="0">
              <a:buNone/>
              <a:defRPr sz="1800" b="0" i="0" spc="500" baseline="0">
                <a:solidFill>
                  <a:schemeClr val="tx1"/>
                </a:solidFill>
                <a:latin typeface="Montserrat"/>
                <a:ea typeface="Montserrat"/>
                <a:cs typeface="Montserrat"/>
              </a:defRPr>
            </a:lvl1pPr>
          </a:lstStyle>
          <a:p>
            <a:pPr lvl="0">
              <a:buNone/>
            </a:pPr>
            <a:r>
              <a:t>SUBTITLE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_04">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96A631E-704B-C516-F8E7-6C34DFD92B56}"/>
              </a:ext>
            </a:extLst>
          </p:cNvPr>
          <p:cNvSpPr>
            <a:spLocks noGrp="1"/>
          </p:cNvSpPr>
          <p:nvPr>
            <p:ph type="title" hasCustomPrompt="1"/>
          </p:nvPr>
        </p:nvSpPr>
        <p:spPr/>
        <p:txBody>
          <a:bodyPr/>
          <a:lstStyle/>
          <a:p>
            <a:r>
              <a:t>CLICK TO EDIT MASTER TITLE STYLE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ND_01">
    <p:bg>
      <p:bgPr>
        <a:solidFill>
          <a:schemeClr val="tx1"/>
        </a:solidFill>
        <a:effectLst/>
      </p:bgPr>
    </p:bg>
    <p:spTree>
      <p:nvGrpSpPr>
        <p:cNvPr id="1" name=""/>
        <p:cNvGrpSpPr/>
        <p:nvPr/>
      </p:nvGrpSpPr>
      <p:grpSpPr>
        <a:xfrm>
          <a:off x="0" y="0"/>
          <a:ext cx="0" cy="0"/>
          <a:chOff x="0" y="0"/>
          <a:chExt cx="0" cy="0"/>
        </a:xfrm>
      </p:grpSpPr>
      <p:pic>
        <p:nvPicPr>
          <p:cNvPr id="12" name="Graphic 7"/>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08376" y="5265683"/>
            <a:ext cx="3575247" cy="1116724"/>
          </a:xfrm>
          <a:prstGeom prst="rect">
            <a:avLst/>
          </a:prstGeom>
        </p:spPr>
      </p:pic>
      <p:sp>
        <p:nvSpPr>
          <p:cNvPr id="9" name="Title 5">
            <a:extLst>
              <a:ext uri="{FF2B5EF4-FFF2-40B4-BE49-F238E27FC236}">
                <a16:creationId xmlns:a16="http://schemas.microsoft.com/office/drawing/2014/main" id="{AFCF22E4-956C-3BEE-9B77-0A1E7DA4AF0F}"/>
              </a:ext>
            </a:extLst>
          </p:cNvPr>
          <p:cNvSpPr>
            <a:spLocks noGrp="1"/>
          </p:cNvSpPr>
          <p:nvPr>
            <p:ph type="title" hasCustomPrompt="1"/>
          </p:nvPr>
        </p:nvSpPr>
        <p:spPr>
          <a:xfrm>
            <a:off x="695325" y="2680119"/>
            <a:ext cx="10801350" cy="720000"/>
          </a:xfrm>
        </p:spPr>
        <p:txBody>
          <a:bodyPr anchor="b">
            <a:noAutofit/>
          </a:bodyPr>
          <a:lstStyle>
            <a:lvl1pPr algn="ctr">
              <a:buNone/>
              <a:defRPr sz="3200">
                <a:solidFill>
                  <a:srgbClr val="FFFFFF"/>
                </a:solidFill>
              </a:defRPr>
            </a:lvl1pPr>
          </a:lstStyle>
          <a:p>
            <a:r>
              <a:t>THANK YOU</a:t>
            </a:r>
          </a:p>
        </p:txBody>
      </p:sp>
      <p:sp>
        <p:nvSpPr>
          <p:cNvPr id="10" name="Text Placeholder 7">
            <a:extLst>
              <a:ext uri="{FF2B5EF4-FFF2-40B4-BE49-F238E27FC236}">
                <a16:creationId xmlns:a16="http://schemas.microsoft.com/office/drawing/2014/main" id="{A9CB0F52-3374-C862-022A-DA7A1F6B6B68}"/>
              </a:ext>
            </a:extLst>
          </p:cNvPr>
          <p:cNvSpPr>
            <a:spLocks noGrp="1"/>
          </p:cNvSpPr>
          <p:nvPr>
            <p:ph type="body" idx="10" hasCustomPrompt="1"/>
          </p:nvPr>
        </p:nvSpPr>
        <p:spPr>
          <a:xfrm>
            <a:off x="696118" y="3456770"/>
            <a:ext cx="10799765" cy="360000"/>
          </a:xfrm>
        </p:spPr>
        <p:txBody>
          <a:bodyPr anchor="ctr">
            <a:noAutofit/>
          </a:bodyPr>
          <a:lstStyle>
            <a:lvl1pPr marL="0" indent="0" algn="ctr">
              <a:buNone/>
              <a:defRPr sz="1400" b="0" i="0" spc="500" baseline="0">
                <a:solidFill>
                  <a:schemeClr val="tx2"/>
                </a:solidFill>
                <a:latin typeface="Montserrat"/>
                <a:ea typeface="Montserrat"/>
                <a:cs typeface="Montserrat"/>
              </a:defRPr>
            </a:lvl1pPr>
          </a:lstStyle>
          <a:p>
            <a:pPr lvl="0">
              <a:buNone/>
            </a:pPr>
            <a:r>
              <a:t>ANY QUESTIONS?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D_02">
    <p:bg>
      <p:bgPr>
        <a:solidFill>
          <a:schemeClr val="tx1"/>
        </a:solidFill>
        <a:effectLst/>
      </p:bgPr>
    </p:bg>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0A59E435-7AE3-D90A-FCE1-A0D60AFF31DB}"/>
              </a:ext>
            </a:extLst>
          </p:cNvPr>
          <p:cNvSpPr>
            <a:spLocks noGrp="1"/>
          </p:cNvSpPr>
          <p:nvPr>
            <p:ph type="title" hasCustomPrompt="1"/>
          </p:nvPr>
        </p:nvSpPr>
        <p:spPr>
          <a:xfrm>
            <a:off x="695325" y="2680119"/>
            <a:ext cx="10801350" cy="720000"/>
          </a:xfrm>
        </p:spPr>
        <p:txBody>
          <a:bodyPr anchor="b">
            <a:noAutofit/>
          </a:bodyPr>
          <a:lstStyle>
            <a:lvl1pPr algn="ctr">
              <a:buNone/>
              <a:defRPr sz="3200">
                <a:solidFill>
                  <a:srgbClr val="FFFFFF"/>
                </a:solidFill>
              </a:defRPr>
            </a:lvl1pPr>
          </a:lstStyle>
          <a:p>
            <a:r>
              <a:t>THANK YOU</a:t>
            </a:r>
          </a:p>
        </p:txBody>
      </p:sp>
      <p:sp>
        <p:nvSpPr>
          <p:cNvPr id="5" name="Text Placeholder 7">
            <a:extLst>
              <a:ext uri="{FF2B5EF4-FFF2-40B4-BE49-F238E27FC236}">
                <a16:creationId xmlns:a16="http://schemas.microsoft.com/office/drawing/2014/main" id="{796B38FC-AE43-5245-E1BF-4C1B3E6007DD}"/>
              </a:ext>
            </a:extLst>
          </p:cNvPr>
          <p:cNvSpPr>
            <a:spLocks noGrp="1"/>
          </p:cNvSpPr>
          <p:nvPr>
            <p:ph type="body" idx="10" hasCustomPrompt="1"/>
          </p:nvPr>
        </p:nvSpPr>
        <p:spPr>
          <a:xfrm>
            <a:off x="696118" y="3456770"/>
            <a:ext cx="10799765" cy="360000"/>
          </a:xfrm>
        </p:spPr>
        <p:txBody>
          <a:bodyPr anchor="ctr">
            <a:noAutofit/>
          </a:bodyPr>
          <a:lstStyle>
            <a:lvl1pPr marL="0" indent="0" algn="ctr">
              <a:buNone/>
              <a:defRPr sz="1400" b="0" i="0" spc="500" baseline="0">
                <a:solidFill>
                  <a:schemeClr val="accent1"/>
                </a:solidFill>
                <a:latin typeface="Montserrat"/>
                <a:ea typeface="Montserrat"/>
                <a:cs typeface="Montserrat"/>
              </a:defRPr>
            </a:lvl1pPr>
          </a:lstStyle>
          <a:p>
            <a:pPr lvl="0">
              <a:buNone/>
            </a:pPr>
            <a:r>
              <a:t>ANY QUESTIONS?</a:t>
            </a:r>
          </a:p>
        </p:txBody>
      </p:sp>
      <p:pic>
        <p:nvPicPr>
          <p:cNvPr id="9" name="Graphic 3"/>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980588" y="4205651"/>
            <a:ext cx="2232838" cy="248306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EE4D6F-340E-FA43-34F3-6765D2726C12}"/>
              </a:ext>
            </a:extLst>
          </p:cNvPr>
          <p:cNvSpPr>
            <a:spLocks noGrp="1"/>
          </p:cNvSpPr>
          <p:nvPr>
            <p:ph type="title"/>
          </p:nvPr>
        </p:nvSpPr>
        <p:spPr>
          <a:xfrm>
            <a:off x="694964" y="742161"/>
            <a:ext cx="10800000" cy="468000"/>
          </a:xfrm>
          <a:prstGeom prst="rect">
            <a:avLst/>
          </a:prstGeom>
        </p:spPr>
        <p:txBody>
          <a:bodyPr vert="horz" lIns="72000" tIns="72000" rIns="72000" bIns="72000" anchor="ctr">
            <a:noAutofit/>
          </a:bodyPr>
          <a:lstStyle/>
          <a:p>
            <a:r>
              <a:t>Click to edit Master title style</a:t>
            </a:r>
          </a:p>
        </p:txBody>
      </p:sp>
      <p:sp>
        <p:nvSpPr>
          <p:cNvPr id="3" name="Text Placeholder 2">
            <a:extLst>
              <a:ext uri="{FF2B5EF4-FFF2-40B4-BE49-F238E27FC236}">
                <a16:creationId xmlns:a16="http://schemas.microsoft.com/office/drawing/2014/main" id="{76F33884-B567-A2AC-4EE7-EEC9777AF040}"/>
              </a:ext>
            </a:extLst>
          </p:cNvPr>
          <p:cNvSpPr>
            <a:spLocks noGrp="1"/>
          </p:cNvSpPr>
          <p:nvPr>
            <p:ph type="body" idx="1"/>
          </p:nvPr>
        </p:nvSpPr>
        <p:spPr>
          <a:xfrm>
            <a:off x="694964" y="1807793"/>
            <a:ext cx="10800000" cy="4320000"/>
          </a:xfrm>
          <a:prstGeom prst="rect">
            <a:avLst/>
          </a:prstGeom>
        </p:spPr>
        <p:txBody>
          <a:bodyPr vert="horz" lIns="72000" tIns="72000" rIns="72000" bIns="72000">
            <a:noAutofit/>
          </a:bodyPr>
          <a:lstStyle/>
          <a:p>
            <a:pPr lvl="0">
              <a:buNone/>
            </a:pPr>
            <a:r>
              <a:t>Click to edit Master text styles</a:t>
            </a:r>
          </a:p>
          <a:p>
            <a:pPr lvl="1">
              <a:buNone/>
            </a:pPr>
            <a:r>
              <a:t>Level 02</a:t>
            </a:r>
          </a:p>
          <a:p>
            <a:pPr lvl="2">
              <a:buNone/>
            </a:pPr>
            <a:r>
              <a:t>Level 03</a:t>
            </a:r>
          </a:p>
        </p:txBody>
      </p:sp>
      <p:sp>
        <p:nvSpPr>
          <p:cNvPr id="4" name="Rectangle 3">
            <a:extLst>
              <a:ext uri="{FF2B5EF4-FFF2-40B4-BE49-F238E27FC236}">
                <a16:creationId xmlns:a16="http://schemas.microsoft.com/office/drawing/2014/main" id="{4B29D985-9655-4063-0566-672D7C51EBED}"/>
              </a:ext>
            </a:extLst>
          </p:cNvPr>
          <p:cNvSpPr>
            <a:spLocks noGrp="1"/>
          </p:cNvSpPr>
          <p:nvPr/>
        </p:nvSpPr>
        <p:spPr>
          <a:xfrm rot="5400000">
            <a:off x="14219950" y="-1312150"/>
            <a:ext cx="6858000" cy="9482305"/>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4DE3BC64-897F-CF83-9ADB-7C643C89F465}"/>
              </a:ext>
            </a:extLst>
          </p:cNvPr>
          <p:cNvSpPr>
            <a:spLocks noGrp="1"/>
          </p:cNvSpPr>
          <p:nvPr/>
        </p:nvSpPr>
        <p:spPr>
          <a:xfrm rot="5400000">
            <a:off x="13269951" y="2109449"/>
            <a:ext cx="1747502" cy="1747497"/>
          </a:xfrm>
          <a:prstGeom prst="rect">
            <a:avLst/>
          </a:prstGeom>
          <a:solidFill>
            <a:srgbClr val="00145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420633EC-1C6F-918F-5BD3-7DB6C94108D0}"/>
              </a:ext>
            </a:extLst>
          </p:cNvPr>
          <p:cNvSpPr>
            <a:spLocks noGrp="1"/>
          </p:cNvSpPr>
          <p:nvPr/>
        </p:nvSpPr>
        <p:spPr>
          <a:xfrm rot="5400000">
            <a:off x="13706826" y="4293673"/>
            <a:ext cx="873749" cy="87374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B54BCE5D-6CE7-3A5C-45DF-ED6E9FCC4B0B}"/>
              </a:ext>
            </a:extLst>
          </p:cNvPr>
          <p:cNvSpPr>
            <a:spLocks noGrp="1"/>
          </p:cNvSpPr>
          <p:nvPr/>
        </p:nvSpPr>
        <p:spPr>
          <a:xfrm rot="5400000">
            <a:off x="13706826" y="3419927"/>
            <a:ext cx="873749" cy="87374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4" name="Rectangle 33">
            <a:extLst>
              <a:ext uri="{FF2B5EF4-FFF2-40B4-BE49-F238E27FC236}">
                <a16:creationId xmlns:a16="http://schemas.microsoft.com/office/drawing/2014/main" id="{F5F09C4C-B0F1-EB1F-02D7-51D355F0B14C}"/>
              </a:ext>
            </a:extLst>
          </p:cNvPr>
          <p:cNvSpPr>
            <a:spLocks noGrp="1"/>
          </p:cNvSpPr>
          <p:nvPr/>
        </p:nvSpPr>
        <p:spPr>
          <a:xfrm rot="10800000" flipH="1">
            <a:off x="-12550841" y="3857609"/>
            <a:ext cx="873751" cy="873749"/>
          </a:xfrm>
          <a:prstGeom prst="rect">
            <a:avLst/>
          </a:prstGeom>
          <a:solidFill>
            <a:srgbClr val="333333"/>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5" name="Rectangle 34">
            <a:extLst>
              <a:ext uri="{FF2B5EF4-FFF2-40B4-BE49-F238E27FC236}">
                <a16:creationId xmlns:a16="http://schemas.microsoft.com/office/drawing/2014/main" id="{553202DF-BD5A-1749-DAA1-DE43D6DA858E}"/>
              </a:ext>
            </a:extLst>
          </p:cNvPr>
          <p:cNvSpPr>
            <a:spLocks noGrp="1"/>
          </p:cNvSpPr>
          <p:nvPr/>
        </p:nvSpPr>
        <p:spPr>
          <a:xfrm rot="10800000" flipH="1">
            <a:off x="-12824770" y="4132268"/>
            <a:ext cx="325894" cy="32443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1" name="Rectangle 30">
            <a:extLst>
              <a:ext uri="{FF2B5EF4-FFF2-40B4-BE49-F238E27FC236}">
                <a16:creationId xmlns:a16="http://schemas.microsoft.com/office/drawing/2014/main" id="{83B3A1CD-5CC4-AF9B-E1E4-CF79AEF92229}"/>
              </a:ext>
            </a:extLst>
          </p:cNvPr>
          <p:cNvSpPr>
            <a:spLocks noGrp="1"/>
          </p:cNvSpPr>
          <p:nvPr/>
        </p:nvSpPr>
        <p:spPr>
          <a:xfrm rot="10800000" flipH="1">
            <a:off x="-13424586" y="3857609"/>
            <a:ext cx="873751" cy="873749"/>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6" name="Rectangle 165">
            <a:extLst>
              <a:ext uri="{FF2B5EF4-FFF2-40B4-BE49-F238E27FC236}">
                <a16:creationId xmlns:a16="http://schemas.microsoft.com/office/drawing/2014/main" id="{D833D704-2BFF-1E04-D06C-5F0ABE4780CE}"/>
              </a:ext>
            </a:extLst>
          </p:cNvPr>
          <p:cNvSpPr>
            <a:spLocks noGrp="1"/>
          </p:cNvSpPr>
          <p:nvPr/>
        </p:nvSpPr>
        <p:spPr>
          <a:xfrm rot="10800000" flipH="1">
            <a:off x="-13698515" y="4132268"/>
            <a:ext cx="325894" cy="324430"/>
          </a:xfrm>
          <a:prstGeom prst="rect">
            <a:avLst/>
          </a:prstGeom>
          <a:solidFill>
            <a:srgbClr val="2B007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9" name="Rectangle 28">
            <a:extLst>
              <a:ext uri="{FF2B5EF4-FFF2-40B4-BE49-F238E27FC236}">
                <a16:creationId xmlns:a16="http://schemas.microsoft.com/office/drawing/2014/main" id="{F79B6543-1364-FB77-5FA6-01EAC4C9FA26}"/>
              </a:ext>
            </a:extLst>
          </p:cNvPr>
          <p:cNvSpPr>
            <a:spLocks noGrp="1"/>
          </p:cNvSpPr>
          <p:nvPr/>
        </p:nvSpPr>
        <p:spPr>
          <a:xfrm rot="10800000" flipH="1">
            <a:off x="-14298319" y="3857609"/>
            <a:ext cx="873751" cy="873749"/>
          </a:xfrm>
          <a:prstGeom prst="rect">
            <a:avLst/>
          </a:prstGeom>
          <a:solidFill>
            <a:srgbClr val="FDDD3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7" name="Rectangle 166">
            <a:extLst>
              <a:ext uri="{FF2B5EF4-FFF2-40B4-BE49-F238E27FC236}">
                <a16:creationId xmlns:a16="http://schemas.microsoft.com/office/drawing/2014/main" id="{603BFEB9-00FC-45DF-9C70-C652BD93F06F}"/>
              </a:ext>
            </a:extLst>
          </p:cNvPr>
          <p:cNvSpPr>
            <a:spLocks noGrp="1"/>
          </p:cNvSpPr>
          <p:nvPr/>
        </p:nvSpPr>
        <p:spPr>
          <a:xfrm rot="10800000" flipH="1">
            <a:off x="-14572248" y="4132268"/>
            <a:ext cx="325894" cy="324430"/>
          </a:xfrm>
          <a:prstGeom prst="rect">
            <a:avLst/>
          </a:prstGeom>
          <a:solidFill>
            <a:srgbClr val="EAA7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Rectangle 26">
            <a:extLst>
              <a:ext uri="{FF2B5EF4-FFF2-40B4-BE49-F238E27FC236}">
                <a16:creationId xmlns:a16="http://schemas.microsoft.com/office/drawing/2014/main" id="{A4D47688-B337-DE27-0A4C-A91B74714942}"/>
              </a:ext>
            </a:extLst>
          </p:cNvPr>
          <p:cNvSpPr>
            <a:spLocks noGrp="1"/>
          </p:cNvSpPr>
          <p:nvPr/>
        </p:nvSpPr>
        <p:spPr>
          <a:xfrm rot="10800000" flipH="1">
            <a:off x="-15172047" y="3857609"/>
            <a:ext cx="873751" cy="873749"/>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8" name="Rectangle 167">
            <a:extLst>
              <a:ext uri="{FF2B5EF4-FFF2-40B4-BE49-F238E27FC236}">
                <a16:creationId xmlns:a16="http://schemas.microsoft.com/office/drawing/2014/main" id="{6F999E17-55F9-748C-7FFC-364C57C1FC67}"/>
              </a:ext>
            </a:extLst>
          </p:cNvPr>
          <p:cNvSpPr>
            <a:spLocks noGrp="1"/>
          </p:cNvSpPr>
          <p:nvPr/>
        </p:nvSpPr>
        <p:spPr>
          <a:xfrm rot="10800000" flipH="1">
            <a:off x="-15445975" y="4132268"/>
            <a:ext cx="325894" cy="324430"/>
          </a:xfrm>
          <a:prstGeom prst="rect">
            <a:avLst/>
          </a:prstGeom>
          <a:solidFill>
            <a:srgbClr val="CD4813"/>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C21F7CBF-F24E-9047-26C5-ECCD218A1F0D}"/>
              </a:ext>
            </a:extLst>
          </p:cNvPr>
          <p:cNvSpPr>
            <a:spLocks noGrp="1"/>
          </p:cNvSpPr>
          <p:nvPr/>
        </p:nvSpPr>
        <p:spPr>
          <a:xfrm rot="10800000" flipH="1">
            <a:off x="-16045774" y="3857609"/>
            <a:ext cx="873751" cy="87374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9" name="Rectangle 168">
            <a:extLst>
              <a:ext uri="{FF2B5EF4-FFF2-40B4-BE49-F238E27FC236}">
                <a16:creationId xmlns:a16="http://schemas.microsoft.com/office/drawing/2014/main" id="{34FB03ED-1A06-1581-A44E-B53D51BC1FF0}"/>
              </a:ext>
            </a:extLst>
          </p:cNvPr>
          <p:cNvSpPr>
            <a:spLocks noGrp="1"/>
          </p:cNvSpPr>
          <p:nvPr/>
        </p:nvSpPr>
        <p:spPr>
          <a:xfrm rot="10800000" flipH="1">
            <a:off x="-16319703" y="4132268"/>
            <a:ext cx="325894" cy="324430"/>
          </a:xfrm>
          <a:prstGeom prst="rect">
            <a:avLst/>
          </a:prstGeom>
          <a:solidFill>
            <a:srgbClr val="44850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C1CB55E-25E3-CA31-BE4F-985527638461}"/>
              </a:ext>
            </a:extLst>
          </p:cNvPr>
          <p:cNvSpPr>
            <a:spLocks noGrp="1"/>
          </p:cNvSpPr>
          <p:nvPr/>
        </p:nvSpPr>
        <p:spPr>
          <a:xfrm rot="10800000" flipH="1">
            <a:off x="-16919477" y="3857609"/>
            <a:ext cx="873751" cy="87374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0" name="Rectangle 169">
            <a:extLst>
              <a:ext uri="{FF2B5EF4-FFF2-40B4-BE49-F238E27FC236}">
                <a16:creationId xmlns:a16="http://schemas.microsoft.com/office/drawing/2014/main" id="{FE08EB83-1792-BAEB-6A93-BB48D9073EB1}"/>
              </a:ext>
            </a:extLst>
          </p:cNvPr>
          <p:cNvSpPr>
            <a:spLocks noGrp="1"/>
          </p:cNvSpPr>
          <p:nvPr/>
        </p:nvSpPr>
        <p:spPr>
          <a:xfrm rot="10800000" flipH="1">
            <a:off x="-17193406" y="4132268"/>
            <a:ext cx="325894" cy="324430"/>
          </a:xfrm>
          <a:prstGeom prst="rect">
            <a:avLst/>
          </a:prstGeom>
          <a:solidFill>
            <a:srgbClr val="ADC70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0FF9384E-8117-7B31-220F-2B71F239EABA}"/>
              </a:ext>
            </a:extLst>
          </p:cNvPr>
          <p:cNvSpPr>
            <a:spLocks noGrp="1"/>
          </p:cNvSpPr>
          <p:nvPr/>
        </p:nvSpPr>
        <p:spPr>
          <a:xfrm rot="10800000" flipH="1">
            <a:off x="-17790636" y="3857609"/>
            <a:ext cx="873751" cy="87374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1" name="Rectangle 170">
            <a:extLst>
              <a:ext uri="{FF2B5EF4-FFF2-40B4-BE49-F238E27FC236}">
                <a16:creationId xmlns:a16="http://schemas.microsoft.com/office/drawing/2014/main" id="{73B2FB92-C9E8-B14A-F8EE-718AA08F484D}"/>
              </a:ext>
            </a:extLst>
          </p:cNvPr>
          <p:cNvSpPr>
            <a:spLocks noGrp="1"/>
          </p:cNvSpPr>
          <p:nvPr/>
        </p:nvSpPr>
        <p:spPr>
          <a:xfrm rot="10800000" flipH="1">
            <a:off x="-18064564" y="4132268"/>
            <a:ext cx="325894" cy="324430"/>
          </a:xfrm>
          <a:prstGeom prst="rect">
            <a:avLst/>
          </a:prstGeom>
          <a:solidFill>
            <a:srgbClr val="A521A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263F0786-556A-B266-0C5B-7646AA7DDB1E}"/>
              </a:ext>
            </a:extLst>
          </p:cNvPr>
          <p:cNvSpPr>
            <a:spLocks noGrp="1"/>
          </p:cNvSpPr>
          <p:nvPr/>
        </p:nvSpPr>
        <p:spPr>
          <a:xfrm rot="10800000" flipH="1">
            <a:off x="-18661795" y="3857609"/>
            <a:ext cx="873751" cy="87374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2" name="Rectangle 171">
            <a:extLst>
              <a:ext uri="{FF2B5EF4-FFF2-40B4-BE49-F238E27FC236}">
                <a16:creationId xmlns:a16="http://schemas.microsoft.com/office/drawing/2014/main" id="{626993AC-53B9-99B8-A56C-825A988A1759}"/>
              </a:ext>
            </a:extLst>
          </p:cNvPr>
          <p:cNvSpPr>
            <a:spLocks noGrp="1"/>
          </p:cNvSpPr>
          <p:nvPr/>
        </p:nvSpPr>
        <p:spPr>
          <a:xfrm rot="10800000" flipH="1">
            <a:off x="-18935724" y="4132268"/>
            <a:ext cx="325894" cy="324430"/>
          </a:xfrm>
          <a:prstGeom prst="rect">
            <a:avLst/>
          </a:prstGeom>
          <a:solidFill>
            <a:srgbClr val="93100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3" name="Rectangle 172">
            <a:extLst>
              <a:ext uri="{FF2B5EF4-FFF2-40B4-BE49-F238E27FC236}">
                <a16:creationId xmlns:a16="http://schemas.microsoft.com/office/drawing/2014/main" id="{422926B7-4604-76BC-0435-037C9B5765A0}"/>
              </a:ext>
            </a:extLst>
          </p:cNvPr>
          <p:cNvSpPr>
            <a:spLocks noGrp="1"/>
          </p:cNvSpPr>
          <p:nvPr/>
        </p:nvSpPr>
        <p:spPr>
          <a:xfrm>
            <a:off x="13269951" y="4757671"/>
            <a:ext cx="873749" cy="195042"/>
          </a:xfrm>
          <a:prstGeom prst="rect">
            <a:avLst/>
          </a:prstGeom>
          <a:solidFill>
            <a:srgbClr val="4821F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4" name="Rectangle 173">
            <a:extLst>
              <a:ext uri="{FF2B5EF4-FFF2-40B4-BE49-F238E27FC236}">
                <a16:creationId xmlns:a16="http://schemas.microsoft.com/office/drawing/2014/main" id="{BC909110-11C1-A6A4-8180-600C4D19D400}"/>
              </a:ext>
            </a:extLst>
          </p:cNvPr>
          <p:cNvSpPr>
            <a:spLocks noGrp="1"/>
          </p:cNvSpPr>
          <p:nvPr/>
        </p:nvSpPr>
        <p:spPr>
          <a:xfrm>
            <a:off x="13269951" y="4952714"/>
            <a:ext cx="873749" cy="195042"/>
          </a:xfrm>
          <a:prstGeom prst="rect">
            <a:avLst/>
          </a:prstGeom>
          <a:solidFill>
            <a:srgbClr val="603FF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5" name="Rectangle 174">
            <a:extLst>
              <a:ext uri="{FF2B5EF4-FFF2-40B4-BE49-F238E27FC236}">
                <a16:creationId xmlns:a16="http://schemas.microsoft.com/office/drawing/2014/main" id="{E881786A-D695-5EA8-F5D9-75951A88DDA5}"/>
              </a:ext>
            </a:extLst>
          </p:cNvPr>
          <p:cNvSpPr>
            <a:spLocks noGrp="1"/>
          </p:cNvSpPr>
          <p:nvPr/>
        </p:nvSpPr>
        <p:spPr>
          <a:xfrm>
            <a:off x="13269951" y="5147757"/>
            <a:ext cx="873749" cy="195042"/>
          </a:xfrm>
          <a:prstGeom prst="rect">
            <a:avLst/>
          </a:prstGeom>
          <a:solidFill>
            <a:srgbClr val="745AF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6" name="Rectangle 175">
            <a:extLst>
              <a:ext uri="{FF2B5EF4-FFF2-40B4-BE49-F238E27FC236}">
                <a16:creationId xmlns:a16="http://schemas.microsoft.com/office/drawing/2014/main" id="{3D85FBB9-0CD9-4CE9-2919-54F2D481896D}"/>
              </a:ext>
            </a:extLst>
          </p:cNvPr>
          <p:cNvSpPr>
            <a:spLocks noGrp="1"/>
          </p:cNvSpPr>
          <p:nvPr/>
        </p:nvSpPr>
        <p:spPr>
          <a:xfrm>
            <a:off x="13269951" y="5342799"/>
            <a:ext cx="873749" cy="195042"/>
          </a:xfrm>
          <a:prstGeom prst="rect">
            <a:avLst/>
          </a:prstGeom>
          <a:solidFill>
            <a:srgbClr val="8A73F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7" name="Rectangle 176">
            <a:extLst>
              <a:ext uri="{FF2B5EF4-FFF2-40B4-BE49-F238E27FC236}">
                <a16:creationId xmlns:a16="http://schemas.microsoft.com/office/drawing/2014/main" id="{EBC0458F-ABC6-82A1-E83B-23F53716DB5C}"/>
              </a:ext>
            </a:extLst>
          </p:cNvPr>
          <p:cNvSpPr>
            <a:spLocks noGrp="1"/>
          </p:cNvSpPr>
          <p:nvPr/>
        </p:nvSpPr>
        <p:spPr>
          <a:xfrm>
            <a:off x="13269951" y="5537073"/>
            <a:ext cx="873749" cy="195042"/>
          </a:xfrm>
          <a:prstGeom prst="rect">
            <a:avLst/>
          </a:prstGeom>
          <a:solidFill>
            <a:srgbClr val="9F8DF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8" name="Rectangle 177">
            <a:extLst>
              <a:ext uri="{FF2B5EF4-FFF2-40B4-BE49-F238E27FC236}">
                <a16:creationId xmlns:a16="http://schemas.microsoft.com/office/drawing/2014/main" id="{8AF6D25D-F44E-B957-3A11-03F88D5DA306}"/>
              </a:ext>
            </a:extLst>
          </p:cNvPr>
          <p:cNvSpPr>
            <a:spLocks noGrp="1"/>
          </p:cNvSpPr>
          <p:nvPr/>
        </p:nvSpPr>
        <p:spPr>
          <a:xfrm>
            <a:off x="13269951" y="5732116"/>
            <a:ext cx="873749" cy="195042"/>
          </a:xfrm>
          <a:prstGeom prst="rect">
            <a:avLst/>
          </a:prstGeom>
          <a:solidFill>
            <a:srgbClr val="B3A5FB"/>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9" name="Rectangle 178">
            <a:extLst>
              <a:ext uri="{FF2B5EF4-FFF2-40B4-BE49-F238E27FC236}">
                <a16:creationId xmlns:a16="http://schemas.microsoft.com/office/drawing/2014/main" id="{3753D9D5-ED5A-BF9F-D788-EC37E92A689E}"/>
              </a:ext>
            </a:extLst>
          </p:cNvPr>
          <p:cNvSpPr>
            <a:spLocks noGrp="1"/>
          </p:cNvSpPr>
          <p:nvPr/>
        </p:nvSpPr>
        <p:spPr>
          <a:xfrm>
            <a:off x="13269951" y="5926389"/>
            <a:ext cx="873749" cy="195042"/>
          </a:xfrm>
          <a:prstGeom prst="rect">
            <a:avLst/>
          </a:prstGeom>
          <a:solidFill>
            <a:srgbClr val="C6BCF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0" name="Rectangle 179">
            <a:extLst>
              <a:ext uri="{FF2B5EF4-FFF2-40B4-BE49-F238E27FC236}">
                <a16:creationId xmlns:a16="http://schemas.microsoft.com/office/drawing/2014/main" id="{923B3639-6A87-6259-0629-C7EB44988346}"/>
              </a:ext>
            </a:extLst>
          </p:cNvPr>
          <p:cNvSpPr>
            <a:spLocks noGrp="1"/>
          </p:cNvSpPr>
          <p:nvPr/>
        </p:nvSpPr>
        <p:spPr>
          <a:xfrm>
            <a:off x="13269951" y="6120663"/>
            <a:ext cx="873749" cy="195042"/>
          </a:xfrm>
          <a:prstGeom prst="rect">
            <a:avLst/>
          </a:prstGeom>
          <a:solidFill>
            <a:srgbClr val="DBD3F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1" name="Rectangle 180">
            <a:extLst>
              <a:ext uri="{FF2B5EF4-FFF2-40B4-BE49-F238E27FC236}">
                <a16:creationId xmlns:a16="http://schemas.microsoft.com/office/drawing/2014/main" id="{10B53E99-A39F-B4EC-10D0-D57FD42C9BCE}"/>
              </a:ext>
            </a:extLst>
          </p:cNvPr>
          <p:cNvSpPr>
            <a:spLocks noGrp="1"/>
          </p:cNvSpPr>
          <p:nvPr/>
        </p:nvSpPr>
        <p:spPr>
          <a:xfrm>
            <a:off x="13269951" y="6314936"/>
            <a:ext cx="873749" cy="195042"/>
          </a:xfrm>
          <a:prstGeom prst="rect">
            <a:avLst/>
          </a:prstGeom>
          <a:solidFill>
            <a:srgbClr val="ECE9F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4" name="Rectangle 183">
            <a:extLst>
              <a:ext uri="{FF2B5EF4-FFF2-40B4-BE49-F238E27FC236}">
                <a16:creationId xmlns:a16="http://schemas.microsoft.com/office/drawing/2014/main" id="{5CF86531-6F3E-83A7-6839-3AFE33B05A72}"/>
              </a:ext>
            </a:extLst>
          </p:cNvPr>
          <p:cNvSpPr>
            <a:spLocks noGrp="1"/>
          </p:cNvSpPr>
          <p:nvPr/>
        </p:nvSpPr>
        <p:spPr>
          <a:xfrm>
            <a:off x="14143696" y="4759795"/>
            <a:ext cx="873749" cy="195042"/>
          </a:xfrm>
          <a:prstGeom prst="rect">
            <a:avLst/>
          </a:prstGeom>
          <a:solidFill>
            <a:srgbClr val="8EEDEB"/>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5" name="Rectangle 184">
            <a:extLst>
              <a:ext uri="{FF2B5EF4-FFF2-40B4-BE49-F238E27FC236}">
                <a16:creationId xmlns:a16="http://schemas.microsoft.com/office/drawing/2014/main" id="{EE990E8E-5E61-E80C-FCB8-914AF3BA1249}"/>
              </a:ext>
            </a:extLst>
          </p:cNvPr>
          <p:cNvSpPr>
            <a:spLocks noGrp="1"/>
          </p:cNvSpPr>
          <p:nvPr/>
        </p:nvSpPr>
        <p:spPr>
          <a:xfrm>
            <a:off x="14143696" y="4954838"/>
            <a:ext cx="873749" cy="195042"/>
          </a:xfrm>
          <a:prstGeom prst="rect">
            <a:avLst/>
          </a:prstGeom>
          <a:solidFill>
            <a:srgbClr val="9CF0E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6" name="Rectangle 185">
            <a:extLst>
              <a:ext uri="{FF2B5EF4-FFF2-40B4-BE49-F238E27FC236}">
                <a16:creationId xmlns:a16="http://schemas.microsoft.com/office/drawing/2014/main" id="{8B1AA2F2-6B68-E1C0-20C7-3BAB9AF0C90F}"/>
              </a:ext>
            </a:extLst>
          </p:cNvPr>
          <p:cNvSpPr>
            <a:spLocks noGrp="1"/>
          </p:cNvSpPr>
          <p:nvPr/>
        </p:nvSpPr>
        <p:spPr>
          <a:xfrm>
            <a:off x="14143696" y="5149881"/>
            <a:ext cx="873749" cy="195042"/>
          </a:xfrm>
          <a:prstGeom prst="rect">
            <a:avLst/>
          </a:prstGeom>
          <a:solidFill>
            <a:srgbClr val="A7F2F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7" name="Rectangle 186">
            <a:extLst>
              <a:ext uri="{FF2B5EF4-FFF2-40B4-BE49-F238E27FC236}">
                <a16:creationId xmlns:a16="http://schemas.microsoft.com/office/drawing/2014/main" id="{8F16A39D-54EF-D516-6726-37BD583E4EDB}"/>
              </a:ext>
            </a:extLst>
          </p:cNvPr>
          <p:cNvSpPr>
            <a:spLocks noGrp="1"/>
          </p:cNvSpPr>
          <p:nvPr/>
        </p:nvSpPr>
        <p:spPr>
          <a:xfrm>
            <a:off x="14143696" y="5344923"/>
            <a:ext cx="873749" cy="195042"/>
          </a:xfrm>
          <a:prstGeom prst="rect">
            <a:avLst/>
          </a:prstGeom>
          <a:solidFill>
            <a:srgbClr val="B5F3F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8" name="Rectangle 187">
            <a:extLst>
              <a:ext uri="{FF2B5EF4-FFF2-40B4-BE49-F238E27FC236}">
                <a16:creationId xmlns:a16="http://schemas.microsoft.com/office/drawing/2014/main" id="{FC55435D-77D5-545C-4C0C-49737E2E3C97}"/>
              </a:ext>
            </a:extLst>
          </p:cNvPr>
          <p:cNvSpPr>
            <a:spLocks noGrp="1"/>
          </p:cNvSpPr>
          <p:nvPr/>
        </p:nvSpPr>
        <p:spPr>
          <a:xfrm>
            <a:off x="14143696" y="5539197"/>
            <a:ext cx="873749" cy="195042"/>
          </a:xfrm>
          <a:prstGeom prst="rect">
            <a:avLst/>
          </a:prstGeom>
          <a:solidFill>
            <a:srgbClr val="C2F5F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9" name="Rectangle 188">
            <a:extLst>
              <a:ext uri="{FF2B5EF4-FFF2-40B4-BE49-F238E27FC236}">
                <a16:creationId xmlns:a16="http://schemas.microsoft.com/office/drawing/2014/main" id="{72ADC12E-CDC1-C34B-454D-A490DD015C43}"/>
              </a:ext>
            </a:extLst>
          </p:cNvPr>
          <p:cNvSpPr>
            <a:spLocks noGrp="1"/>
          </p:cNvSpPr>
          <p:nvPr/>
        </p:nvSpPr>
        <p:spPr>
          <a:xfrm>
            <a:off x="14143696" y="5734240"/>
            <a:ext cx="873749" cy="195042"/>
          </a:xfrm>
          <a:prstGeom prst="rect">
            <a:avLst/>
          </a:prstGeom>
          <a:solidFill>
            <a:srgbClr val="CFF8F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0" name="Rectangle 189">
            <a:extLst>
              <a:ext uri="{FF2B5EF4-FFF2-40B4-BE49-F238E27FC236}">
                <a16:creationId xmlns:a16="http://schemas.microsoft.com/office/drawing/2014/main" id="{7C4D5F0C-C6C5-C977-D7F3-47DD7C2C717A}"/>
              </a:ext>
            </a:extLst>
          </p:cNvPr>
          <p:cNvSpPr>
            <a:spLocks noGrp="1"/>
          </p:cNvSpPr>
          <p:nvPr/>
        </p:nvSpPr>
        <p:spPr>
          <a:xfrm>
            <a:off x="14143696" y="5928513"/>
            <a:ext cx="873749" cy="195042"/>
          </a:xfrm>
          <a:prstGeom prst="rect">
            <a:avLst/>
          </a:prstGeom>
          <a:solidFill>
            <a:srgbClr val="DBF9F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1" name="Rectangle 190">
            <a:extLst>
              <a:ext uri="{FF2B5EF4-FFF2-40B4-BE49-F238E27FC236}">
                <a16:creationId xmlns:a16="http://schemas.microsoft.com/office/drawing/2014/main" id="{317F2F1A-D64A-8625-C0F2-1612085B44B7}"/>
              </a:ext>
            </a:extLst>
          </p:cNvPr>
          <p:cNvSpPr>
            <a:spLocks noGrp="1"/>
          </p:cNvSpPr>
          <p:nvPr/>
        </p:nvSpPr>
        <p:spPr>
          <a:xfrm>
            <a:off x="14143696" y="6122787"/>
            <a:ext cx="873749" cy="195042"/>
          </a:xfrm>
          <a:prstGeom prst="rect">
            <a:avLst/>
          </a:prstGeom>
          <a:solidFill>
            <a:srgbClr val="E7FBFB"/>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2" name="Rectangle 191">
            <a:extLst>
              <a:ext uri="{FF2B5EF4-FFF2-40B4-BE49-F238E27FC236}">
                <a16:creationId xmlns:a16="http://schemas.microsoft.com/office/drawing/2014/main" id="{8D5CD6F0-2085-399B-6B54-7108C2ACF2B0}"/>
              </a:ext>
            </a:extLst>
          </p:cNvPr>
          <p:cNvSpPr>
            <a:spLocks noGrp="1"/>
          </p:cNvSpPr>
          <p:nvPr/>
        </p:nvSpPr>
        <p:spPr>
          <a:xfrm>
            <a:off x="14143696" y="6317060"/>
            <a:ext cx="873749" cy="195042"/>
          </a:xfrm>
          <a:prstGeom prst="rect">
            <a:avLst/>
          </a:prstGeom>
          <a:solidFill>
            <a:srgbClr val="F3FEF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4" name="Rectangle 193">
            <a:extLst>
              <a:ext uri="{FF2B5EF4-FFF2-40B4-BE49-F238E27FC236}">
                <a16:creationId xmlns:a16="http://schemas.microsoft.com/office/drawing/2014/main" id="{2818108C-2DE2-9AB9-772C-238D296AD77D}"/>
              </a:ext>
            </a:extLst>
          </p:cNvPr>
          <p:cNvSpPr>
            <a:spLocks noGrp="1"/>
          </p:cNvSpPr>
          <p:nvPr/>
        </p:nvSpPr>
        <p:spPr>
          <a:xfrm>
            <a:off x="15050104" y="4759794"/>
            <a:ext cx="873749" cy="194806"/>
          </a:xfrm>
          <a:prstGeom prst="rect">
            <a:avLst/>
          </a:prstGeom>
          <a:solidFill>
            <a:srgbClr val="FF416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5" name="Rectangle 194">
            <a:extLst>
              <a:ext uri="{FF2B5EF4-FFF2-40B4-BE49-F238E27FC236}">
                <a16:creationId xmlns:a16="http://schemas.microsoft.com/office/drawing/2014/main" id="{C28FDAC5-2133-E0DA-1537-937EBB5A5767}"/>
              </a:ext>
            </a:extLst>
          </p:cNvPr>
          <p:cNvSpPr>
            <a:spLocks noGrp="1"/>
          </p:cNvSpPr>
          <p:nvPr/>
        </p:nvSpPr>
        <p:spPr>
          <a:xfrm>
            <a:off x="15050104" y="4954601"/>
            <a:ext cx="873749" cy="194806"/>
          </a:xfrm>
          <a:prstGeom prst="rect">
            <a:avLst/>
          </a:prstGeom>
          <a:solidFill>
            <a:srgbClr val="FF597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6" name="Rectangle 195">
            <a:extLst>
              <a:ext uri="{FF2B5EF4-FFF2-40B4-BE49-F238E27FC236}">
                <a16:creationId xmlns:a16="http://schemas.microsoft.com/office/drawing/2014/main" id="{A5BDE54C-6A7B-3120-76DF-D87E5D7B31CC}"/>
              </a:ext>
            </a:extLst>
          </p:cNvPr>
          <p:cNvSpPr>
            <a:spLocks noGrp="1"/>
          </p:cNvSpPr>
          <p:nvPr/>
        </p:nvSpPr>
        <p:spPr>
          <a:xfrm>
            <a:off x="15050104" y="5149407"/>
            <a:ext cx="873749" cy="194806"/>
          </a:xfrm>
          <a:prstGeom prst="rect">
            <a:avLst/>
          </a:prstGeom>
          <a:solidFill>
            <a:srgbClr val="FF6F9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7" name="Rectangle 196">
            <a:extLst>
              <a:ext uri="{FF2B5EF4-FFF2-40B4-BE49-F238E27FC236}">
                <a16:creationId xmlns:a16="http://schemas.microsoft.com/office/drawing/2014/main" id="{981FEF57-E00E-B8D4-DAEE-C8A0E7A158C6}"/>
              </a:ext>
            </a:extLst>
          </p:cNvPr>
          <p:cNvSpPr>
            <a:spLocks noGrp="1"/>
          </p:cNvSpPr>
          <p:nvPr/>
        </p:nvSpPr>
        <p:spPr>
          <a:xfrm>
            <a:off x="15050104" y="5344213"/>
            <a:ext cx="873749" cy="194806"/>
          </a:xfrm>
          <a:prstGeom prst="rect">
            <a:avLst/>
          </a:prstGeom>
          <a:solidFill>
            <a:srgbClr val="FF85A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8" name="Rectangle 197">
            <a:extLst>
              <a:ext uri="{FF2B5EF4-FFF2-40B4-BE49-F238E27FC236}">
                <a16:creationId xmlns:a16="http://schemas.microsoft.com/office/drawing/2014/main" id="{92A37B80-DA65-7C29-AA65-6E15B85D6BF9}"/>
              </a:ext>
            </a:extLst>
          </p:cNvPr>
          <p:cNvSpPr>
            <a:spLocks noGrp="1"/>
          </p:cNvSpPr>
          <p:nvPr/>
        </p:nvSpPr>
        <p:spPr>
          <a:xfrm>
            <a:off x="15050104" y="5538251"/>
            <a:ext cx="873749" cy="194806"/>
          </a:xfrm>
          <a:prstGeom prst="rect">
            <a:avLst/>
          </a:prstGeom>
          <a:solidFill>
            <a:srgbClr val="FF9CB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9" name="Rectangle 198">
            <a:extLst>
              <a:ext uri="{FF2B5EF4-FFF2-40B4-BE49-F238E27FC236}">
                <a16:creationId xmlns:a16="http://schemas.microsoft.com/office/drawing/2014/main" id="{4FFFFC3C-EDC0-04C1-74A8-A7B62EA207F0}"/>
              </a:ext>
            </a:extLst>
          </p:cNvPr>
          <p:cNvSpPr>
            <a:spLocks noGrp="1"/>
          </p:cNvSpPr>
          <p:nvPr/>
        </p:nvSpPr>
        <p:spPr>
          <a:xfrm>
            <a:off x="15050104" y="5733058"/>
            <a:ext cx="873749" cy="194806"/>
          </a:xfrm>
          <a:prstGeom prst="rect">
            <a:avLst/>
          </a:prstGeom>
          <a:solidFill>
            <a:srgbClr val="FFB1C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0" name="Rectangle 199">
            <a:extLst>
              <a:ext uri="{FF2B5EF4-FFF2-40B4-BE49-F238E27FC236}">
                <a16:creationId xmlns:a16="http://schemas.microsoft.com/office/drawing/2014/main" id="{F7BC28ED-6AFD-AF8B-C562-328FD97A5497}"/>
              </a:ext>
            </a:extLst>
          </p:cNvPr>
          <p:cNvSpPr>
            <a:spLocks noGrp="1"/>
          </p:cNvSpPr>
          <p:nvPr/>
        </p:nvSpPr>
        <p:spPr>
          <a:xfrm>
            <a:off x="15050104" y="5927096"/>
            <a:ext cx="873749" cy="194806"/>
          </a:xfrm>
          <a:prstGeom prst="rect">
            <a:avLst/>
          </a:prstGeom>
          <a:solidFill>
            <a:srgbClr val="FFC5D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1" name="Rectangle 200">
            <a:extLst>
              <a:ext uri="{FF2B5EF4-FFF2-40B4-BE49-F238E27FC236}">
                <a16:creationId xmlns:a16="http://schemas.microsoft.com/office/drawing/2014/main" id="{AFC21109-0DCC-3980-E59E-FDD73DEF0553}"/>
              </a:ext>
            </a:extLst>
          </p:cNvPr>
          <p:cNvSpPr>
            <a:spLocks noGrp="1"/>
          </p:cNvSpPr>
          <p:nvPr/>
        </p:nvSpPr>
        <p:spPr>
          <a:xfrm>
            <a:off x="15050104" y="6121134"/>
            <a:ext cx="873749" cy="194806"/>
          </a:xfrm>
          <a:prstGeom prst="rect">
            <a:avLst/>
          </a:prstGeom>
          <a:solidFill>
            <a:srgbClr val="FFD9E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2" name="Rectangle 201">
            <a:extLst>
              <a:ext uri="{FF2B5EF4-FFF2-40B4-BE49-F238E27FC236}">
                <a16:creationId xmlns:a16="http://schemas.microsoft.com/office/drawing/2014/main" id="{A240725C-966D-BB04-68BE-7486CE622341}"/>
              </a:ext>
            </a:extLst>
          </p:cNvPr>
          <p:cNvSpPr>
            <a:spLocks noGrp="1"/>
          </p:cNvSpPr>
          <p:nvPr/>
        </p:nvSpPr>
        <p:spPr>
          <a:xfrm>
            <a:off x="15050104" y="6315172"/>
            <a:ext cx="873749" cy="194806"/>
          </a:xfrm>
          <a:prstGeom prst="rect">
            <a:avLst/>
          </a:prstGeom>
          <a:solidFill>
            <a:srgbClr val="FFECF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4" name="Rectangle 203">
            <a:extLst>
              <a:ext uri="{FF2B5EF4-FFF2-40B4-BE49-F238E27FC236}">
                <a16:creationId xmlns:a16="http://schemas.microsoft.com/office/drawing/2014/main" id="{450FBA4B-6127-0CD9-DE4D-69D23E14E63C}"/>
              </a:ext>
            </a:extLst>
          </p:cNvPr>
          <p:cNvSpPr>
            <a:spLocks noGrp="1"/>
          </p:cNvSpPr>
          <p:nvPr/>
        </p:nvSpPr>
        <p:spPr>
          <a:xfrm>
            <a:off x="15923098" y="4759794"/>
            <a:ext cx="873749" cy="194806"/>
          </a:xfrm>
          <a:prstGeom prst="rect">
            <a:avLst/>
          </a:prstGeom>
          <a:solidFill>
            <a:srgbClr val="F363F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5" name="Rectangle 204">
            <a:extLst>
              <a:ext uri="{FF2B5EF4-FFF2-40B4-BE49-F238E27FC236}">
                <a16:creationId xmlns:a16="http://schemas.microsoft.com/office/drawing/2014/main" id="{6BC588E3-BA6F-00AC-E515-958AD221D2D1}"/>
              </a:ext>
            </a:extLst>
          </p:cNvPr>
          <p:cNvSpPr>
            <a:spLocks noGrp="1"/>
          </p:cNvSpPr>
          <p:nvPr/>
        </p:nvSpPr>
        <p:spPr>
          <a:xfrm>
            <a:off x="15923098" y="4954601"/>
            <a:ext cx="873749" cy="194806"/>
          </a:xfrm>
          <a:prstGeom prst="rect">
            <a:avLst/>
          </a:prstGeom>
          <a:solidFill>
            <a:srgbClr val="F376F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6" name="Rectangle 205">
            <a:extLst>
              <a:ext uri="{FF2B5EF4-FFF2-40B4-BE49-F238E27FC236}">
                <a16:creationId xmlns:a16="http://schemas.microsoft.com/office/drawing/2014/main" id="{C04C41DA-6CDA-3C4F-B99A-ADC63AA60FC0}"/>
              </a:ext>
            </a:extLst>
          </p:cNvPr>
          <p:cNvSpPr>
            <a:spLocks noGrp="1"/>
          </p:cNvSpPr>
          <p:nvPr/>
        </p:nvSpPr>
        <p:spPr>
          <a:xfrm>
            <a:off x="15923098" y="5149407"/>
            <a:ext cx="873749" cy="194806"/>
          </a:xfrm>
          <a:prstGeom prst="rect">
            <a:avLst/>
          </a:prstGeom>
          <a:solidFill>
            <a:srgbClr val="F488F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7" name="Rectangle 206">
            <a:extLst>
              <a:ext uri="{FF2B5EF4-FFF2-40B4-BE49-F238E27FC236}">
                <a16:creationId xmlns:a16="http://schemas.microsoft.com/office/drawing/2014/main" id="{7476AE8E-7AD6-A5C5-A11B-C06D8A6C81C5}"/>
              </a:ext>
            </a:extLst>
          </p:cNvPr>
          <p:cNvSpPr>
            <a:spLocks noGrp="1"/>
          </p:cNvSpPr>
          <p:nvPr/>
        </p:nvSpPr>
        <p:spPr>
          <a:xfrm>
            <a:off x="15923098" y="5344213"/>
            <a:ext cx="873749" cy="194806"/>
          </a:xfrm>
          <a:prstGeom prst="rect">
            <a:avLst/>
          </a:prstGeom>
          <a:solidFill>
            <a:srgbClr val="F79BFB"/>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8" name="Rectangle 207">
            <a:extLst>
              <a:ext uri="{FF2B5EF4-FFF2-40B4-BE49-F238E27FC236}">
                <a16:creationId xmlns:a16="http://schemas.microsoft.com/office/drawing/2014/main" id="{E28B03CB-BB63-741F-0CF8-1D8189F9EA1E}"/>
              </a:ext>
            </a:extLst>
          </p:cNvPr>
          <p:cNvSpPr>
            <a:spLocks noGrp="1"/>
          </p:cNvSpPr>
          <p:nvPr/>
        </p:nvSpPr>
        <p:spPr>
          <a:xfrm>
            <a:off x="15923098" y="5538251"/>
            <a:ext cx="873749" cy="194806"/>
          </a:xfrm>
          <a:prstGeom prst="rect">
            <a:avLst/>
          </a:prstGeom>
          <a:solidFill>
            <a:srgbClr val="F8ACF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09" name="Rectangle 208">
            <a:extLst>
              <a:ext uri="{FF2B5EF4-FFF2-40B4-BE49-F238E27FC236}">
                <a16:creationId xmlns:a16="http://schemas.microsoft.com/office/drawing/2014/main" id="{918F5D7F-1FB2-EC46-7C6F-C302D7F2B4CE}"/>
              </a:ext>
            </a:extLst>
          </p:cNvPr>
          <p:cNvSpPr>
            <a:spLocks noGrp="1"/>
          </p:cNvSpPr>
          <p:nvPr/>
        </p:nvSpPr>
        <p:spPr>
          <a:xfrm>
            <a:off x="15923098" y="5733058"/>
            <a:ext cx="873749" cy="194806"/>
          </a:xfrm>
          <a:prstGeom prst="rect">
            <a:avLst/>
          </a:prstGeom>
          <a:solidFill>
            <a:srgbClr val="F9BEF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0" name="Rectangle 209">
            <a:extLst>
              <a:ext uri="{FF2B5EF4-FFF2-40B4-BE49-F238E27FC236}">
                <a16:creationId xmlns:a16="http://schemas.microsoft.com/office/drawing/2014/main" id="{B0653433-77D9-B500-BC87-7855F9CEBC61}"/>
              </a:ext>
            </a:extLst>
          </p:cNvPr>
          <p:cNvSpPr>
            <a:spLocks noGrp="1"/>
          </p:cNvSpPr>
          <p:nvPr/>
        </p:nvSpPr>
        <p:spPr>
          <a:xfrm>
            <a:off x="15923098" y="5927096"/>
            <a:ext cx="873749" cy="194806"/>
          </a:xfrm>
          <a:prstGeom prst="rect">
            <a:avLst/>
          </a:prstGeom>
          <a:solidFill>
            <a:srgbClr val="FACEF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1" name="Rectangle 210">
            <a:extLst>
              <a:ext uri="{FF2B5EF4-FFF2-40B4-BE49-F238E27FC236}">
                <a16:creationId xmlns:a16="http://schemas.microsoft.com/office/drawing/2014/main" id="{47E3F441-8087-CCA9-D4E9-45307DA214BE}"/>
              </a:ext>
            </a:extLst>
          </p:cNvPr>
          <p:cNvSpPr>
            <a:spLocks noGrp="1"/>
          </p:cNvSpPr>
          <p:nvPr/>
        </p:nvSpPr>
        <p:spPr>
          <a:xfrm>
            <a:off x="15923098" y="6121134"/>
            <a:ext cx="873749" cy="194806"/>
          </a:xfrm>
          <a:prstGeom prst="rect">
            <a:avLst/>
          </a:prstGeom>
          <a:solidFill>
            <a:srgbClr val="FDDFF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2" name="Rectangle 211">
            <a:extLst>
              <a:ext uri="{FF2B5EF4-FFF2-40B4-BE49-F238E27FC236}">
                <a16:creationId xmlns:a16="http://schemas.microsoft.com/office/drawing/2014/main" id="{397A9B0F-C5C4-00B0-3FAC-6BABBF7B5FDD}"/>
              </a:ext>
            </a:extLst>
          </p:cNvPr>
          <p:cNvSpPr>
            <a:spLocks noGrp="1"/>
          </p:cNvSpPr>
          <p:nvPr/>
        </p:nvSpPr>
        <p:spPr>
          <a:xfrm>
            <a:off x="15923098" y="6315172"/>
            <a:ext cx="873749" cy="194806"/>
          </a:xfrm>
          <a:prstGeom prst="rect">
            <a:avLst/>
          </a:prstGeom>
          <a:solidFill>
            <a:srgbClr val="FEEFF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4" name="Rectangle 213">
            <a:extLst>
              <a:ext uri="{FF2B5EF4-FFF2-40B4-BE49-F238E27FC236}">
                <a16:creationId xmlns:a16="http://schemas.microsoft.com/office/drawing/2014/main" id="{F837754A-5FDC-8260-F2BC-3886516531AD}"/>
              </a:ext>
            </a:extLst>
          </p:cNvPr>
          <p:cNvSpPr>
            <a:spLocks noGrp="1"/>
          </p:cNvSpPr>
          <p:nvPr/>
        </p:nvSpPr>
        <p:spPr>
          <a:xfrm>
            <a:off x="16796092" y="4759794"/>
            <a:ext cx="873749" cy="194806"/>
          </a:xfrm>
          <a:prstGeom prst="rect">
            <a:avLst/>
          </a:prstGeom>
          <a:solidFill>
            <a:srgbClr val="EBFF4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5" name="Rectangle 214">
            <a:extLst>
              <a:ext uri="{FF2B5EF4-FFF2-40B4-BE49-F238E27FC236}">
                <a16:creationId xmlns:a16="http://schemas.microsoft.com/office/drawing/2014/main" id="{B3A02F46-E6E3-B362-74AA-F8A61ACC227E}"/>
              </a:ext>
            </a:extLst>
          </p:cNvPr>
          <p:cNvSpPr>
            <a:spLocks noGrp="1"/>
          </p:cNvSpPr>
          <p:nvPr/>
        </p:nvSpPr>
        <p:spPr>
          <a:xfrm>
            <a:off x="16796092" y="4954601"/>
            <a:ext cx="873749" cy="194806"/>
          </a:xfrm>
          <a:prstGeom prst="rect">
            <a:avLst/>
          </a:prstGeom>
          <a:solidFill>
            <a:srgbClr val="EEFF5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6" name="Rectangle 215">
            <a:extLst>
              <a:ext uri="{FF2B5EF4-FFF2-40B4-BE49-F238E27FC236}">
                <a16:creationId xmlns:a16="http://schemas.microsoft.com/office/drawing/2014/main" id="{1A8C0560-950E-6783-F07C-096A365AA43E}"/>
              </a:ext>
            </a:extLst>
          </p:cNvPr>
          <p:cNvSpPr>
            <a:spLocks noGrp="1"/>
          </p:cNvSpPr>
          <p:nvPr/>
        </p:nvSpPr>
        <p:spPr>
          <a:xfrm>
            <a:off x="16796092" y="5149407"/>
            <a:ext cx="873749" cy="194806"/>
          </a:xfrm>
          <a:prstGeom prst="rect">
            <a:avLst/>
          </a:prstGeom>
          <a:solidFill>
            <a:srgbClr val="F0FF7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7" name="Rectangle 216">
            <a:extLst>
              <a:ext uri="{FF2B5EF4-FFF2-40B4-BE49-F238E27FC236}">
                <a16:creationId xmlns:a16="http://schemas.microsoft.com/office/drawing/2014/main" id="{DA19F447-CD87-2DFF-D530-225E59468949}"/>
              </a:ext>
            </a:extLst>
          </p:cNvPr>
          <p:cNvSpPr>
            <a:spLocks noGrp="1"/>
          </p:cNvSpPr>
          <p:nvPr/>
        </p:nvSpPr>
        <p:spPr>
          <a:xfrm>
            <a:off x="16796092" y="5344213"/>
            <a:ext cx="873749" cy="194806"/>
          </a:xfrm>
          <a:prstGeom prst="rect">
            <a:avLst/>
          </a:prstGeom>
          <a:solidFill>
            <a:srgbClr val="F2FF8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8" name="Rectangle 217">
            <a:extLst>
              <a:ext uri="{FF2B5EF4-FFF2-40B4-BE49-F238E27FC236}">
                <a16:creationId xmlns:a16="http://schemas.microsoft.com/office/drawing/2014/main" id="{8B1D0192-46C0-FF23-22EA-4FCBA65F7648}"/>
              </a:ext>
            </a:extLst>
          </p:cNvPr>
          <p:cNvSpPr>
            <a:spLocks noGrp="1"/>
          </p:cNvSpPr>
          <p:nvPr/>
        </p:nvSpPr>
        <p:spPr>
          <a:xfrm>
            <a:off x="16796092" y="5538251"/>
            <a:ext cx="873749" cy="194806"/>
          </a:xfrm>
          <a:prstGeom prst="rect">
            <a:avLst/>
          </a:prstGeom>
          <a:solidFill>
            <a:srgbClr val="F3FF9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19" name="Rectangle 218">
            <a:extLst>
              <a:ext uri="{FF2B5EF4-FFF2-40B4-BE49-F238E27FC236}">
                <a16:creationId xmlns:a16="http://schemas.microsoft.com/office/drawing/2014/main" id="{477DB4CB-4062-5442-2031-4FBC5CF7CF75}"/>
              </a:ext>
            </a:extLst>
          </p:cNvPr>
          <p:cNvSpPr>
            <a:spLocks noGrp="1"/>
          </p:cNvSpPr>
          <p:nvPr/>
        </p:nvSpPr>
        <p:spPr>
          <a:xfrm>
            <a:off x="16796092" y="5733058"/>
            <a:ext cx="873749" cy="194806"/>
          </a:xfrm>
          <a:prstGeom prst="rect">
            <a:avLst/>
          </a:prstGeom>
          <a:solidFill>
            <a:srgbClr val="F7FFB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0" name="Rectangle 219">
            <a:extLst>
              <a:ext uri="{FF2B5EF4-FFF2-40B4-BE49-F238E27FC236}">
                <a16:creationId xmlns:a16="http://schemas.microsoft.com/office/drawing/2014/main" id="{2B97E78A-4FAD-A37A-CF59-F6B8287EAC0B}"/>
              </a:ext>
            </a:extLst>
          </p:cNvPr>
          <p:cNvSpPr>
            <a:spLocks noGrp="1"/>
          </p:cNvSpPr>
          <p:nvPr/>
        </p:nvSpPr>
        <p:spPr>
          <a:xfrm>
            <a:off x="16796092" y="5927096"/>
            <a:ext cx="873749" cy="194806"/>
          </a:xfrm>
          <a:prstGeom prst="rect">
            <a:avLst/>
          </a:prstGeom>
          <a:solidFill>
            <a:srgbClr val="F9FFC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1" name="Rectangle 220">
            <a:extLst>
              <a:ext uri="{FF2B5EF4-FFF2-40B4-BE49-F238E27FC236}">
                <a16:creationId xmlns:a16="http://schemas.microsoft.com/office/drawing/2014/main" id="{E80CF876-D0F7-1909-6FD1-9FFDD49FE465}"/>
              </a:ext>
            </a:extLst>
          </p:cNvPr>
          <p:cNvSpPr>
            <a:spLocks noGrp="1"/>
          </p:cNvSpPr>
          <p:nvPr/>
        </p:nvSpPr>
        <p:spPr>
          <a:xfrm>
            <a:off x="16796092" y="6121134"/>
            <a:ext cx="873749" cy="194806"/>
          </a:xfrm>
          <a:prstGeom prst="rect">
            <a:avLst/>
          </a:prstGeom>
          <a:solidFill>
            <a:srgbClr val="FAFFD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2" name="Rectangle 221">
            <a:extLst>
              <a:ext uri="{FF2B5EF4-FFF2-40B4-BE49-F238E27FC236}">
                <a16:creationId xmlns:a16="http://schemas.microsoft.com/office/drawing/2014/main" id="{DF25A7C9-3A83-2042-5D86-D2A613974009}"/>
              </a:ext>
            </a:extLst>
          </p:cNvPr>
          <p:cNvSpPr>
            <a:spLocks noGrp="1"/>
          </p:cNvSpPr>
          <p:nvPr/>
        </p:nvSpPr>
        <p:spPr>
          <a:xfrm>
            <a:off x="16796092" y="6315172"/>
            <a:ext cx="873749" cy="194806"/>
          </a:xfrm>
          <a:prstGeom prst="rect">
            <a:avLst/>
          </a:prstGeom>
          <a:solidFill>
            <a:srgbClr val="FEFFE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4" name="Rectangle 223">
            <a:extLst>
              <a:ext uri="{FF2B5EF4-FFF2-40B4-BE49-F238E27FC236}">
                <a16:creationId xmlns:a16="http://schemas.microsoft.com/office/drawing/2014/main" id="{CB0404F9-D52C-D7AE-B0D3-263040A2BF30}"/>
              </a:ext>
            </a:extLst>
          </p:cNvPr>
          <p:cNvSpPr>
            <a:spLocks noGrp="1"/>
          </p:cNvSpPr>
          <p:nvPr/>
        </p:nvSpPr>
        <p:spPr>
          <a:xfrm>
            <a:off x="17669087" y="4759794"/>
            <a:ext cx="873749" cy="194806"/>
          </a:xfrm>
          <a:prstGeom prst="rect">
            <a:avLst/>
          </a:prstGeom>
          <a:solidFill>
            <a:srgbClr val="9FED6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5" name="Rectangle 224">
            <a:extLst>
              <a:ext uri="{FF2B5EF4-FFF2-40B4-BE49-F238E27FC236}">
                <a16:creationId xmlns:a16="http://schemas.microsoft.com/office/drawing/2014/main" id="{4E3F106F-5C0B-2087-F124-86AED60685AF}"/>
              </a:ext>
            </a:extLst>
          </p:cNvPr>
          <p:cNvSpPr>
            <a:spLocks noGrp="1"/>
          </p:cNvSpPr>
          <p:nvPr/>
        </p:nvSpPr>
        <p:spPr>
          <a:xfrm>
            <a:off x="17669087" y="4954601"/>
            <a:ext cx="873749" cy="194806"/>
          </a:xfrm>
          <a:prstGeom prst="rect">
            <a:avLst/>
          </a:prstGeom>
          <a:solidFill>
            <a:srgbClr val="ABF07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6" name="Rectangle 225">
            <a:extLst>
              <a:ext uri="{FF2B5EF4-FFF2-40B4-BE49-F238E27FC236}">
                <a16:creationId xmlns:a16="http://schemas.microsoft.com/office/drawing/2014/main" id="{64165869-DAB4-7F92-A212-B9A349CF7549}"/>
              </a:ext>
            </a:extLst>
          </p:cNvPr>
          <p:cNvSpPr>
            <a:spLocks noGrp="1"/>
          </p:cNvSpPr>
          <p:nvPr/>
        </p:nvSpPr>
        <p:spPr>
          <a:xfrm>
            <a:off x="17669087" y="5149407"/>
            <a:ext cx="873749" cy="194806"/>
          </a:xfrm>
          <a:prstGeom prst="rect">
            <a:avLst/>
          </a:prstGeom>
          <a:solidFill>
            <a:srgbClr val="B4F28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7" name="Rectangle 226">
            <a:extLst>
              <a:ext uri="{FF2B5EF4-FFF2-40B4-BE49-F238E27FC236}">
                <a16:creationId xmlns:a16="http://schemas.microsoft.com/office/drawing/2014/main" id="{AD64DF1C-4848-6E0C-480E-CDF27B5CB396}"/>
              </a:ext>
            </a:extLst>
          </p:cNvPr>
          <p:cNvSpPr>
            <a:spLocks noGrp="1"/>
          </p:cNvSpPr>
          <p:nvPr/>
        </p:nvSpPr>
        <p:spPr>
          <a:xfrm>
            <a:off x="17669087" y="5344213"/>
            <a:ext cx="873749" cy="194806"/>
          </a:xfrm>
          <a:prstGeom prst="rect">
            <a:avLst/>
          </a:prstGeom>
          <a:solidFill>
            <a:srgbClr val="C0F39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8" name="Rectangle 227">
            <a:extLst>
              <a:ext uri="{FF2B5EF4-FFF2-40B4-BE49-F238E27FC236}">
                <a16:creationId xmlns:a16="http://schemas.microsoft.com/office/drawing/2014/main" id="{CD8E6E7C-B1BE-B404-6645-31FC36702F2F}"/>
              </a:ext>
            </a:extLst>
          </p:cNvPr>
          <p:cNvSpPr>
            <a:spLocks noGrp="1"/>
          </p:cNvSpPr>
          <p:nvPr/>
        </p:nvSpPr>
        <p:spPr>
          <a:xfrm>
            <a:off x="17669087" y="5538251"/>
            <a:ext cx="873749" cy="194806"/>
          </a:xfrm>
          <a:prstGeom prst="rect">
            <a:avLst/>
          </a:prstGeom>
          <a:solidFill>
            <a:srgbClr val="CAF5AB"/>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9" name="Rectangle 228">
            <a:extLst>
              <a:ext uri="{FF2B5EF4-FFF2-40B4-BE49-F238E27FC236}">
                <a16:creationId xmlns:a16="http://schemas.microsoft.com/office/drawing/2014/main" id="{C959AA12-96F1-FF25-F4FB-000139ACD98C}"/>
              </a:ext>
            </a:extLst>
          </p:cNvPr>
          <p:cNvSpPr>
            <a:spLocks noGrp="1"/>
          </p:cNvSpPr>
          <p:nvPr/>
        </p:nvSpPr>
        <p:spPr>
          <a:xfrm>
            <a:off x="17669087" y="5733058"/>
            <a:ext cx="873749" cy="194806"/>
          </a:xfrm>
          <a:prstGeom prst="rect">
            <a:avLst/>
          </a:prstGeom>
          <a:solidFill>
            <a:srgbClr val="D6F8B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0" name="Rectangle 229">
            <a:extLst>
              <a:ext uri="{FF2B5EF4-FFF2-40B4-BE49-F238E27FC236}">
                <a16:creationId xmlns:a16="http://schemas.microsoft.com/office/drawing/2014/main" id="{65F9D4D9-812C-A620-3298-574BAFB9213B}"/>
              </a:ext>
            </a:extLst>
          </p:cNvPr>
          <p:cNvSpPr>
            <a:spLocks noGrp="1"/>
          </p:cNvSpPr>
          <p:nvPr/>
        </p:nvSpPr>
        <p:spPr>
          <a:xfrm>
            <a:off x="17669087" y="5927096"/>
            <a:ext cx="873749" cy="194806"/>
          </a:xfrm>
          <a:prstGeom prst="rect">
            <a:avLst/>
          </a:prstGeom>
          <a:solidFill>
            <a:srgbClr val="E0F9C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1" name="Rectangle 230">
            <a:extLst>
              <a:ext uri="{FF2B5EF4-FFF2-40B4-BE49-F238E27FC236}">
                <a16:creationId xmlns:a16="http://schemas.microsoft.com/office/drawing/2014/main" id="{00D04E1D-D9FC-4FEE-8278-AFD4C7CFEF54}"/>
              </a:ext>
            </a:extLst>
          </p:cNvPr>
          <p:cNvSpPr>
            <a:spLocks noGrp="1"/>
          </p:cNvSpPr>
          <p:nvPr/>
        </p:nvSpPr>
        <p:spPr>
          <a:xfrm>
            <a:off x="17669087" y="6121134"/>
            <a:ext cx="873749" cy="194806"/>
          </a:xfrm>
          <a:prstGeom prst="rect">
            <a:avLst/>
          </a:prstGeom>
          <a:solidFill>
            <a:srgbClr val="EBFBD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2" name="Rectangle 231">
            <a:extLst>
              <a:ext uri="{FF2B5EF4-FFF2-40B4-BE49-F238E27FC236}">
                <a16:creationId xmlns:a16="http://schemas.microsoft.com/office/drawing/2014/main" id="{1AC0A1F3-874B-3C57-54A8-AD10F38AD69A}"/>
              </a:ext>
            </a:extLst>
          </p:cNvPr>
          <p:cNvSpPr>
            <a:spLocks noGrp="1"/>
          </p:cNvSpPr>
          <p:nvPr/>
        </p:nvSpPr>
        <p:spPr>
          <a:xfrm>
            <a:off x="17669087" y="6315172"/>
            <a:ext cx="873749" cy="194806"/>
          </a:xfrm>
          <a:prstGeom prst="rect">
            <a:avLst/>
          </a:prstGeom>
          <a:solidFill>
            <a:srgbClr val="F5FEE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4" name="Rectangle 233">
            <a:extLst>
              <a:ext uri="{FF2B5EF4-FFF2-40B4-BE49-F238E27FC236}">
                <a16:creationId xmlns:a16="http://schemas.microsoft.com/office/drawing/2014/main" id="{80ABAACF-A918-C231-59F0-ED6F178AA297}"/>
              </a:ext>
            </a:extLst>
          </p:cNvPr>
          <p:cNvSpPr>
            <a:spLocks noGrp="1"/>
          </p:cNvSpPr>
          <p:nvPr/>
        </p:nvSpPr>
        <p:spPr>
          <a:xfrm>
            <a:off x="18542081" y="4759794"/>
            <a:ext cx="873749" cy="194806"/>
          </a:xfrm>
          <a:prstGeom prst="rect">
            <a:avLst/>
          </a:prstGeom>
          <a:solidFill>
            <a:srgbClr val="FF921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5" name="Rectangle 234">
            <a:extLst>
              <a:ext uri="{FF2B5EF4-FFF2-40B4-BE49-F238E27FC236}">
                <a16:creationId xmlns:a16="http://schemas.microsoft.com/office/drawing/2014/main" id="{8EF8218A-F963-9DBA-3595-B1CE61B0FF9A}"/>
              </a:ext>
            </a:extLst>
          </p:cNvPr>
          <p:cNvSpPr>
            <a:spLocks noGrp="1"/>
          </p:cNvSpPr>
          <p:nvPr/>
        </p:nvSpPr>
        <p:spPr>
          <a:xfrm>
            <a:off x="18542081" y="4954601"/>
            <a:ext cx="873749" cy="194806"/>
          </a:xfrm>
          <a:prstGeom prst="rect">
            <a:avLst/>
          </a:prstGeom>
          <a:solidFill>
            <a:srgbClr val="FFA03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6" name="Rectangle 235">
            <a:extLst>
              <a:ext uri="{FF2B5EF4-FFF2-40B4-BE49-F238E27FC236}">
                <a16:creationId xmlns:a16="http://schemas.microsoft.com/office/drawing/2014/main" id="{0F2F2AE6-A4F2-986B-D1CF-CE832169C777}"/>
              </a:ext>
            </a:extLst>
          </p:cNvPr>
          <p:cNvSpPr>
            <a:spLocks noGrp="1"/>
          </p:cNvSpPr>
          <p:nvPr/>
        </p:nvSpPr>
        <p:spPr>
          <a:xfrm>
            <a:off x="18542081" y="5149407"/>
            <a:ext cx="873749" cy="194806"/>
          </a:xfrm>
          <a:prstGeom prst="rect">
            <a:avLst/>
          </a:prstGeom>
          <a:solidFill>
            <a:srgbClr val="FFAB5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7" name="Rectangle 236">
            <a:extLst>
              <a:ext uri="{FF2B5EF4-FFF2-40B4-BE49-F238E27FC236}">
                <a16:creationId xmlns:a16="http://schemas.microsoft.com/office/drawing/2014/main" id="{7B5EE372-DE84-0745-A015-375EE29D3F84}"/>
              </a:ext>
            </a:extLst>
          </p:cNvPr>
          <p:cNvSpPr>
            <a:spLocks noGrp="1"/>
          </p:cNvSpPr>
          <p:nvPr/>
        </p:nvSpPr>
        <p:spPr>
          <a:xfrm>
            <a:off x="18542081" y="5344213"/>
            <a:ext cx="873749" cy="194806"/>
          </a:xfrm>
          <a:prstGeom prst="rect">
            <a:avLst/>
          </a:prstGeom>
          <a:solidFill>
            <a:srgbClr val="FFB87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8" name="Rectangle 237">
            <a:extLst>
              <a:ext uri="{FF2B5EF4-FFF2-40B4-BE49-F238E27FC236}">
                <a16:creationId xmlns:a16="http://schemas.microsoft.com/office/drawing/2014/main" id="{29553C79-7745-8D0F-9CAF-503AC3E42050}"/>
              </a:ext>
            </a:extLst>
          </p:cNvPr>
          <p:cNvSpPr>
            <a:spLocks noGrp="1"/>
          </p:cNvSpPr>
          <p:nvPr/>
        </p:nvSpPr>
        <p:spPr>
          <a:xfrm>
            <a:off x="18542081" y="5538251"/>
            <a:ext cx="873749" cy="194806"/>
          </a:xfrm>
          <a:prstGeom prst="rect">
            <a:avLst/>
          </a:prstGeom>
          <a:solidFill>
            <a:srgbClr val="FFC48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9" name="Rectangle 238">
            <a:extLst>
              <a:ext uri="{FF2B5EF4-FFF2-40B4-BE49-F238E27FC236}">
                <a16:creationId xmlns:a16="http://schemas.microsoft.com/office/drawing/2014/main" id="{B93A44AB-BE0B-B0C4-937D-551AFBD7DFD3}"/>
              </a:ext>
            </a:extLst>
          </p:cNvPr>
          <p:cNvSpPr>
            <a:spLocks noGrp="1"/>
          </p:cNvSpPr>
          <p:nvPr/>
        </p:nvSpPr>
        <p:spPr>
          <a:xfrm>
            <a:off x="18542081" y="5733058"/>
            <a:ext cx="873749" cy="194806"/>
          </a:xfrm>
          <a:prstGeom prst="rect">
            <a:avLst/>
          </a:prstGeom>
          <a:solidFill>
            <a:srgbClr val="FFD1A3"/>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0" name="Rectangle 239">
            <a:extLst>
              <a:ext uri="{FF2B5EF4-FFF2-40B4-BE49-F238E27FC236}">
                <a16:creationId xmlns:a16="http://schemas.microsoft.com/office/drawing/2014/main" id="{C853E502-6AFF-2F6B-39C5-1E1E43CB1C19}"/>
              </a:ext>
            </a:extLst>
          </p:cNvPr>
          <p:cNvSpPr>
            <a:spLocks noGrp="1"/>
          </p:cNvSpPr>
          <p:nvPr/>
        </p:nvSpPr>
        <p:spPr>
          <a:xfrm>
            <a:off x="18542081" y="5927096"/>
            <a:ext cx="873749" cy="194806"/>
          </a:xfrm>
          <a:prstGeom prst="rect">
            <a:avLst/>
          </a:prstGeom>
          <a:solidFill>
            <a:srgbClr val="FFDCBB"/>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1" name="Rectangle 240">
            <a:extLst>
              <a:ext uri="{FF2B5EF4-FFF2-40B4-BE49-F238E27FC236}">
                <a16:creationId xmlns:a16="http://schemas.microsoft.com/office/drawing/2014/main" id="{01F675FC-9B6B-AC75-C1F3-7053E81E0158}"/>
              </a:ext>
            </a:extLst>
          </p:cNvPr>
          <p:cNvSpPr>
            <a:spLocks noGrp="1"/>
          </p:cNvSpPr>
          <p:nvPr/>
        </p:nvSpPr>
        <p:spPr>
          <a:xfrm>
            <a:off x="18542081" y="6121134"/>
            <a:ext cx="873749" cy="194806"/>
          </a:xfrm>
          <a:prstGeom prst="rect">
            <a:avLst/>
          </a:prstGeom>
          <a:solidFill>
            <a:srgbClr val="FFE9D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2" name="Rectangle 241">
            <a:extLst>
              <a:ext uri="{FF2B5EF4-FFF2-40B4-BE49-F238E27FC236}">
                <a16:creationId xmlns:a16="http://schemas.microsoft.com/office/drawing/2014/main" id="{90BAD183-67F4-C0EB-4B11-53E99EA3ED11}"/>
              </a:ext>
            </a:extLst>
          </p:cNvPr>
          <p:cNvSpPr>
            <a:spLocks noGrp="1"/>
          </p:cNvSpPr>
          <p:nvPr/>
        </p:nvSpPr>
        <p:spPr>
          <a:xfrm>
            <a:off x="18542081" y="6315172"/>
            <a:ext cx="873749" cy="194806"/>
          </a:xfrm>
          <a:prstGeom prst="rect">
            <a:avLst/>
          </a:prstGeom>
          <a:solidFill>
            <a:srgbClr val="FFF4E9"/>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4" name="Rectangle 243">
            <a:extLst>
              <a:ext uri="{FF2B5EF4-FFF2-40B4-BE49-F238E27FC236}">
                <a16:creationId xmlns:a16="http://schemas.microsoft.com/office/drawing/2014/main" id="{D3244629-C2E6-B597-48DD-06C737CA2D3C}"/>
              </a:ext>
            </a:extLst>
          </p:cNvPr>
          <p:cNvSpPr>
            <a:spLocks noGrp="1"/>
          </p:cNvSpPr>
          <p:nvPr/>
        </p:nvSpPr>
        <p:spPr>
          <a:xfrm>
            <a:off x="19415075" y="4759794"/>
            <a:ext cx="873749" cy="194806"/>
          </a:xfrm>
          <a:prstGeom prst="rect">
            <a:avLst/>
          </a:prstGeom>
          <a:solidFill>
            <a:srgbClr val="FEE15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5" name="Rectangle 244">
            <a:extLst>
              <a:ext uri="{FF2B5EF4-FFF2-40B4-BE49-F238E27FC236}">
                <a16:creationId xmlns:a16="http://schemas.microsoft.com/office/drawing/2014/main" id="{22BF45F8-CAED-DE23-2781-00F2765578D0}"/>
              </a:ext>
            </a:extLst>
          </p:cNvPr>
          <p:cNvSpPr>
            <a:spLocks noGrp="1"/>
          </p:cNvSpPr>
          <p:nvPr/>
        </p:nvSpPr>
        <p:spPr>
          <a:xfrm>
            <a:off x="19415075" y="4954601"/>
            <a:ext cx="873749" cy="194806"/>
          </a:xfrm>
          <a:prstGeom prst="rect">
            <a:avLst/>
          </a:prstGeom>
          <a:solidFill>
            <a:srgbClr val="FEE46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6" name="Rectangle 245">
            <a:extLst>
              <a:ext uri="{FF2B5EF4-FFF2-40B4-BE49-F238E27FC236}">
                <a16:creationId xmlns:a16="http://schemas.microsoft.com/office/drawing/2014/main" id="{53F058A1-C28F-558F-2BCB-DA7239B6ADD5}"/>
              </a:ext>
            </a:extLst>
          </p:cNvPr>
          <p:cNvSpPr>
            <a:spLocks noGrp="1"/>
          </p:cNvSpPr>
          <p:nvPr/>
        </p:nvSpPr>
        <p:spPr>
          <a:xfrm>
            <a:off x="19415075" y="5149407"/>
            <a:ext cx="873749" cy="194806"/>
          </a:xfrm>
          <a:prstGeom prst="rect">
            <a:avLst/>
          </a:prstGeom>
          <a:solidFill>
            <a:srgbClr val="FFE87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7" name="Rectangle 246">
            <a:extLst>
              <a:ext uri="{FF2B5EF4-FFF2-40B4-BE49-F238E27FC236}">
                <a16:creationId xmlns:a16="http://schemas.microsoft.com/office/drawing/2014/main" id="{E45FE2DC-EBC7-CECF-9D2A-3D23A7AA286A}"/>
              </a:ext>
            </a:extLst>
          </p:cNvPr>
          <p:cNvSpPr>
            <a:spLocks noGrp="1"/>
          </p:cNvSpPr>
          <p:nvPr/>
        </p:nvSpPr>
        <p:spPr>
          <a:xfrm>
            <a:off x="19415075" y="5344213"/>
            <a:ext cx="873749" cy="194806"/>
          </a:xfrm>
          <a:prstGeom prst="rect">
            <a:avLst/>
          </a:prstGeom>
          <a:solidFill>
            <a:srgbClr val="FFEB9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8" name="Rectangle 247">
            <a:extLst>
              <a:ext uri="{FF2B5EF4-FFF2-40B4-BE49-F238E27FC236}">
                <a16:creationId xmlns:a16="http://schemas.microsoft.com/office/drawing/2014/main" id="{8C9AF4F7-B16A-47F2-24C2-CA26DEE6C2BD}"/>
              </a:ext>
            </a:extLst>
          </p:cNvPr>
          <p:cNvSpPr>
            <a:spLocks noGrp="1"/>
          </p:cNvSpPr>
          <p:nvPr/>
        </p:nvSpPr>
        <p:spPr>
          <a:xfrm>
            <a:off x="19415075" y="5538251"/>
            <a:ext cx="873749" cy="194806"/>
          </a:xfrm>
          <a:prstGeom prst="rect">
            <a:avLst/>
          </a:prstGeom>
          <a:solidFill>
            <a:srgbClr val="FFEEA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9" name="Rectangle 248">
            <a:extLst>
              <a:ext uri="{FF2B5EF4-FFF2-40B4-BE49-F238E27FC236}">
                <a16:creationId xmlns:a16="http://schemas.microsoft.com/office/drawing/2014/main" id="{5766F1BA-D57F-49AD-BAFA-BBF5A2050F44}"/>
              </a:ext>
            </a:extLst>
          </p:cNvPr>
          <p:cNvSpPr>
            <a:spLocks noGrp="1"/>
          </p:cNvSpPr>
          <p:nvPr/>
        </p:nvSpPr>
        <p:spPr>
          <a:xfrm>
            <a:off x="19415075" y="5733058"/>
            <a:ext cx="873749" cy="194806"/>
          </a:xfrm>
          <a:prstGeom prst="rect">
            <a:avLst/>
          </a:prstGeom>
          <a:solidFill>
            <a:srgbClr val="FFF2B8"/>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0" name="Rectangle 249">
            <a:extLst>
              <a:ext uri="{FF2B5EF4-FFF2-40B4-BE49-F238E27FC236}">
                <a16:creationId xmlns:a16="http://schemas.microsoft.com/office/drawing/2014/main" id="{B2460656-35C6-0DF4-D8FD-D3299BB85D97}"/>
              </a:ext>
            </a:extLst>
          </p:cNvPr>
          <p:cNvSpPr>
            <a:spLocks noGrp="1"/>
          </p:cNvSpPr>
          <p:nvPr/>
        </p:nvSpPr>
        <p:spPr>
          <a:xfrm>
            <a:off x="19415075" y="5927096"/>
            <a:ext cx="873749" cy="194806"/>
          </a:xfrm>
          <a:prstGeom prst="rect">
            <a:avLst/>
          </a:prstGeom>
          <a:solidFill>
            <a:srgbClr val="FFF6C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1" name="Rectangle 250">
            <a:extLst>
              <a:ext uri="{FF2B5EF4-FFF2-40B4-BE49-F238E27FC236}">
                <a16:creationId xmlns:a16="http://schemas.microsoft.com/office/drawing/2014/main" id="{803D0396-96E8-0511-38C8-4C31C0F8284B}"/>
              </a:ext>
            </a:extLst>
          </p:cNvPr>
          <p:cNvSpPr>
            <a:spLocks noGrp="1"/>
          </p:cNvSpPr>
          <p:nvPr/>
        </p:nvSpPr>
        <p:spPr>
          <a:xfrm>
            <a:off x="19415075" y="6121134"/>
            <a:ext cx="873749" cy="194806"/>
          </a:xfrm>
          <a:prstGeom prst="rect">
            <a:avLst/>
          </a:prstGeom>
          <a:solidFill>
            <a:srgbClr val="FFF9D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2" name="Rectangle 251">
            <a:extLst>
              <a:ext uri="{FF2B5EF4-FFF2-40B4-BE49-F238E27FC236}">
                <a16:creationId xmlns:a16="http://schemas.microsoft.com/office/drawing/2014/main" id="{730424B6-067A-F0B9-F798-20D5F3F64153}"/>
              </a:ext>
            </a:extLst>
          </p:cNvPr>
          <p:cNvSpPr>
            <a:spLocks noGrp="1"/>
          </p:cNvSpPr>
          <p:nvPr/>
        </p:nvSpPr>
        <p:spPr>
          <a:xfrm>
            <a:off x="19415075" y="6315172"/>
            <a:ext cx="873749" cy="194806"/>
          </a:xfrm>
          <a:prstGeom prst="rect">
            <a:avLst/>
          </a:prstGeom>
          <a:solidFill>
            <a:srgbClr val="FFFDE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4" name="Rectangle 253">
            <a:extLst>
              <a:ext uri="{FF2B5EF4-FFF2-40B4-BE49-F238E27FC236}">
                <a16:creationId xmlns:a16="http://schemas.microsoft.com/office/drawing/2014/main" id="{792658CD-1E9F-540B-3A97-2A47F2B7AC93}"/>
              </a:ext>
            </a:extLst>
          </p:cNvPr>
          <p:cNvSpPr>
            <a:spLocks noGrp="1"/>
          </p:cNvSpPr>
          <p:nvPr/>
        </p:nvSpPr>
        <p:spPr>
          <a:xfrm>
            <a:off x="20288069" y="4759794"/>
            <a:ext cx="873749" cy="194806"/>
          </a:xfrm>
          <a:prstGeom prst="rect">
            <a:avLst/>
          </a:prstGeom>
          <a:solidFill>
            <a:srgbClr val="621AD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5" name="Rectangle 254">
            <a:extLst>
              <a:ext uri="{FF2B5EF4-FFF2-40B4-BE49-F238E27FC236}">
                <a16:creationId xmlns:a16="http://schemas.microsoft.com/office/drawing/2014/main" id="{B34B1E31-7BEF-C285-A3F7-D488EFEE0A3E}"/>
              </a:ext>
            </a:extLst>
          </p:cNvPr>
          <p:cNvSpPr>
            <a:spLocks noGrp="1"/>
          </p:cNvSpPr>
          <p:nvPr/>
        </p:nvSpPr>
        <p:spPr>
          <a:xfrm>
            <a:off x="20288069" y="4954601"/>
            <a:ext cx="873749" cy="194806"/>
          </a:xfrm>
          <a:prstGeom prst="rect">
            <a:avLst/>
          </a:prstGeom>
          <a:solidFill>
            <a:srgbClr val="753AD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6" name="Rectangle 255">
            <a:extLst>
              <a:ext uri="{FF2B5EF4-FFF2-40B4-BE49-F238E27FC236}">
                <a16:creationId xmlns:a16="http://schemas.microsoft.com/office/drawing/2014/main" id="{08B61E85-75F8-5498-4769-A14C9D1AD92F}"/>
              </a:ext>
            </a:extLst>
          </p:cNvPr>
          <p:cNvSpPr>
            <a:spLocks noGrp="1"/>
          </p:cNvSpPr>
          <p:nvPr/>
        </p:nvSpPr>
        <p:spPr>
          <a:xfrm>
            <a:off x="20288069" y="5149407"/>
            <a:ext cx="873749" cy="194806"/>
          </a:xfrm>
          <a:prstGeom prst="rect">
            <a:avLst/>
          </a:prstGeom>
          <a:solidFill>
            <a:srgbClr val="8756DB"/>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7" name="Rectangle 256">
            <a:extLst>
              <a:ext uri="{FF2B5EF4-FFF2-40B4-BE49-F238E27FC236}">
                <a16:creationId xmlns:a16="http://schemas.microsoft.com/office/drawing/2014/main" id="{4F657DF6-5589-2AA7-1642-96B36D628682}"/>
              </a:ext>
            </a:extLst>
          </p:cNvPr>
          <p:cNvSpPr>
            <a:spLocks noGrp="1"/>
          </p:cNvSpPr>
          <p:nvPr/>
        </p:nvSpPr>
        <p:spPr>
          <a:xfrm>
            <a:off x="20288069" y="5344213"/>
            <a:ext cx="873749" cy="194806"/>
          </a:xfrm>
          <a:prstGeom prst="rect">
            <a:avLst/>
          </a:prstGeom>
          <a:solidFill>
            <a:srgbClr val="9A71E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8" name="Rectangle 257">
            <a:extLst>
              <a:ext uri="{FF2B5EF4-FFF2-40B4-BE49-F238E27FC236}">
                <a16:creationId xmlns:a16="http://schemas.microsoft.com/office/drawing/2014/main" id="{B46B0E2E-E8E6-C76F-701D-5A31F6190828}"/>
              </a:ext>
            </a:extLst>
          </p:cNvPr>
          <p:cNvSpPr>
            <a:spLocks noGrp="1"/>
          </p:cNvSpPr>
          <p:nvPr/>
        </p:nvSpPr>
        <p:spPr>
          <a:xfrm>
            <a:off x="20288069" y="5538251"/>
            <a:ext cx="873749" cy="194806"/>
          </a:xfrm>
          <a:prstGeom prst="rect">
            <a:avLst/>
          </a:prstGeom>
          <a:solidFill>
            <a:srgbClr val="AC8AE5"/>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9" name="Rectangle 258">
            <a:extLst>
              <a:ext uri="{FF2B5EF4-FFF2-40B4-BE49-F238E27FC236}">
                <a16:creationId xmlns:a16="http://schemas.microsoft.com/office/drawing/2014/main" id="{84D679E6-33A5-60AA-6C78-1FF08633F231}"/>
              </a:ext>
            </a:extLst>
          </p:cNvPr>
          <p:cNvSpPr>
            <a:spLocks noGrp="1"/>
          </p:cNvSpPr>
          <p:nvPr/>
        </p:nvSpPr>
        <p:spPr>
          <a:xfrm>
            <a:off x="20288069" y="5733058"/>
            <a:ext cx="873749" cy="194806"/>
          </a:xfrm>
          <a:prstGeom prst="rect">
            <a:avLst/>
          </a:prstGeom>
          <a:solidFill>
            <a:srgbClr val="BEA3EB"/>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0" name="Rectangle 259">
            <a:extLst>
              <a:ext uri="{FF2B5EF4-FFF2-40B4-BE49-F238E27FC236}">
                <a16:creationId xmlns:a16="http://schemas.microsoft.com/office/drawing/2014/main" id="{6A06C524-3C89-7E44-BDA9-695B862564E9}"/>
              </a:ext>
            </a:extLst>
          </p:cNvPr>
          <p:cNvSpPr>
            <a:spLocks noGrp="1"/>
          </p:cNvSpPr>
          <p:nvPr/>
        </p:nvSpPr>
        <p:spPr>
          <a:xfrm>
            <a:off x="20288069" y="5927096"/>
            <a:ext cx="873749" cy="194806"/>
          </a:xfrm>
          <a:prstGeom prst="rect">
            <a:avLst/>
          </a:prstGeom>
          <a:solidFill>
            <a:srgbClr val="CEBBF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1" name="Rectangle 260">
            <a:extLst>
              <a:ext uri="{FF2B5EF4-FFF2-40B4-BE49-F238E27FC236}">
                <a16:creationId xmlns:a16="http://schemas.microsoft.com/office/drawing/2014/main" id="{8D74450C-D064-D372-E989-53FF604D8708}"/>
              </a:ext>
            </a:extLst>
          </p:cNvPr>
          <p:cNvSpPr>
            <a:spLocks noGrp="1"/>
          </p:cNvSpPr>
          <p:nvPr/>
        </p:nvSpPr>
        <p:spPr>
          <a:xfrm>
            <a:off x="20288069" y="6121134"/>
            <a:ext cx="873749" cy="194806"/>
          </a:xfrm>
          <a:prstGeom prst="rect">
            <a:avLst/>
          </a:prstGeom>
          <a:solidFill>
            <a:srgbClr val="DFD2F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2" name="Rectangle 261">
            <a:extLst>
              <a:ext uri="{FF2B5EF4-FFF2-40B4-BE49-F238E27FC236}">
                <a16:creationId xmlns:a16="http://schemas.microsoft.com/office/drawing/2014/main" id="{39B0CDF5-F873-B1A5-D3CC-BAADF57E4820}"/>
              </a:ext>
            </a:extLst>
          </p:cNvPr>
          <p:cNvSpPr>
            <a:spLocks noGrp="1"/>
          </p:cNvSpPr>
          <p:nvPr/>
        </p:nvSpPr>
        <p:spPr>
          <a:xfrm>
            <a:off x="20288069" y="6315172"/>
            <a:ext cx="873749" cy="194806"/>
          </a:xfrm>
          <a:prstGeom prst="rect">
            <a:avLst/>
          </a:prstGeom>
          <a:solidFill>
            <a:srgbClr val="EFE9FA"/>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4" name="Rectangle 263">
            <a:extLst>
              <a:ext uri="{FF2B5EF4-FFF2-40B4-BE49-F238E27FC236}">
                <a16:creationId xmlns:a16="http://schemas.microsoft.com/office/drawing/2014/main" id="{29E3022B-83FA-0A1D-B0EE-0736E1FDD228}"/>
              </a:ext>
            </a:extLst>
          </p:cNvPr>
          <p:cNvSpPr>
            <a:spLocks noGrp="1"/>
          </p:cNvSpPr>
          <p:nvPr/>
        </p:nvSpPr>
        <p:spPr>
          <a:xfrm>
            <a:off x="21161060" y="4759794"/>
            <a:ext cx="873749" cy="194806"/>
          </a:xfrm>
          <a:prstGeom prst="rect">
            <a:avLst/>
          </a:prstGeom>
          <a:solidFill>
            <a:srgbClr val="4B4B4B"/>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5" name="Rectangle 264">
            <a:extLst>
              <a:ext uri="{FF2B5EF4-FFF2-40B4-BE49-F238E27FC236}">
                <a16:creationId xmlns:a16="http://schemas.microsoft.com/office/drawing/2014/main" id="{47D8C9F0-961A-1CCC-71A0-89EA3A87EDE2}"/>
              </a:ext>
            </a:extLst>
          </p:cNvPr>
          <p:cNvSpPr>
            <a:spLocks noGrp="1"/>
          </p:cNvSpPr>
          <p:nvPr/>
        </p:nvSpPr>
        <p:spPr>
          <a:xfrm>
            <a:off x="21161060" y="4954601"/>
            <a:ext cx="873749" cy="194806"/>
          </a:xfrm>
          <a:prstGeom prst="rect">
            <a:avLst/>
          </a:prstGeom>
          <a:solidFill>
            <a:srgbClr val="62626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6" name="Rectangle 265">
            <a:extLst>
              <a:ext uri="{FF2B5EF4-FFF2-40B4-BE49-F238E27FC236}">
                <a16:creationId xmlns:a16="http://schemas.microsoft.com/office/drawing/2014/main" id="{B4094609-AAF9-EB36-9821-8F58BC81A3A0}"/>
              </a:ext>
            </a:extLst>
          </p:cNvPr>
          <p:cNvSpPr>
            <a:spLocks noGrp="1"/>
          </p:cNvSpPr>
          <p:nvPr/>
        </p:nvSpPr>
        <p:spPr>
          <a:xfrm>
            <a:off x="21161060" y="5149407"/>
            <a:ext cx="873749" cy="194806"/>
          </a:xfrm>
          <a:prstGeom prst="rect">
            <a:avLst/>
          </a:prstGeom>
          <a:solidFill>
            <a:srgbClr val="77777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7" name="Rectangle 266">
            <a:extLst>
              <a:ext uri="{FF2B5EF4-FFF2-40B4-BE49-F238E27FC236}">
                <a16:creationId xmlns:a16="http://schemas.microsoft.com/office/drawing/2014/main" id="{981B95DC-B2D6-7D82-622E-449CD687BEC7}"/>
              </a:ext>
            </a:extLst>
          </p:cNvPr>
          <p:cNvSpPr>
            <a:spLocks noGrp="1"/>
          </p:cNvSpPr>
          <p:nvPr/>
        </p:nvSpPr>
        <p:spPr>
          <a:xfrm>
            <a:off x="21161060" y="5344213"/>
            <a:ext cx="873749" cy="194806"/>
          </a:xfrm>
          <a:prstGeom prst="rect">
            <a:avLst/>
          </a:prstGeom>
          <a:solidFill>
            <a:srgbClr val="8D8D8D"/>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8" name="Rectangle 267">
            <a:extLst>
              <a:ext uri="{FF2B5EF4-FFF2-40B4-BE49-F238E27FC236}">
                <a16:creationId xmlns:a16="http://schemas.microsoft.com/office/drawing/2014/main" id="{1A8996A3-8382-3EC2-FA81-D5FCBCD7ADE9}"/>
              </a:ext>
            </a:extLst>
          </p:cNvPr>
          <p:cNvSpPr>
            <a:spLocks noGrp="1"/>
          </p:cNvSpPr>
          <p:nvPr/>
        </p:nvSpPr>
        <p:spPr>
          <a:xfrm>
            <a:off x="21161060" y="5538251"/>
            <a:ext cx="873749" cy="194806"/>
          </a:xfrm>
          <a:prstGeom prst="rect">
            <a:avLst/>
          </a:prstGeom>
          <a:solidFill>
            <a:srgbClr val="A0A0A0"/>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69" name="Rectangle 268">
            <a:extLst>
              <a:ext uri="{FF2B5EF4-FFF2-40B4-BE49-F238E27FC236}">
                <a16:creationId xmlns:a16="http://schemas.microsoft.com/office/drawing/2014/main" id="{10C3A0CA-9377-35CF-3433-8D05BEA150E1}"/>
              </a:ext>
            </a:extLst>
          </p:cNvPr>
          <p:cNvSpPr>
            <a:spLocks noGrp="1"/>
          </p:cNvSpPr>
          <p:nvPr/>
        </p:nvSpPr>
        <p:spPr>
          <a:xfrm>
            <a:off x="21161060" y="5733058"/>
            <a:ext cx="873749" cy="194806"/>
          </a:xfrm>
          <a:prstGeom prst="rect">
            <a:avLst/>
          </a:prstGeom>
          <a:solidFill>
            <a:srgbClr val="B4B4B4"/>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0" name="Rectangle 269">
            <a:extLst>
              <a:ext uri="{FF2B5EF4-FFF2-40B4-BE49-F238E27FC236}">
                <a16:creationId xmlns:a16="http://schemas.microsoft.com/office/drawing/2014/main" id="{DA5F2CA0-B1DE-593A-6849-B98D9A942944}"/>
              </a:ext>
            </a:extLst>
          </p:cNvPr>
          <p:cNvSpPr>
            <a:spLocks noGrp="1"/>
          </p:cNvSpPr>
          <p:nvPr/>
        </p:nvSpPr>
        <p:spPr>
          <a:xfrm>
            <a:off x="21161060" y="5927096"/>
            <a:ext cx="873749" cy="194806"/>
          </a:xfrm>
          <a:prstGeom prst="rect">
            <a:avLst/>
          </a:prstGeom>
          <a:solidFill>
            <a:srgbClr val="C7C7C7"/>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1" name="Rectangle 270">
            <a:extLst>
              <a:ext uri="{FF2B5EF4-FFF2-40B4-BE49-F238E27FC236}">
                <a16:creationId xmlns:a16="http://schemas.microsoft.com/office/drawing/2014/main" id="{0FAACCD9-AEF4-BB52-CFA5-257CF03F3CAB}"/>
              </a:ext>
            </a:extLst>
          </p:cNvPr>
          <p:cNvSpPr>
            <a:spLocks noGrp="1"/>
          </p:cNvSpPr>
          <p:nvPr/>
        </p:nvSpPr>
        <p:spPr>
          <a:xfrm>
            <a:off x="21161060" y="6121134"/>
            <a:ext cx="873749" cy="194806"/>
          </a:xfrm>
          <a:prstGeom prst="rect">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2" name="Rectangle 271">
            <a:extLst>
              <a:ext uri="{FF2B5EF4-FFF2-40B4-BE49-F238E27FC236}">
                <a16:creationId xmlns:a16="http://schemas.microsoft.com/office/drawing/2014/main" id="{2E5AC79F-5CAB-8495-3389-DD015AF2E777}"/>
              </a:ext>
            </a:extLst>
          </p:cNvPr>
          <p:cNvSpPr>
            <a:spLocks noGrp="1"/>
          </p:cNvSpPr>
          <p:nvPr/>
        </p:nvSpPr>
        <p:spPr>
          <a:xfrm>
            <a:off x="21161060" y="6315172"/>
            <a:ext cx="873749" cy="194806"/>
          </a:xfrm>
          <a:prstGeom prst="rect">
            <a:avLst/>
          </a:prstGeom>
          <a:solidFill>
            <a:srgbClr val="ECECE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4" name="Rectangle 273">
            <a:extLst>
              <a:ext uri="{FF2B5EF4-FFF2-40B4-BE49-F238E27FC236}">
                <a16:creationId xmlns:a16="http://schemas.microsoft.com/office/drawing/2014/main" id="{07225FF4-1FD1-3995-DF5D-8068BBC0BD5C}"/>
              </a:ext>
            </a:extLst>
          </p:cNvPr>
          <p:cNvSpPr>
            <a:spLocks noGrp="1"/>
          </p:cNvSpPr>
          <p:nvPr/>
        </p:nvSpPr>
        <p:spPr>
          <a:xfrm>
            <a:off x="13269953" y="362094"/>
            <a:ext cx="1748803" cy="194491"/>
          </a:xfrm>
          <a:prstGeom prst="rect">
            <a:avLst/>
          </a:prstGeom>
          <a:solidFill>
            <a:srgbClr val="1A3063"/>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5" name="Rectangle 274">
            <a:extLst>
              <a:ext uri="{FF2B5EF4-FFF2-40B4-BE49-F238E27FC236}">
                <a16:creationId xmlns:a16="http://schemas.microsoft.com/office/drawing/2014/main" id="{4AEDEE46-C8A4-2982-3A14-CAFFC18443C8}"/>
              </a:ext>
            </a:extLst>
          </p:cNvPr>
          <p:cNvSpPr>
            <a:spLocks noGrp="1"/>
          </p:cNvSpPr>
          <p:nvPr/>
        </p:nvSpPr>
        <p:spPr>
          <a:xfrm>
            <a:off x="13269953" y="556585"/>
            <a:ext cx="1748803" cy="194491"/>
          </a:xfrm>
          <a:prstGeom prst="rect">
            <a:avLst/>
          </a:prstGeom>
          <a:solidFill>
            <a:srgbClr val="3A4C76"/>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6" name="Rectangle 275">
            <a:extLst>
              <a:ext uri="{FF2B5EF4-FFF2-40B4-BE49-F238E27FC236}">
                <a16:creationId xmlns:a16="http://schemas.microsoft.com/office/drawing/2014/main" id="{84C4FADF-7FFC-76B8-E490-1614E3047F21}"/>
              </a:ext>
            </a:extLst>
          </p:cNvPr>
          <p:cNvSpPr>
            <a:spLocks noGrp="1"/>
          </p:cNvSpPr>
          <p:nvPr/>
        </p:nvSpPr>
        <p:spPr>
          <a:xfrm>
            <a:off x="13269953" y="751076"/>
            <a:ext cx="1748803" cy="194491"/>
          </a:xfrm>
          <a:prstGeom prst="rect">
            <a:avLst/>
          </a:prstGeom>
          <a:solidFill>
            <a:srgbClr val="566588"/>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7" name="Rectangle 276">
            <a:extLst>
              <a:ext uri="{FF2B5EF4-FFF2-40B4-BE49-F238E27FC236}">
                <a16:creationId xmlns:a16="http://schemas.microsoft.com/office/drawing/2014/main" id="{D05FB907-0B49-3D3A-CD80-A596208FE4F5}"/>
              </a:ext>
            </a:extLst>
          </p:cNvPr>
          <p:cNvSpPr>
            <a:spLocks noGrp="1"/>
          </p:cNvSpPr>
          <p:nvPr/>
        </p:nvSpPr>
        <p:spPr>
          <a:xfrm>
            <a:off x="13269953" y="945567"/>
            <a:ext cx="1748803" cy="194491"/>
          </a:xfrm>
          <a:prstGeom prst="rect">
            <a:avLst/>
          </a:prstGeom>
          <a:solidFill>
            <a:srgbClr val="717D9B"/>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8" name="Rectangle 277">
            <a:extLst>
              <a:ext uri="{FF2B5EF4-FFF2-40B4-BE49-F238E27FC236}">
                <a16:creationId xmlns:a16="http://schemas.microsoft.com/office/drawing/2014/main" id="{9B0EA696-3421-CFE2-5989-2EE67F98462C}"/>
              </a:ext>
            </a:extLst>
          </p:cNvPr>
          <p:cNvSpPr>
            <a:spLocks noGrp="1"/>
          </p:cNvSpPr>
          <p:nvPr/>
        </p:nvSpPr>
        <p:spPr>
          <a:xfrm>
            <a:off x="13269953" y="1139292"/>
            <a:ext cx="1748803" cy="194491"/>
          </a:xfrm>
          <a:prstGeom prst="rect">
            <a:avLst/>
          </a:prstGeom>
          <a:solidFill>
            <a:srgbClr val="8A94AC"/>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9" name="Rectangle 278">
            <a:extLst>
              <a:ext uri="{FF2B5EF4-FFF2-40B4-BE49-F238E27FC236}">
                <a16:creationId xmlns:a16="http://schemas.microsoft.com/office/drawing/2014/main" id="{5AAF7125-7E99-16E0-B6DA-3CB6600FB83B}"/>
              </a:ext>
            </a:extLst>
          </p:cNvPr>
          <p:cNvSpPr>
            <a:spLocks noGrp="1"/>
          </p:cNvSpPr>
          <p:nvPr/>
        </p:nvSpPr>
        <p:spPr>
          <a:xfrm>
            <a:off x="13269953" y="1333783"/>
            <a:ext cx="1748803" cy="194491"/>
          </a:xfrm>
          <a:prstGeom prst="rect">
            <a:avLst/>
          </a:prstGeom>
          <a:solidFill>
            <a:srgbClr val="A3ABB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80" name="Rectangle 279">
            <a:extLst>
              <a:ext uri="{FF2B5EF4-FFF2-40B4-BE49-F238E27FC236}">
                <a16:creationId xmlns:a16="http://schemas.microsoft.com/office/drawing/2014/main" id="{46298FA7-AC72-18D8-5164-80C2684B5E2E}"/>
              </a:ext>
            </a:extLst>
          </p:cNvPr>
          <p:cNvSpPr>
            <a:spLocks noGrp="1"/>
          </p:cNvSpPr>
          <p:nvPr/>
        </p:nvSpPr>
        <p:spPr>
          <a:xfrm>
            <a:off x="13269953" y="1527507"/>
            <a:ext cx="1748803" cy="194491"/>
          </a:xfrm>
          <a:prstGeom prst="rect">
            <a:avLst/>
          </a:prstGeom>
          <a:solidFill>
            <a:srgbClr val="BBC0CE"/>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81" name="Rectangle 280">
            <a:extLst>
              <a:ext uri="{FF2B5EF4-FFF2-40B4-BE49-F238E27FC236}">
                <a16:creationId xmlns:a16="http://schemas.microsoft.com/office/drawing/2014/main" id="{1BD2B3F3-0719-C8B9-E309-3DD552D21EDB}"/>
              </a:ext>
            </a:extLst>
          </p:cNvPr>
          <p:cNvSpPr>
            <a:spLocks noGrp="1"/>
          </p:cNvSpPr>
          <p:nvPr/>
        </p:nvSpPr>
        <p:spPr>
          <a:xfrm>
            <a:off x="13269953" y="1721231"/>
            <a:ext cx="1748803" cy="194491"/>
          </a:xfrm>
          <a:prstGeom prst="rect">
            <a:avLst/>
          </a:prstGeom>
          <a:solidFill>
            <a:srgbClr val="D2D6D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82" name="Rectangle 281">
            <a:extLst>
              <a:ext uri="{FF2B5EF4-FFF2-40B4-BE49-F238E27FC236}">
                <a16:creationId xmlns:a16="http://schemas.microsoft.com/office/drawing/2014/main" id="{EBD034EA-F9C9-C9BD-AE85-5D930A650CC4}"/>
              </a:ext>
            </a:extLst>
          </p:cNvPr>
          <p:cNvSpPr>
            <a:spLocks noGrp="1"/>
          </p:cNvSpPr>
          <p:nvPr/>
        </p:nvSpPr>
        <p:spPr>
          <a:xfrm>
            <a:off x="13269953" y="1914955"/>
            <a:ext cx="1748803" cy="194491"/>
          </a:xfrm>
          <a:prstGeom prst="rect">
            <a:avLst/>
          </a:prstGeom>
          <a:solidFill>
            <a:srgbClr val="E9EBE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txStyles>
    <p:titleStyle>
      <a:lvl1pPr algn="l" defTabSz="914400">
        <a:lnSpc>
          <a:spcPct val="90000"/>
        </a:lnSpc>
        <a:spcBef>
          <a:spcPct val="0"/>
        </a:spcBef>
        <a:buNone/>
        <a:defRPr sz="2400" b="1" i="0" kern="1200" spc="500" baseline="0">
          <a:solidFill>
            <a:schemeClr val="tx1"/>
          </a:solidFill>
          <a:latin typeface="Montserrat"/>
          <a:ea typeface="Montserrat"/>
          <a:cs typeface="Montserrat"/>
        </a:defRPr>
      </a:lvl1pPr>
    </p:titleStyle>
    <p:bodyStyle>
      <a:lvl1pPr marL="180000" indent="-180000" algn="l" defTabSz="914400">
        <a:lnSpc>
          <a:spcPct val="125000"/>
        </a:lnSpc>
        <a:spcBef>
          <a:spcPts val="700"/>
        </a:spcBef>
        <a:buClr>
          <a:schemeClr val="bg1"/>
        </a:buClr>
        <a:buFont typeface="Arial"/>
        <a:buChar char="•"/>
        <a:defRPr sz="1200" kern="1200">
          <a:solidFill>
            <a:srgbClr val="333333"/>
          </a:solidFill>
          <a:latin typeface="Montserrat"/>
          <a:ea typeface="Montserrat"/>
          <a:cs typeface="Montserrat"/>
        </a:defRPr>
      </a:lvl1pPr>
      <a:lvl2pPr marL="360000" indent="-180000" algn="l" defTabSz="914400">
        <a:lnSpc>
          <a:spcPct val="125000"/>
        </a:lnSpc>
        <a:spcBef>
          <a:spcPts val="0"/>
        </a:spcBef>
        <a:buClr>
          <a:schemeClr val="bg1"/>
        </a:buClr>
        <a:buFont typeface="System Font Regular"/>
        <a:buChar char="-"/>
        <a:defRPr sz="1200" kern="1200">
          <a:solidFill>
            <a:srgbClr val="333333"/>
          </a:solidFill>
          <a:latin typeface="Montserrat"/>
          <a:ea typeface="Montserrat"/>
          <a:cs typeface="Montserrat"/>
        </a:defRPr>
      </a:lvl2pPr>
      <a:lvl3pPr marL="540000" indent="-180000" algn="l" defTabSz="914400">
        <a:lnSpc>
          <a:spcPct val="125000"/>
        </a:lnSpc>
        <a:spcBef>
          <a:spcPts val="0"/>
        </a:spcBef>
        <a:buClr>
          <a:schemeClr val="bg1"/>
        </a:buClr>
        <a:buFont typeface="System Font Regular"/>
        <a:buChar char="-"/>
        <a:defRPr sz="1200" kern="1200">
          <a:solidFill>
            <a:srgbClr val="333333"/>
          </a:solidFill>
          <a:latin typeface="Montserrat"/>
          <a:ea typeface="Montserrat"/>
          <a:cs typeface="Montserrat"/>
        </a:defRPr>
      </a:lvl3pPr>
      <a:lvl4pPr marL="1600200" indent="-228600" algn="l" defTabSz="914400">
        <a:lnSpc>
          <a:spcPct val="90000"/>
        </a:lnSpc>
        <a:spcBef>
          <a:spcPts val="500"/>
        </a:spcBef>
        <a:buFont typeface="Arial"/>
        <a:buChar char="•"/>
        <a:defRPr sz="1800" kern="1200">
          <a:solidFill>
            <a:schemeClr val="tx1"/>
          </a:solidFill>
          <a:latin typeface="Montserrat"/>
          <a:ea typeface="Montserrat"/>
          <a:cs typeface="Montserrat"/>
        </a:defRPr>
      </a:lvl4pPr>
      <a:lvl5pPr marL="2057400" indent="-228600" algn="l" defTabSz="914400">
        <a:lnSpc>
          <a:spcPct val="90000"/>
        </a:lnSpc>
        <a:spcBef>
          <a:spcPts val="500"/>
        </a:spcBef>
        <a:buFont typeface="Arial"/>
        <a:buChar char="•"/>
        <a:defRPr sz="1800" kern="1200">
          <a:solidFill>
            <a:schemeClr val="tx1"/>
          </a:solidFill>
          <a:latin typeface="Montserrat"/>
          <a:ea typeface="Montserrat"/>
          <a:cs typeface="Montserra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4088" userDrawn="1">
          <p15:clr>
            <a:srgbClr val="F26B43"/>
          </p15:clr>
        </p15:guide>
        <p15:guide id="2" pos="211" userDrawn="1">
          <p15:clr>
            <a:srgbClr val="F26B43"/>
          </p15:clr>
        </p15:guide>
        <p15:guide id="3" pos="7469" userDrawn="1">
          <p15:clr>
            <a:srgbClr val="F26B43"/>
          </p15:clr>
        </p15:guide>
        <p15:guide id="4" orient="horz" pos="232" userDrawn="1">
          <p15:clr>
            <a:srgbClr val="F26B43"/>
          </p15:clr>
        </p15:guide>
        <p15:guide id="5" orient="horz" pos="2160" userDrawn="1">
          <p15:clr>
            <a:srgbClr val="F26B43"/>
          </p15:clr>
        </p15:guide>
        <p15:guide id="6" pos="3840" userDrawn="1">
          <p15:clr>
            <a:srgbClr val="F26B43"/>
          </p15:clr>
        </p15:guide>
        <p15:guide id="7" pos="7242" userDrawn="1">
          <p15:clr>
            <a:srgbClr val="F26B43"/>
          </p15:clr>
        </p15:guide>
        <p15:guide id="8" pos="438" userDrawn="1">
          <p15:clr>
            <a:srgbClr val="F26B43"/>
          </p15:clr>
        </p15:guide>
        <p15:guide id="9" orient="horz" pos="3861" userDrawn="1">
          <p15:clr>
            <a:srgbClr val="F26B43"/>
          </p15:clr>
        </p15:guide>
        <p15:guide id="10" orient="horz" pos="45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22.xml"/><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5.xml"/><Relationship Id="rId1" Type="http://schemas.openxmlformats.org/officeDocument/2006/relationships/slideLayout" Target="../slideLayouts/slideLayout22.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_rels/slide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6.xml"/><Relationship Id="rId1" Type="http://schemas.openxmlformats.org/officeDocument/2006/relationships/slideLayout" Target="../slideLayouts/slideLayout25.xml"/><Relationship Id="rId6" Type="http://schemas.openxmlformats.org/officeDocument/2006/relationships/image" Target="../media/image27.svg"/><Relationship Id="rId5" Type="http://schemas.openxmlformats.org/officeDocument/2006/relationships/image" Target="../media/image26.svg"/><Relationship Id="rId4" Type="http://schemas.openxmlformats.org/officeDocument/2006/relationships/image" Target="../media/image25.svg"/></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2.xml"/><Relationship Id="rId6" Type="http://schemas.openxmlformats.org/officeDocument/2006/relationships/image" Target="../media/image18.png"/><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jpeg"/></Relationships>
</file>

<file path=ppt/slides/_rels/slide1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0.xml"/><Relationship Id="rId1" Type="http://schemas.openxmlformats.org/officeDocument/2006/relationships/slideLayout" Target="../slideLayouts/slideLayout24.xml"/><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12.xml"/><Relationship Id="rId1" Type="http://schemas.openxmlformats.org/officeDocument/2006/relationships/slideLayout" Target="../slideLayouts/slideLayout24.xml"/><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25.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5.xml"/><Relationship Id="rId1" Type="http://schemas.openxmlformats.org/officeDocument/2006/relationships/slideLayout" Target="../slideLayouts/slideLayout25.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6.xml"/><Relationship Id="rId1" Type="http://schemas.openxmlformats.org/officeDocument/2006/relationships/slideLayout" Target="../slideLayouts/slideLayout24.xml"/><Relationship Id="rId4" Type="http://schemas.openxmlformats.org/officeDocument/2006/relationships/image" Target="../media/image4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8B0F58-2575-60EF-1F06-8A70933FD1BA}"/>
              </a:ext>
            </a:extLst>
          </p:cNvPr>
          <p:cNvSpPr>
            <a:spLocks noGrp="1"/>
          </p:cNvSpPr>
          <p:nvPr>
            <p:ph type="body" idx="10"/>
          </p:nvPr>
        </p:nvSpPr>
        <p:spPr/>
        <p:txBody>
          <a:bodyPr/>
          <a:lstStyle/>
          <a:p>
            <a:r>
              <a:t>THE DIGITAL TEAM</a:t>
            </a:r>
          </a:p>
        </p:txBody>
      </p:sp>
      <p:sp>
        <p:nvSpPr>
          <p:cNvPr id="3" name="Title 2">
            <a:extLst>
              <a:ext uri="{FF2B5EF4-FFF2-40B4-BE49-F238E27FC236}">
                <a16:creationId xmlns:a16="http://schemas.microsoft.com/office/drawing/2014/main" id="{1202CD71-95BA-DEF3-0FCB-968227AB5FB4}"/>
              </a:ext>
            </a:extLst>
          </p:cNvPr>
          <p:cNvSpPr>
            <a:spLocks noGrp="1"/>
          </p:cNvSpPr>
          <p:nvPr>
            <p:ph type="title"/>
          </p:nvPr>
        </p:nvSpPr>
        <p:spPr/>
        <p:txBody>
          <a:bodyPr/>
          <a:lstStyle/>
          <a:p>
            <a:r>
              <a:rPr>
                <a:latin typeface="+mj-lt"/>
                <a:ea typeface="+mj-lt"/>
                <a:cs typeface="+mj-lt"/>
              </a:rPr>
              <a:t>ENGINEERING
DELIVERY</a:t>
            </a:r>
          </a:p>
        </p:txBody>
      </p:sp>
      <p:sp>
        <p:nvSpPr>
          <p:cNvPr id="4" name="Text Placeholder 3">
            <a:extLst>
              <a:ext uri="{FF2B5EF4-FFF2-40B4-BE49-F238E27FC236}">
                <a16:creationId xmlns:a16="http://schemas.microsoft.com/office/drawing/2014/main" id="{2B92EFAC-E786-3E03-6CB4-B500395BAAA4}"/>
              </a:ext>
            </a:extLst>
          </p:cNvPr>
          <p:cNvSpPr>
            <a:spLocks noGrp="1"/>
          </p:cNvSpPr>
          <p:nvPr>
            <p:ph type="body" idx="11"/>
          </p:nvPr>
        </p:nvSpPr>
        <p:spPr/>
        <p:txBody>
          <a:bodyPr/>
          <a:lstStyle/>
          <a:p>
            <a:r>
              <a:t>Darach Sharkey · Microsoft AI Solution Engineer
September 2026</a:t>
            </a:r>
          </a:p>
        </p:txBody>
      </p:sp>
    </p:spTree>
    <p:extLst>
      <p:ext uri="{BB962C8B-B14F-4D97-AF65-F5344CB8AC3E}">
        <p14:creationId xmlns:p14="http://schemas.microsoft.com/office/powerpoint/2010/main" val="3653148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68FBC7-53F4-883E-7253-CD052438CD71}"/>
              </a:ext>
            </a:extLst>
          </p:cNvPr>
          <p:cNvSpPr>
            <a:spLocks noGrp="1"/>
          </p:cNvSpPr>
          <p:nvPr>
            <p:ph type="body" idx="10"/>
          </p:nvPr>
        </p:nvSpPr>
        <p:spPr/>
        <p:txBody>
          <a:bodyPr/>
          <a:lstStyle/>
          <a:p>
            <a:r>
              <a:rPr>
                <a:solidFill>
                  <a:schemeClr val="bg1"/>
                </a:solidFill>
              </a:rPr>
              <a:t>OUR AMBITION</a:t>
            </a:r>
          </a:p>
        </p:txBody>
      </p:sp>
      <p:sp>
        <p:nvSpPr>
          <p:cNvPr id="3" name="Title 2">
            <a:extLst>
              <a:ext uri="{FF2B5EF4-FFF2-40B4-BE49-F238E27FC236}">
                <a16:creationId xmlns:a16="http://schemas.microsoft.com/office/drawing/2014/main" id="{463C69DC-0E01-0AE1-3846-D5BA62746CD3}"/>
              </a:ext>
            </a:extLst>
          </p:cNvPr>
          <p:cNvSpPr>
            <a:spLocks noGrp="1"/>
          </p:cNvSpPr>
          <p:nvPr>
            <p:ph type="title"/>
          </p:nvPr>
        </p:nvSpPr>
        <p:spPr/>
        <p:txBody>
          <a:bodyPr/>
          <a:lstStyle/>
          <a:p>
            <a:r>
              <a:t>A FRONTIER FIRM</a:t>
            </a:r>
          </a:p>
        </p:txBody>
      </p:sp>
      <p:sp>
        <p:nvSpPr>
          <p:cNvPr id="4" name="Content Placeholder 3">
            <a:extLst>
              <a:ext uri="{FF2B5EF4-FFF2-40B4-BE49-F238E27FC236}">
                <a16:creationId xmlns:a16="http://schemas.microsoft.com/office/drawing/2014/main" id="{345DEA4B-39F3-40AE-1FAD-10AC64539E30}"/>
              </a:ext>
            </a:extLst>
          </p:cNvPr>
          <p:cNvSpPr>
            <a:spLocks noGrp="1"/>
          </p:cNvSpPr>
          <p:nvPr>
            <p:ph idx="1"/>
          </p:nvPr>
        </p:nvSpPr>
        <p:spPr>
          <a:xfrm>
            <a:off x="694964" y="1807793"/>
            <a:ext cx="4791436" cy="4320000"/>
          </a:xfrm>
        </p:spPr>
        <p:txBody>
          <a:bodyPr anchor="b"/>
          <a:lstStyle/>
          <a:p>
            <a:r>
              <a:rPr sz="1800" b="1" dirty="0">
                <a:solidFill>
                  <a:schemeClr val="tx1"/>
                </a:solidFill>
                <a:latin typeface="Montserrat SemiBold"/>
                <a:ea typeface="Montserrat SemiBold"/>
                <a:cs typeface="Montserrat SemiBold"/>
              </a:rPr>
              <a:t>Microsoft’s model combines AI capability, redesigned work and a learning system that improves as people and agents deliver.</a:t>
            </a:r>
          </a:p>
          <a:p>
            <a:endParaRPr sz="1000" dirty="0"/>
          </a:p>
          <a:p>
            <a:r>
              <a:rPr sz="1400" b="1" spc="300" dirty="0">
                <a:solidFill>
                  <a:schemeClr val="bg1"/>
                </a:solidFill>
                <a:latin typeface="Montserrat"/>
                <a:ea typeface="Montserrat"/>
                <a:cs typeface="Montserrat"/>
              </a:rPr>
              <a:t>HYPERVELOCITY:</a:t>
            </a:r>
          </a:p>
          <a:p>
            <a:pPr marL="171450" indent="-171450">
              <a:buSzPct val="120000"/>
              <a:buFont typeface="Arial"/>
              <a:buChar char="•"/>
            </a:pPr>
            <a:r>
              <a:rPr dirty="0"/>
              <a:t>Shorter time to validated outcomes</a:t>
            </a:r>
          </a:p>
          <a:p>
            <a:pPr marL="171450" indent="-171450">
              <a:buSzPct val="120000"/>
              <a:buFont typeface="Arial"/>
              <a:buChar char="•"/>
            </a:pPr>
            <a:r>
              <a:rPr dirty="0"/>
              <a:t>Human accountability at release gates</a:t>
            </a:r>
          </a:p>
          <a:p>
            <a:pPr marL="171450" indent="-171450">
              <a:buSzPct val="120000"/>
              <a:buFont typeface="Arial"/>
              <a:buChar char="•"/>
            </a:pPr>
            <a:r>
              <a:rPr dirty="0"/>
              <a:t>Reusable institutional knowledge</a:t>
            </a:r>
          </a:p>
          <a:p>
            <a:pPr marL="171450" indent="-171450">
              <a:buSzPct val="120000"/>
              <a:buFont typeface="Arial"/>
              <a:buChar char="•"/>
            </a:pPr>
            <a:r>
              <a:rPr dirty="0"/>
              <a:t>Assist → collaborate → delegate</a:t>
            </a:r>
          </a:p>
          <a:p>
            <a:pPr marL="171450" indent="-171450">
              <a:buSzPct val="120000"/>
              <a:buFont typeface="Arial"/>
              <a:buChar char="•"/>
            </a:pPr>
            <a:r>
              <a:rPr dirty="0"/>
              <a:t>Measure speed, quality and reuse</a:t>
            </a:r>
          </a:p>
        </p:txBody>
      </p:sp>
      <p:sp>
        <p:nvSpPr>
          <p:cNvPr id="5" name="Rectangle 4">
            <a:extLst>
              <a:ext uri="{FF2B5EF4-FFF2-40B4-BE49-F238E27FC236}">
                <a16:creationId xmlns:a16="http://schemas.microsoft.com/office/drawing/2014/main" id="{2D53E28E-4DE3-8C3A-E667-04E31BD3C8A7}"/>
              </a:ext>
            </a:extLst>
          </p:cNvPr>
          <p:cNvSpPr>
            <a:spLocks noGrp="1"/>
          </p:cNvSpPr>
          <p:nvPr/>
        </p:nvSpPr>
        <p:spPr>
          <a:xfrm>
            <a:off x="6096000" y="0"/>
            <a:ext cx="2814145" cy="68580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71524D6B-4CAF-1CF6-6535-E6E148FFF77F}"/>
              </a:ext>
            </a:extLst>
          </p:cNvPr>
          <p:cNvSpPr>
            <a:spLocks noGrp="1"/>
          </p:cNvSpPr>
          <p:nvPr/>
        </p:nvSpPr>
        <p:spPr>
          <a:xfrm>
            <a:off x="9136960" y="0"/>
            <a:ext cx="3055039"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2FA5E-D653-E00D-8568-4EBC9601427C}"/>
              </a:ext>
            </a:extLst>
          </p:cNvPr>
          <p:cNvSpPr>
            <a:spLocks noGrp="1"/>
          </p:cNvSpPr>
          <p:nvPr/>
        </p:nvSpPr>
        <p:spPr>
          <a:xfrm>
            <a:off x="9519745" y="4768352"/>
            <a:ext cx="1976930" cy="1754632"/>
          </a:xfrm>
          <a:prstGeom prst="rect">
            <a:avLst/>
          </a:prstGeom>
          <a:noFill/>
        </p:spPr>
        <p:txBody>
          <a:bodyPr wrap="square" anchor="b">
            <a:spAutoFit/>
          </a:bodyPr>
          <a:lstStyle/>
          <a:p>
            <a:pPr>
              <a:lnSpc>
                <a:spcPct val="120000"/>
              </a:lnSpc>
              <a:spcAft>
                <a:spcPts val="1000"/>
              </a:spcAft>
              <a:buNone/>
            </a:pPr>
            <a:r>
              <a:rPr b="1" spc="300" dirty="0">
                <a:solidFill>
                  <a:schemeClr val="tx2"/>
                </a:solidFill>
                <a:latin typeface="Montserrat"/>
                <a:ea typeface="Montserrat"/>
                <a:cs typeface="Montserrat"/>
              </a:rPr>
              <a:t>TEAM
GOAL</a:t>
            </a:r>
          </a:p>
          <a:p>
            <a:pPr>
              <a:lnSpc>
                <a:spcPct val="120000"/>
              </a:lnSpc>
              <a:spcAft>
                <a:spcPts val="1000"/>
              </a:spcAft>
              <a:buNone/>
            </a:pPr>
            <a:r>
              <a:rPr sz="1200" dirty="0">
                <a:solidFill>
                  <a:srgbClr val="FFFFFF"/>
                </a:solidFill>
                <a:latin typeface="Montserrat Light"/>
                <a:ea typeface="Montserrat Light"/>
                <a:cs typeface="Montserrat Light"/>
              </a:rPr>
              <a:t>AB-100 · AI-103 · GH-300
Plus Project Ready and Hypervelocity assessments.</a:t>
            </a:r>
          </a:p>
        </p:txBody>
      </p:sp>
      <p:pic>
        <p:nvPicPr>
          <p:cNvPr id="19" name="Graphic 10"/>
          <p:cNvPicPr>
            <a:picLocks noChangeAspect="1"/>
          </p:cNvPicPr>
          <p:nvPr/>
        </p:nvPicPr>
        <p:blipFill>
          <a:blip>
            <a:extLst>
              <a:ext uri="{96DAC541-7B7A-43D3-8B79-37D633B846F1}">
                <asvg:svgBlip xmlns:asvg="http://schemas.microsoft.com/office/drawing/2016/SVG/main" r:embed="rId3"/>
              </a:ext>
            </a:extLst>
          </a:blip>
          <a:srcRect/>
          <a:stretch/>
        </p:blipFill>
        <p:spPr>
          <a:xfrm>
            <a:off x="9566045" y="3800029"/>
            <a:ext cx="491130" cy="491130"/>
          </a:xfrm>
          <a:prstGeom prst="rect">
            <a:avLst/>
          </a:prstGeom>
        </p:spPr>
      </p:pic>
      <p:pic>
        <p:nvPicPr>
          <p:cNvPr id="20" name="Picture 19"/>
          <p:cNvPicPr>
            <a:picLocks noChangeAspect="1"/>
          </p:cNvPicPr>
          <p:nvPr/>
        </p:nvPicPr>
        <p:blipFill>
          <a:blip r:embed="rId4"/>
          <a:stretch/>
        </p:blipFill>
        <p:spPr>
          <a:xfrm>
            <a:off x="4926219" y="1457604"/>
            <a:ext cx="3942791" cy="3942791"/>
          </a:xfrm>
          <a:prstGeom prst="rect">
            <a:avLst/>
          </a:prstGeom>
        </p:spPr>
      </p:pic>
    </p:spTree>
    <p:extLst>
      <p:ext uri="{BB962C8B-B14F-4D97-AF65-F5344CB8AC3E}">
        <p14:creationId xmlns:p14="http://schemas.microsoft.com/office/powerpoint/2010/main" val="1327418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68FBC7-53F4-883E-7253-CD052438CD71}"/>
              </a:ext>
            </a:extLst>
          </p:cNvPr>
          <p:cNvSpPr>
            <a:spLocks noGrp="1"/>
          </p:cNvSpPr>
          <p:nvPr>
            <p:ph type="body" idx="10"/>
          </p:nvPr>
        </p:nvSpPr>
        <p:spPr/>
        <p:txBody>
          <a:bodyPr/>
          <a:lstStyle/>
          <a:p>
            <a:r>
              <a:rPr>
                <a:solidFill>
                  <a:srgbClr val="FFFFFF"/>
                </a:solidFill>
              </a:rPr>
              <a:t>OUR STARTING POINT</a:t>
            </a:r>
          </a:p>
        </p:txBody>
      </p:sp>
      <p:sp>
        <p:nvSpPr>
          <p:cNvPr id="3" name="Title 2">
            <a:extLst>
              <a:ext uri="{FF2B5EF4-FFF2-40B4-BE49-F238E27FC236}">
                <a16:creationId xmlns:a16="http://schemas.microsoft.com/office/drawing/2014/main" id="{463C69DC-0E01-0AE1-3846-D5BA62746CD3}"/>
              </a:ext>
            </a:extLst>
          </p:cNvPr>
          <p:cNvSpPr>
            <a:spLocks noGrp="1"/>
          </p:cNvSpPr>
          <p:nvPr>
            <p:ph type="title"/>
          </p:nvPr>
        </p:nvSpPr>
        <p:spPr/>
        <p:txBody>
          <a:bodyPr/>
          <a:lstStyle/>
          <a:p>
            <a:r>
              <a:rPr>
                <a:solidFill>
                  <a:srgbClr val="FFFFFF"/>
                </a:solidFill>
              </a:rPr>
              <a:t>THE BRIDGEHEAD COMES FIRST</a:t>
            </a:r>
          </a:p>
        </p:txBody>
      </p:sp>
      <p:sp>
        <p:nvSpPr>
          <p:cNvPr id="4" name="Content Placeholder 3">
            <a:extLst>
              <a:ext uri="{FF2B5EF4-FFF2-40B4-BE49-F238E27FC236}">
                <a16:creationId xmlns:a16="http://schemas.microsoft.com/office/drawing/2014/main" id="{345DEA4B-39F3-40AE-1FAD-10AC64539E30}"/>
              </a:ext>
            </a:extLst>
          </p:cNvPr>
          <p:cNvSpPr>
            <a:spLocks noGrp="1"/>
          </p:cNvSpPr>
          <p:nvPr>
            <p:ph idx="1"/>
          </p:nvPr>
        </p:nvSpPr>
        <p:spPr>
          <a:xfrm>
            <a:off x="694963" y="1807793"/>
            <a:ext cx="6417727" cy="4320000"/>
          </a:xfrm>
        </p:spPr>
        <p:txBody>
          <a:bodyPr anchor="b"/>
          <a:lstStyle/>
          <a:p>
            <a:r>
              <a:rPr sz="1400" b="1" spc="300">
                <a:solidFill>
                  <a:schemeClr val="tx2"/>
                </a:solidFill>
                <a:latin typeface="Montserrat"/>
                <a:ea typeface="Montserrat"/>
                <a:cs typeface="Montserrat"/>
              </a:rPr>
              <a:t>INSPECT THE GROUND</a:t>
            </a:r>
            <a:endParaRPr sz="1400">
              <a:solidFill>
                <a:schemeClr val="tx2"/>
              </a:solidFill>
            </a:endParaRPr>
          </a:p>
          <a:p>
            <a:r>
              <a:rPr>
                <a:solidFill>
                  <a:srgbClr val="FFFFFF"/>
                </a:solidFill>
              </a:rPr>
              <a:t>Check the repo, tools, tenant, environment, solution and publisher before implementation.</a:t>
            </a:r>
          </a:p>
          <a:p>
            <a:endParaRPr>
              <a:solidFill>
                <a:srgbClr val="FFFFFF"/>
              </a:solidFill>
            </a:endParaRPr>
          </a:p>
          <a:p>
            <a:r>
              <a:rPr sz="1400" b="1" spc="300">
                <a:solidFill>
                  <a:schemeClr val="tx2"/>
                </a:solidFill>
                <a:latin typeface="Montserrat"/>
                <a:ea typeface="Montserrat"/>
                <a:cs typeface="Montserrat"/>
              </a:rPr>
              <a:t>ESTABLISH THE HARNESS</a:t>
            </a:r>
            <a:endParaRPr sz="1400">
              <a:solidFill>
                <a:schemeClr val="tx2"/>
              </a:solidFill>
            </a:endParaRPr>
          </a:p>
          <a:p>
            <a:r>
              <a:rPr>
                <a:solidFill>
                  <a:srgbClr val="FFFFFF"/>
                </a:solidFill>
              </a:rPr>
              <a:t>Scaffold VS Code, agent instructions, skills, tickets and documentation without guessing the project.</a:t>
            </a:r>
          </a:p>
          <a:p>
            <a:endParaRPr>
              <a:solidFill>
                <a:srgbClr val="FFFFFF"/>
              </a:solidFill>
            </a:endParaRPr>
          </a:p>
          <a:p>
            <a:r>
              <a:rPr sz="1400" b="1" spc="300">
                <a:solidFill>
                  <a:schemeClr val="tx2"/>
                </a:solidFill>
                <a:latin typeface="Montserrat"/>
                <a:ea typeface="Montserrat"/>
                <a:cs typeface="Montserrat"/>
              </a:rPr>
              <a:t>PROVE ONE SMALL SLICE</a:t>
            </a:r>
          </a:p>
          <a:p>
            <a:r>
              <a:rPr>
                <a:solidFill>
                  <a:srgbClr val="FFFFFF"/>
                </a:solidFill>
              </a:rPr>
              <a:t>Use a bounded Copilot Studio example; validate the toolchain and capture what the next session needs.</a:t>
            </a:r>
          </a:p>
        </p:txBody>
      </p:sp>
      <p:sp>
        <p:nvSpPr>
          <p:cNvPr id="5" name="Rectangle 4">
            <a:extLst>
              <a:ext uri="{FF2B5EF4-FFF2-40B4-BE49-F238E27FC236}">
                <a16:creationId xmlns:a16="http://schemas.microsoft.com/office/drawing/2014/main" id="{2D53E28E-4DE3-8C3A-E667-04E31BD3C8A7}"/>
              </a:ext>
            </a:extLst>
          </p:cNvPr>
          <p:cNvSpPr>
            <a:spLocks noGrp="1"/>
          </p:cNvSpPr>
          <p:nvPr/>
        </p:nvSpPr>
        <p:spPr>
          <a:xfrm>
            <a:off x="7896755" y="0"/>
            <a:ext cx="6210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1" name="Picture 10"/>
          <p:cNvPicPr>
            <a:picLocks noChangeAspect="1"/>
          </p:cNvPicPr>
          <p:nvPr/>
        </p:nvPicPr>
        <p:blipFill>
          <a:blip r:embed="rId3"/>
          <a:stretch/>
        </p:blipFill>
        <p:spPr>
          <a:xfrm>
            <a:off x="8263709" y="1617255"/>
            <a:ext cx="3623491" cy="3623491"/>
          </a:xfrm>
          <a:prstGeom prst="rect">
            <a:avLst/>
          </a:prstGeom>
        </p:spPr>
      </p:pic>
    </p:spTree>
    <p:extLst>
      <p:ext uri="{BB962C8B-B14F-4D97-AF65-F5344CB8AC3E}">
        <p14:creationId xmlns:p14="http://schemas.microsoft.com/office/powerpoint/2010/main" val="1600748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AB6C8F2-8B7F-276F-9FF7-0D6D7299955C}"/>
              </a:ext>
            </a:extLst>
          </p:cNvPr>
          <p:cNvSpPr>
            <a:spLocks noGrp="1"/>
          </p:cNvSpPr>
          <p:nvPr>
            <p:ph type="body" idx="10"/>
          </p:nvPr>
        </p:nvSpPr>
        <p:spPr/>
        <p:txBody>
          <a:bodyPr/>
          <a:lstStyle/>
          <a:p>
            <a:r>
              <a:rPr>
                <a:solidFill>
                  <a:schemeClr val="bg1"/>
                </a:solidFill>
              </a:rPr>
              <a:t>EXCERPTS FROM OUR BOOTSTRAP APPROACH</a:t>
            </a:r>
          </a:p>
        </p:txBody>
      </p:sp>
      <p:sp>
        <p:nvSpPr>
          <p:cNvPr id="4" name="Title 3">
            <a:extLst>
              <a:ext uri="{FF2B5EF4-FFF2-40B4-BE49-F238E27FC236}">
                <a16:creationId xmlns:a16="http://schemas.microsoft.com/office/drawing/2014/main" id="{61E7A448-1604-3DDD-A814-15C1DF336427}"/>
              </a:ext>
            </a:extLst>
          </p:cNvPr>
          <p:cNvSpPr>
            <a:spLocks noGrp="1"/>
          </p:cNvSpPr>
          <p:nvPr>
            <p:ph type="title"/>
          </p:nvPr>
        </p:nvSpPr>
        <p:spPr/>
        <p:txBody>
          <a:bodyPr/>
          <a:lstStyle/>
          <a:p>
            <a:r>
              <a:t>TWO PROMPTS BUILD THE FOUNDATION</a:t>
            </a:r>
          </a:p>
        </p:txBody>
      </p:sp>
      <p:sp>
        <p:nvSpPr>
          <p:cNvPr id="5" name="Content Placeholder 4">
            <a:extLst>
              <a:ext uri="{FF2B5EF4-FFF2-40B4-BE49-F238E27FC236}">
                <a16:creationId xmlns:a16="http://schemas.microsoft.com/office/drawing/2014/main" id="{D36C15AC-A30A-71EF-D852-822803DA7344}"/>
              </a:ext>
            </a:extLst>
          </p:cNvPr>
          <p:cNvSpPr>
            <a:spLocks noGrp="1"/>
          </p:cNvSpPr>
          <p:nvPr>
            <p:ph idx="1"/>
          </p:nvPr>
        </p:nvSpPr>
        <p:spPr>
          <a:xfrm>
            <a:off x="694964" y="1807793"/>
            <a:ext cx="10800000" cy="2579012"/>
          </a:xfrm>
        </p:spPr>
        <p:txBody>
          <a:bodyPr/>
          <a:lstStyle/>
          <a:p>
            <a:r>
              <a:rPr sz="1800">
                <a:solidFill>
                  <a:schemeClr val="tx1"/>
                </a:solidFill>
              </a:rPr>
              <a:t>Phase I: “Build the minimum durable Claude Code harness, ticket lifecycle, model-routing policy, context-management system, source-intake boundary, and first-run wizard.”</a:t>
            </a:r>
            <a:endParaRPr sz="1800"/>
          </a:p>
          <a:p>
            <a:endParaRPr sz="1000" b="1" spc="300">
              <a:solidFill>
                <a:schemeClr val="bg1"/>
              </a:solidFill>
              <a:latin typeface="Montserrat"/>
              <a:ea typeface="Montserrat"/>
              <a:cs typeface="Montserrat"/>
            </a:endParaRPr>
          </a:p>
          <a:p>
            <a:r>
              <a:rPr sz="1400" b="1" spc="300">
                <a:solidFill>
                  <a:schemeClr val="bg1"/>
                </a:solidFill>
                <a:latin typeface="Montserrat"/>
                <a:ea typeface="Montserrat"/>
                <a:cs typeface="Montserrat"/>
              </a:rPr>
              <a:t>PHASE II — EVIDENCE-LED REFINEMENT</a:t>
            </a:r>
          </a:p>
          <a:p>
            <a:pPr marL="171450" indent="-171450">
              <a:buSzPct val="120000"/>
              <a:buFont typeface="Arial"/>
              <a:buChar char="•"/>
            </a:pPr>
            <a:r>
              <a:t>“Once the user has placed project material in THE BUCKET, inspect and synthesise that material in a fresh, high-quality bootstrap session.”</a:t>
            </a:r>
          </a:p>
          <a:p>
            <a:pPr marL="171450" indent="-171450">
              <a:buSzPct val="120000"/>
              <a:buFont typeface="Arial"/>
              <a:buChar char="•"/>
            </a:pPr>
            <a:r>
              <a:t>Outputs: source register, project profile, Wayfinder, backlog, validation gates and next action.</a:t>
            </a:r>
          </a:p>
        </p:txBody>
      </p:sp>
      <p:pic>
        <p:nvPicPr>
          <p:cNvPr id="16" name="Picture 7"/>
          <p:cNvPicPr>
            <a:picLocks noChangeAspect="1"/>
          </p:cNvPicPr>
          <p:nvPr/>
        </p:nvPicPr>
        <p:blipFill rotWithShape="1">
          <a:blip r:embed="rId3"/>
          <a:srcRect r="-44"/>
          <a:stretch/>
        </p:blipFill>
        <p:spPr>
          <a:xfrm>
            <a:off x="0" y="4587881"/>
            <a:ext cx="12192000" cy="2270119"/>
          </a:xfrm>
          <a:prstGeom prst="rect">
            <a:avLst/>
          </a:prstGeom>
        </p:spPr>
      </p:pic>
    </p:spTree>
    <p:extLst>
      <p:ext uri="{BB962C8B-B14F-4D97-AF65-F5344CB8AC3E}">
        <p14:creationId xmlns:p14="http://schemas.microsoft.com/office/powerpoint/2010/main" val="968446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BA10B1-B0A6-FEE7-56CA-916A31B29D92}"/>
              </a:ext>
            </a:extLst>
          </p:cNvPr>
          <p:cNvSpPr>
            <a:spLocks noGrp="1"/>
          </p:cNvSpPr>
          <p:nvPr>
            <p:ph type="body" idx="10"/>
          </p:nvPr>
        </p:nvSpPr>
        <p:spPr/>
        <p:txBody>
          <a:bodyPr/>
          <a:lstStyle/>
          <a:p>
            <a:r>
              <a:t>ADAPTED FROM MATT POCOCK AND OPEN AGENT STANDARDS</a:t>
            </a:r>
          </a:p>
        </p:txBody>
      </p:sp>
      <p:sp>
        <p:nvSpPr>
          <p:cNvPr id="3" name="Title 2">
            <a:extLst>
              <a:ext uri="{FF2B5EF4-FFF2-40B4-BE49-F238E27FC236}">
                <a16:creationId xmlns:a16="http://schemas.microsoft.com/office/drawing/2014/main" id="{4226B613-E54E-6406-047E-E883F9715E54}"/>
              </a:ext>
            </a:extLst>
          </p:cNvPr>
          <p:cNvSpPr>
            <a:spLocks noGrp="1"/>
          </p:cNvSpPr>
          <p:nvPr>
            <p:ph type="title"/>
          </p:nvPr>
        </p:nvSpPr>
        <p:spPr/>
        <p:txBody>
          <a:bodyPr/>
          <a:lstStyle/>
          <a:p>
            <a:r>
              <a:t>THE HARNESS MAKES WORK REPEATABLE</a:t>
            </a:r>
          </a:p>
        </p:txBody>
      </p:sp>
      <p:sp>
        <p:nvSpPr>
          <p:cNvPr id="5" name="Straight Connector 4">
            <a:extLst>
              <a:ext uri="{FF2B5EF4-FFF2-40B4-BE49-F238E27FC236}">
                <a16:creationId xmlns:a16="http://schemas.microsoft.com/office/drawing/2014/main" id="{52DE4F3E-2D46-423D-96E2-6BBC3AA3198F}"/>
              </a:ext>
            </a:extLst>
          </p:cNvPr>
          <p:cNvSpPr>
            <a:spLocks noGrp="1"/>
          </p:cNvSpPr>
          <p:nvPr/>
        </p:nvSpPr>
        <p:spPr>
          <a:xfrm>
            <a:off x="3516735" y="4083929"/>
            <a:ext cx="190733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7" name="Straight Connector 6">
            <a:extLst>
              <a:ext uri="{FF2B5EF4-FFF2-40B4-BE49-F238E27FC236}">
                <a16:creationId xmlns:a16="http://schemas.microsoft.com/office/drawing/2014/main" id="{4983D89C-56FC-4ACB-9E5A-DCBBA9297738}"/>
              </a:ext>
            </a:extLst>
          </p:cNvPr>
          <p:cNvSpPr>
            <a:spLocks noGrp="1"/>
          </p:cNvSpPr>
          <p:nvPr/>
        </p:nvSpPr>
        <p:spPr>
          <a:xfrm>
            <a:off x="4424563" y="2579579"/>
            <a:ext cx="97756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8" name="Straight Connector 7">
            <a:extLst>
              <a:ext uri="{FF2B5EF4-FFF2-40B4-BE49-F238E27FC236}">
                <a16:creationId xmlns:a16="http://schemas.microsoft.com/office/drawing/2014/main" id="{97363D5F-6640-40B3-B172-7F366BB790A5}"/>
              </a:ext>
            </a:extLst>
          </p:cNvPr>
          <p:cNvSpPr>
            <a:spLocks noGrp="1"/>
          </p:cNvSpPr>
          <p:nvPr/>
        </p:nvSpPr>
        <p:spPr>
          <a:xfrm>
            <a:off x="4424563" y="5584218"/>
            <a:ext cx="97756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27" name="TextBox 26">
            <a:extLst>
              <a:ext uri="{FF2B5EF4-FFF2-40B4-BE49-F238E27FC236}">
                <a16:creationId xmlns:a16="http://schemas.microsoft.com/office/drawing/2014/main" id="{49B948F8-7C25-2488-E8B2-0021872BA183}"/>
              </a:ext>
            </a:extLst>
          </p:cNvPr>
          <p:cNvSpPr>
            <a:spLocks noGrp="1"/>
          </p:cNvSpPr>
          <p:nvPr/>
        </p:nvSpPr>
        <p:spPr>
          <a:xfrm>
            <a:off x="6343244" y="2594433"/>
            <a:ext cx="4941054" cy="493776"/>
          </a:xfrm>
          <a:prstGeom prst="rect">
            <a:avLst/>
          </a:prstGeom>
          <a:noFill/>
        </p:spPr>
        <p:txBody>
          <a:bodyPr wrap="square" lIns="0" rIns="0">
            <a:spAutoFit/>
          </a:bodyPr>
          <a:lstStyle/>
          <a:p>
            <a:pPr>
              <a:lnSpc>
                <a:spcPct val="120000"/>
              </a:lnSpc>
              <a:buNone/>
            </a:pPr>
            <a:r>
              <a:rPr sz="1100">
                <a:latin typeface="Montserrat Light"/>
                <a:ea typeface="Montserrat Light"/>
                <a:cs typeface="Montserrat Light"/>
              </a:rPr>
              <a:t>AGENTS.md sets the operating contract; CONTEXT.md and ADRs hold shared understanding and decisions.</a:t>
            </a:r>
          </a:p>
        </p:txBody>
      </p:sp>
      <p:sp>
        <p:nvSpPr>
          <p:cNvPr id="28" name="Rectangle 27">
            <a:extLst>
              <a:ext uri="{FF2B5EF4-FFF2-40B4-BE49-F238E27FC236}">
                <a16:creationId xmlns:a16="http://schemas.microsoft.com/office/drawing/2014/main" id="{E3991C7B-5BF0-0543-BFD0-194086AC51D2}"/>
              </a:ext>
            </a:extLst>
          </p:cNvPr>
          <p:cNvSpPr>
            <a:spLocks noGrp="1"/>
          </p:cNvSpPr>
          <p:nvPr/>
        </p:nvSpPr>
        <p:spPr>
          <a:xfrm>
            <a:off x="6343241" y="2168167"/>
            <a:ext cx="3312035" cy="36302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98000" rIns="126000" anchor="ctr"/>
          <a:lstStyle/>
          <a:p>
            <a:r>
              <a:rPr sz="1400" b="1" spc="500">
                <a:solidFill>
                  <a:srgbClr val="FFFFFF"/>
                </a:solidFill>
                <a:latin typeface="Montserrat"/>
                <a:ea typeface="Montserrat"/>
                <a:cs typeface="Montserrat"/>
              </a:rPr>
              <a:t>AGENT FILES</a:t>
            </a:r>
          </a:p>
        </p:txBody>
      </p:sp>
      <p:sp>
        <p:nvSpPr>
          <p:cNvPr id="29" name="TextBox 28">
            <a:extLst>
              <a:ext uri="{FF2B5EF4-FFF2-40B4-BE49-F238E27FC236}">
                <a16:creationId xmlns:a16="http://schemas.microsoft.com/office/drawing/2014/main" id="{2F9ECBE1-39D5-1E37-5B61-76F2EAF50296}"/>
              </a:ext>
            </a:extLst>
          </p:cNvPr>
          <p:cNvSpPr>
            <a:spLocks noGrp="1"/>
          </p:cNvSpPr>
          <p:nvPr/>
        </p:nvSpPr>
        <p:spPr>
          <a:xfrm>
            <a:off x="6343244" y="4083890"/>
            <a:ext cx="4941054" cy="493776"/>
          </a:xfrm>
          <a:prstGeom prst="rect">
            <a:avLst/>
          </a:prstGeom>
          <a:noFill/>
        </p:spPr>
        <p:txBody>
          <a:bodyPr wrap="square" lIns="0" rIns="0">
            <a:spAutoFit/>
          </a:bodyPr>
          <a:lstStyle/>
          <a:p>
            <a:pPr>
              <a:lnSpc>
                <a:spcPct val="120000"/>
              </a:lnSpc>
              <a:buNone/>
            </a:pPr>
            <a:r>
              <a:rPr sz="1100"/>
              <a:t>Load reviewed procedures for Power Platform, ticket refinement, QA and ALM only when relevant.</a:t>
            </a:r>
          </a:p>
        </p:txBody>
      </p:sp>
      <p:sp>
        <p:nvSpPr>
          <p:cNvPr id="30" name="Rectangle 29">
            <a:extLst>
              <a:ext uri="{FF2B5EF4-FFF2-40B4-BE49-F238E27FC236}">
                <a16:creationId xmlns:a16="http://schemas.microsoft.com/office/drawing/2014/main" id="{7DF00213-7A8C-462C-ACFA-C04677D66F6A}"/>
              </a:ext>
            </a:extLst>
          </p:cNvPr>
          <p:cNvSpPr>
            <a:spLocks noGrp="1"/>
          </p:cNvSpPr>
          <p:nvPr/>
        </p:nvSpPr>
        <p:spPr>
          <a:xfrm>
            <a:off x="6343241" y="3657624"/>
            <a:ext cx="3312035" cy="36302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98000" rIns="126000" anchor="ctr"/>
          <a:lstStyle/>
          <a:p>
            <a:r>
              <a:rPr sz="1400" b="1" spc="500">
                <a:solidFill>
                  <a:srgbClr val="FFFFFF"/>
                </a:solidFill>
                <a:latin typeface="Montserrat"/>
                <a:ea typeface="Montserrat"/>
                <a:cs typeface="Montserrat"/>
              </a:rPr>
              <a:t>SKILLS</a:t>
            </a:r>
          </a:p>
        </p:txBody>
      </p:sp>
      <p:sp>
        <p:nvSpPr>
          <p:cNvPr id="31" name="TextBox 30">
            <a:extLst>
              <a:ext uri="{FF2B5EF4-FFF2-40B4-BE49-F238E27FC236}">
                <a16:creationId xmlns:a16="http://schemas.microsoft.com/office/drawing/2014/main" id="{AFCECD01-567B-195F-A325-403477247F78}"/>
              </a:ext>
            </a:extLst>
          </p:cNvPr>
          <p:cNvSpPr>
            <a:spLocks noGrp="1"/>
          </p:cNvSpPr>
          <p:nvPr/>
        </p:nvSpPr>
        <p:spPr>
          <a:xfrm>
            <a:off x="6343244" y="5563752"/>
            <a:ext cx="4941054" cy="493776"/>
          </a:xfrm>
          <a:prstGeom prst="rect">
            <a:avLst/>
          </a:prstGeom>
          <a:noFill/>
        </p:spPr>
        <p:txBody>
          <a:bodyPr wrap="square" lIns="0" rIns="0">
            <a:spAutoFit/>
          </a:bodyPr>
          <a:lstStyle/>
          <a:p>
            <a:pPr>
              <a:lnSpc>
                <a:spcPct val="120000"/>
              </a:lnSpc>
              <a:buNone/>
            </a:pPr>
            <a:r>
              <a:rPr sz="1100"/>
              <a:t>Named environments, scoped tools, branch policies and human gates make the instructions enforceable.</a:t>
            </a:r>
          </a:p>
        </p:txBody>
      </p:sp>
      <p:sp>
        <p:nvSpPr>
          <p:cNvPr id="32" name="Rectangle 31">
            <a:extLst>
              <a:ext uri="{FF2B5EF4-FFF2-40B4-BE49-F238E27FC236}">
                <a16:creationId xmlns:a16="http://schemas.microsoft.com/office/drawing/2014/main" id="{2CCFC635-004A-5ED9-5857-75AEB9671671}"/>
              </a:ext>
            </a:extLst>
          </p:cNvPr>
          <p:cNvSpPr>
            <a:spLocks noGrp="1"/>
          </p:cNvSpPr>
          <p:nvPr/>
        </p:nvSpPr>
        <p:spPr>
          <a:xfrm>
            <a:off x="6343241" y="5137486"/>
            <a:ext cx="3312035" cy="36302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98000" rIns="126000" anchor="ctr"/>
          <a:lstStyle/>
          <a:p>
            <a:r>
              <a:rPr sz="1400" b="1" spc="500">
                <a:solidFill>
                  <a:srgbClr val="FFFFFF"/>
                </a:solidFill>
                <a:latin typeface="Montserrat"/>
                <a:ea typeface="Montserrat"/>
                <a:cs typeface="Montserrat"/>
              </a:rPr>
              <a:t>BOUNDARIES</a:t>
            </a:r>
          </a:p>
        </p:txBody>
      </p:sp>
      <p:pic>
        <p:nvPicPr>
          <p:cNvPr id="48" name="Graphic 42"/>
          <p:cNvPicPr>
            <a:picLocks noChangeAspect="1"/>
          </p:cNvPicPr>
          <p:nvPr/>
        </p:nvPicPr>
        <p:blipFill>
          <a:blip>
            <a:extLst>
              <a:ext uri="{96DAC541-7B7A-43D3-8B79-37D633B846F1}">
                <asvg:svgBlip xmlns:asvg="http://schemas.microsoft.com/office/drawing/2016/SVG/main" r:embed="rId3"/>
              </a:ext>
            </a:extLst>
          </a:blip>
          <a:srcRect/>
          <a:stretch/>
        </p:blipFill>
        <p:spPr>
          <a:xfrm>
            <a:off x="5568088" y="3822427"/>
            <a:ext cx="517291" cy="517291"/>
          </a:xfrm>
          <a:prstGeom prst="rect">
            <a:avLst/>
          </a:prstGeom>
        </p:spPr>
      </p:pic>
      <p:pic>
        <p:nvPicPr>
          <p:cNvPr id="49" name="Graphic 43"/>
          <p:cNvPicPr>
            <a:picLocks noChangeAspect="1"/>
          </p:cNvPicPr>
          <p:nvPr/>
        </p:nvPicPr>
        <p:blipFill>
          <a:blip>
            <a:extLst>
              <a:ext uri="{96DAC541-7B7A-43D3-8B79-37D633B846F1}">
                <asvg:svgBlip xmlns:asvg="http://schemas.microsoft.com/office/drawing/2016/SVG/main" r:embed="rId4"/>
              </a:ext>
            </a:extLst>
          </a:blip>
          <a:srcRect/>
          <a:stretch/>
        </p:blipFill>
        <p:spPr>
          <a:xfrm>
            <a:off x="5568088" y="2317003"/>
            <a:ext cx="517291" cy="517291"/>
          </a:xfrm>
          <a:prstGeom prst="rect">
            <a:avLst/>
          </a:prstGeom>
        </p:spPr>
      </p:pic>
      <p:pic>
        <p:nvPicPr>
          <p:cNvPr id="50" name="Graphic 44"/>
          <p:cNvPicPr>
            <a:picLocks noChangeAspect="1"/>
          </p:cNvPicPr>
          <p:nvPr/>
        </p:nvPicPr>
        <p:blipFill>
          <a:blip>
            <a:extLst>
              <a:ext uri="{96DAC541-7B7A-43D3-8B79-37D633B846F1}">
                <asvg:svgBlip xmlns:asvg="http://schemas.microsoft.com/office/drawing/2016/SVG/main" r:embed="rId5"/>
              </a:ext>
            </a:extLst>
          </a:blip>
          <a:srcRect/>
          <a:stretch/>
        </p:blipFill>
        <p:spPr>
          <a:xfrm>
            <a:off x="5570092" y="5337625"/>
            <a:ext cx="513282" cy="513282"/>
          </a:xfrm>
          <a:prstGeom prst="rect">
            <a:avLst/>
          </a:prstGeom>
        </p:spPr>
      </p:pic>
      <p:sp>
        <p:nvSpPr>
          <p:cNvPr id="6" name="Straight Connector 5">
            <a:extLst>
              <a:ext uri="{FF2B5EF4-FFF2-40B4-BE49-F238E27FC236}">
                <a16:creationId xmlns:a16="http://schemas.microsoft.com/office/drawing/2014/main" id="{537D20E0-903B-4B27-A45F-C545C96CB536}"/>
              </a:ext>
            </a:extLst>
          </p:cNvPr>
          <p:cNvSpPr>
            <a:spLocks noGrp="1"/>
          </p:cNvSpPr>
          <p:nvPr/>
        </p:nvSpPr>
        <p:spPr>
          <a:xfrm>
            <a:off x="4429770" y="2579579"/>
            <a:ext cx="0" cy="3008699"/>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pic>
        <p:nvPicPr>
          <p:cNvPr id="52" name="Graphic 3"/>
          <p:cNvPicPr>
            <a:picLocks noChangeAspect="1"/>
          </p:cNvPicPr>
          <p:nvPr/>
        </p:nvPicPr>
        <p:blipFill>
          <a:blip>
            <a:extLst>
              <a:ext uri="{96DAC541-7B7A-43D3-8B79-37D633B846F1}">
                <asvg:svgBlip xmlns:asvg="http://schemas.microsoft.com/office/drawing/2016/SVG/main" r:embed="rId6"/>
              </a:ext>
            </a:extLst>
          </a:blip>
          <a:srcRect/>
          <a:stretch/>
        </p:blipFill>
        <p:spPr>
          <a:xfrm>
            <a:off x="1109922" y="2942632"/>
            <a:ext cx="2276879" cy="2276879"/>
          </a:xfrm>
          <a:prstGeom prst="rect">
            <a:avLst/>
          </a:prstGeom>
        </p:spPr>
      </p:pic>
    </p:spTree>
    <p:extLst>
      <p:ext uri="{BB962C8B-B14F-4D97-AF65-F5344CB8AC3E}">
        <p14:creationId xmlns:p14="http://schemas.microsoft.com/office/powerpoint/2010/main" val="2910108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EA60BF-3037-342D-0F5C-D9E3D2E1FBA1}"/>
              </a:ext>
            </a:extLst>
          </p:cNvPr>
          <p:cNvSpPr>
            <a:spLocks noGrp="1"/>
          </p:cNvSpPr>
          <p:nvPr/>
        </p:nvSpPr>
        <p:spPr>
          <a:xfrm>
            <a:off x="0" y="0"/>
            <a:ext cx="12188825" cy="18642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EF24CD0-EA6C-7726-A329-5BB6BF1A5714}"/>
              </a:ext>
            </a:extLst>
          </p:cNvPr>
          <p:cNvSpPr>
            <a:spLocks noGrp="1"/>
          </p:cNvSpPr>
          <p:nvPr/>
        </p:nvSpPr>
        <p:spPr>
          <a:xfrm>
            <a:off x="757661" y="5326853"/>
            <a:ext cx="3320526" cy="792437"/>
          </a:xfrm>
          <a:prstGeom prst="rect">
            <a:avLst/>
          </a:prstGeom>
          <a:noFill/>
        </p:spPr>
        <p:txBody>
          <a:bodyPr wrap="square">
            <a:noAutofit/>
          </a:bodyPr>
          <a:lstStyle/>
          <a:p>
            <a:pPr algn="ctr">
              <a:lnSpc>
                <a:spcPct val="120000"/>
              </a:lnSpc>
              <a:buNone/>
            </a:pPr>
            <a:r>
              <a:rPr sz="1100">
                <a:solidFill>
                  <a:srgbClr val="333333"/>
                </a:solidFill>
                <a:latin typeface="Montserrat Light"/>
                <a:ea typeface="Montserrat Light"/>
                <a:cs typeface="Montserrat Light"/>
              </a:rPr>
              <a:t>Map the target, unknowns and decision dependencies. Keep the next decision visible.</a:t>
            </a:r>
          </a:p>
        </p:txBody>
      </p:sp>
      <p:sp>
        <p:nvSpPr>
          <p:cNvPr id="5" name="TextBox 4">
            <a:extLst>
              <a:ext uri="{FF2B5EF4-FFF2-40B4-BE49-F238E27FC236}">
                <a16:creationId xmlns:a16="http://schemas.microsoft.com/office/drawing/2014/main" id="{D5257682-AC05-08C4-76F5-5CBD1C0C7AA4}"/>
              </a:ext>
            </a:extLst>
          </p:cNvPr>
          <p:cNvSpPr>
            <a:spLocks noGrp="1"/>
          </p:cNvSpPr>
          <p:nvPr/>
        </p:nvSpPr>
        <p:spPr>
          <a:xfrm>
            <a:off x="757661" y="4795175"/>
            <a:ext cx="3320527" cy="338554"/>
          </a:xfrm>
          <a:prstGeom prst="rect">
            <a:avLst/>
          </a:prstGeom>
          <a:noFill/>
        </p:spPr>
        <p:txBody>
          <a:bodyPr wrap="square">
            <a:spAutoFit/>
          </a:bodyPr>
          <a:lstStyle/>
          <a:p>
            <a:pPr algn="ctr">
              <a:buNone/>
            </a:pPr>
            <a:r>
              <a:rPr sz="1600" spc="300">
                <a:solidFill>
                  <a:schemeClr val="bg1"/>
                </a:solidFill>
                <a:latin typeface="Montserrat"/>
                <a:ea typeface="Montserrat"/>
                <a:cs typeface="Montserrat"/>
              </a:rPr>
              <a:t>WAYFINDER</a:t>
            </a:r>
          </a:p>
        </p:txBody>
      </p:sp>
      <p:sp>
        <p:nvSpPr>
          <p:cNvPr id="6" name="TextBox 5">
            <a:extLst>
              <a:ext uri="{FF2B5EF4-FFF2-40B4-BE49-F238E27FC236}">
                <a16:creationId xmlns:a16="http://schemas.microsoft.com/office/drawing/2014/main" id="{0B72D49C-84C4-C6F7-5259-08A2FE78177D}"/>
              </a:ext>
            </a:extLst>
          </p:cNvPr>
          <p:cNvSpPr>
            <a:spLocks noGrp="1"/>
          </p:cNvSpPr>
          <p:nvPr/>
        </p:nvSpPr>
        <p:spPr>
          <a:xfrm>
            <a:off x="4434148" y="5326853"/>
            <a:ext cx="3320526" cy="792437"/>
          </a:xfrm>
          <a:prstGeom prst="rect">
            <a:avLst/>
          </a:prstGeom>
          <a:noFill/>
        </p:spPr>
        <p:txBody>
          <a:bodyPr wrap="square">
            <a:noAutofit/>
          </a:bodyPr>
          <a:lstStyle/>
          <a:p>
            <a:pPr algn="ctr">
              <a:lnSpc>
                <a:spcPct val="120000"/>
              </a:lnSpc>
              <a:buNone/>
            </a:pPr>
            <a:r>
              <a:rPr sz="1100">
                <a:solidFill>
                  <a:srgbClr val="333333"/>
                </a:solidFill>
                <a:latin typeface="Montserrat Light"/>
                <a:ea typeface="Montserrat Light"/>
                <a:cs typeface="Montserrat Light"/>
              </a:rPr>
              <a:t>Challenge assumptions; update CONTEXT.md and ADRs. Turn settled decisions into a spec and tickets.</a:t>
            </a:r>
          </a:p>
        </p:txBody>
      </p:sp>
      <p:sp>
        <p:nvSpPr>
          <p:cNvPr id="7" name="TextBox 6">
            <a:extLst>
              <a:ext uri="{FF2B5EF4-FFF2-40B4-BE49-F238E27FC236}">
                <a16:creationId xmlns:a16="http://schemas.microsoft.com/office/drawing/2014/main" id="{95985D91-5E81-3F3B-F933-CD9FF5EC17D2}"/>
              </a:ext>
            </a:extLst>
          </p:cNvPr>
          <p:cNvSpPr>
            <a:spLocks noGrp="1"/>
          </p:cNvSpPr>
          <p:nvPr/>
        </p:nvSpPr>
        <p:spPr>
          <a:xfrm>
            <a:off x="4434148" y="4795175"/>
            <a:ext cx="3320527" cy="338554"/>
          </a:xfrm>
          <a:prstGeom prst="rect">
            <a:avLst/>
          </a:prstGeom>
          <a:noFill/>
        </p:spPr>
        <p:txBody>
          <a:bodyPr wrap="square">
            <a:spAutoFit/>
          </a:bodyPr>
          <a:lstStyle/>
          <a:p>
            <a:pPr algn="ctr">
              <a:buNone/>
            </a:pPr>
            <a:r>
              <a:rPr sz="1600" spc="300">
                <a:solidFill>
                  <a:schemeClr val="bg1"/>
                </a:solidFill>
                <a:latin typeface="Montserrat"/>
                <a:ea typeface="Montserrat"/>
                <a:cs typeface="Montserrat"/>
              </a:rPr>
              <a:t>GRILL WITH DOCS</a:t>
            </a:r>
          </a:p>
        </p:txBody>
      </p:sp>
      <p:sp>
        <p:nvSpPr>
          <p:cNvPr id="8" name="TextBox 7">
            <a:extLst>
              <a:ext uri="{FF2B5EF4-FFF2-40B4-BE49-F238E27FC236}">
                <a16:creationId xmlns:a16="http://schemas.microsoft.com/office/drawing/2014/main" id="{1E85B610-3BCB-5C3A-0A9D-7280AE25729F}"/>
              </a:ext>
            </a:extLst>
          </p:cNvPr>
          <p:cNvSpPr>
            <a:spLocks noGrp="1"/>
          </p:cNvSpPr>
          <p:nvPr/>
        </p:nvSpPr>
        <p:spPr>
          <a:xfrm>
            <a:off x="8110636" y="5326853"/>
            <a:ext cx="3320526" cy="792437"/>
          </a:xfrm>
          <a:prstGeom prst="rect">
            <a:avLst/>
          </a:prstGeom>
          <a:noFill/>
        </p:spPr>
        <p:txBody>
          <a:bodyPr wrap="square">
            <a:noAutofit/>
          </a:bodyPr>
          <a:lstStyle/>
          <a:p>
            <a:pPr algn="ctr">
              <a:lnSpc>
                <a:spcPct val="120000"/>
              </a:lnSpc>
              <a:buNone/>
            </a:pPr>
            <a:r>
              <a:rPr sz="1100">
                <a:solidFill>
                  <a:srgbClr val="333333"/>
                </a:solidFill>
                <a:latin typeface="Montserrat Light"/>
                <a:ea typeface="Montserrat Light"/>
                <a:cs typeface="Montserrat Light"/>
              </a:rPr>
              <a:t>Implement → test → review → checkpoint. Work one ticket; refresh context; stop at the next gate.</a:t>
            </a:r>
          </a:p>
        </p:txBody>
      </p:sp>
      <p:sp>
        <p:nvSpPr>
          <p:cNvPr id="9" name="TextBox 8">
            <a:extLst>
              <a:ext uri="{FF2B5EF4-FFF2-40B4-BE49-F238E27FC236}">
                <a16:creationId xmlns:a16="http://schemas.microsoft.com/office/drawing/2014/main" id="{8C6133D9-C520-19BE-021D-B65508C8F072}"/>
              </a:ext>
            </a:extLst>
          </p:cNvPr>
          <p:cNvSpPr>
            <a:spLocks noGrp="1"/>
          </p:cNvSpPr>
          <p:nvPr/>
        </p:nvSpPr>
        <p:spPr>
          <a:xfrm>
            <a:off x="8110636" y="4795175"/>
            <a:ext cx="3320527" cy="338554"/>
          </a:xfrm>
          <a:prstGeom prst="rect">
            <a:avLst/>
          </a:prstGeom>
          <a:noFill/>
        </p:spPr>
        <p:txBody>
          <a:bodyPr wrap="square">
            <a:spAutoFit/>
          </a:bodyPr>
          <a:lstStyle/>
          <a:p>
            <a:pPr algn="ctr">
              <a:buNone/>
            </a:pPr>
            <a:r>
              <a:rPr sz="1600" spc="300">
                <a:solidFill>
                  <a:schemeClr val="bg1"/>
                </a:solidFill>
                <a:latin typeface="Montserrat"/>
                <a:ea typeface="Montserrat"/>
                <a:cs typeface="Montserrat"/>
              </a:rPr>
              <a:t>BOUNDED LOOPS</a:t>
            </a:r>
          </a:p>
        </p:txBody>
      </p:sp>
      <p:sp>
        <p:nvSpPr>
          <p:cNvPr id="29" name="Title 28">
            <a:extLst>
              <a:ext uri="{FF2B5EF4-FFF2-40B4-BE49-F238E27FC236}">
                <a16:creationId xmlns:a16="http://schemas.microsoft.com/office/drawing/2014/main" id="{E2BA2975-C318-2C22-2C32-D54396098B95}"/>
              </a:ext>
            </a:extLst>
          </p:cNvPr>
          <p:cNvSpPr>
            <a:spLocks noGrp="1"/>
          </p:cNvSpPr>
          <p:nvPr>
            <p:ph type="title"/>
          </p:nvPr>
        </p:nvSpPr>
        <p:spPr/>
        <p:txBody>
          <a:bodyPr/>
          <a:lstStyle/>
          <a:p>
            <a:pPr algn="ctr">
              <a:buNone/>
            </a:pPr>
            <a:r>
              <a:rPr>
                <a:solidFill>
                  <a:srgbClr val="FFFFFF"/>
                </a:solidFill>
              </a:rPr>
              <a:t>DECIDE, THEN ITERATE IN SMALL LOOPS</a:t>
            </a:r>
          </a:p>
        </p:txBody>
      </p:sp>
      <p:pic>
        <p:nvPicPr>
          <p:cNvPr id="47" name="Picture 29"/>
          <p:cNvPicPr>
            <a:picLocks noChangeAspect="1"/>
          </p:cNvPicPr>
          <p:nvPr/>
        </p:nvPicPr>
        <p:blipFill>
          <a:blip r:embed="rId3"/>
          <a:srcRect/>
          <a:stretch/>
        </p:blipFill>
        <p:spPr>
          <a:xfrm>
            <a:off x="-3175" y="1487582"/>
            <a:ext cx="12192000" cy="1943470"/>
          </a:xfrm>
          <a:prstGeom prst="rect">
            <a:avLst/>
          </a:prstGeom>
        </p:spPr>
      </p:pic>
      <p:sp>
        <p:nvSpPr>
          <p:cNvPr id="31" name="Rectangle 30">
            <a:extLst>
              <a:ext uri="{FF2B5EF4-FFF2-40B4-BE49-F238E27FC236}">
                <a16:creationId xmlns:a16="http://schemas.microsoft.com/office/drawing/2014/main" id="{57EFD896-1C3D-9C70-0E8A-BD7FDDD81AF3}"/>
              </a:ext>
            </a:extLst>
          </p:cNvPr>
          <p:cNvSpPr>
            <a:spLocks noGrp="1"/>
          </p:cNvSpPr>
          <p:nvPr/>
        </p:nvSpPr>
        <p:spPr>
          <a:xfrm>
            <a:off x="3175" y="1482818"/>
            <a:ext cx="12192000" cy="1945644"/>
          </a:xfrm>
          <a:prstGeom prst="rect">
            <a:avLst/>
          </a:prstGeom>
          <a:gradFill>
            <a:gsLst>
              <a:gs pos="0">
                <a:srgbClr val="FF275B">
                  <a:alpha val="53261"/>
                </a:srgbClr>
              </a:gs>
              <a:gs pos="98000">
                <a:srgbClr val="3003F5">
                  <a:alpha val="5101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4" name="Straight Connector 33">
            <a:extLst>
              <a:ext uri="{FF2B5EF4-FFF2-40B4-BE49-F238E27FC236}">
                <a16:creationId xmlns:a16="http://schemas.microsoft.com/office/drawing/2014/main" id="{B5EEF6E8-DB16-4C30-9E66-78F2430D33F7}"/>
              </a:ext>
            </a:extLst>
          </p:cNvPr>
          <p:cNvSpPr>
            <a:spLocks noGrp="1"/>
          </p:cNvSpPr>
          <p:nvPr/>
        </p:nvSpPr>
        <p:spPr>
          <a:xfrm flipH="1">
            <a:off x="-3175" y="3428462"/>
            <a:ext cx="12192000"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lang="en-GB"/>
          </a:p>
        </p:txBody>
      </p:sp>
      <p:pic>
        <p:nvPicPr>
          <p:cNvPr id="50" name="Graphic 37"/>
          <p:cNvPicPr>
            <a:picLocks noChangeAspect="1"/>
          </p:cNvPicPr>
          <p:nvPr/>
        </p:nvPicPr>
        <p:blipFill>
          <a:blip>
            <a:extLst>
              <a:ext uri="{96DAC541-7B7A-43D3-8B79-37D633B846F1}">
                <asvg:svgBlip xmlns:asvg="http://schemas.microsoft.com/office/drawing/2016/SVG/main" r:embed="rId4"/>
              </a:ext>
            </a:extLst>
          </a:blip>
          <a:srcRect/>
          <a:stretch/>
        </p:blipFill>
        <p:spPr>
          <a:xfrm>
            <a:off x="2101440" y="3939796"/>
            <a:ext cx="632968" cy="632968"/>
          </a:xfrm>
          <a:prstGeom prst="rect">
            <a:avLst/>
          </a:prstGeom>
        </p:spPr>
      </p:pic>
      <p:pic>
        <p:nvPicPr>
          <p:cNvPr id="51" name="Graphic 39"/>
          <p:cNvPicPr>
            <a:picLocks noChangeAspect="1"/>
          </p:cNvPicPr>
          <p:nvPr/>
        </p:nvPicPr>
        <p:blipFill>
          <a:blip>
            <a:extLst>
              <a:ext uri="{96DAC541-7B7A-43D3-8B79-37D633B846F1}">
                <asvg:svgBlip xmlns:asvg="http://schemas.microsoft.com/office/drawing/2016/SVG/main" r:embed="rId5"/>
              </a:ext>
            </a:extLst>
          </a:blip>
          <a:srcRect/>
          <a:stretch/>
        </p:blipFill>
        <p:spPr>
          <a:xfrm>
            <a:off x="5791995" y="3939796"/>
            <a:ext cx="632968" cy="632968"/>
          </a:xfrm>
          <a:prstGeom prst="rect">
            <a:avLst/>
          </a:prstGeom>
        </p:spPr>
      </p:pic>
      <p:pic>
        <p:nvPicPr>
          <p:cNvPr id="52" name="Graphic 40"/>
          <p:cNvPicPr>
            <a:picLocks noChangeAspect="1"/>
          </p:cNvPicPr>
          <p:nvPr/>
        </p:nvPicPr>
        <p:blipFill>
          <a:blip>
            <a:extLst>
              <a:ext uri="{96DAC541-7B7A-43D3-8B79-37D633B846F1}">
                <asvg:svgBlip xmlns:asvg="http://schemas.microsoft.com/office/drawing/2016/SVG/main" r:embed="rId6"/>
              </a:ext>
            </a:extLst>
          </a:blip>
          <a:srcRect/>
          <a:stretch/>
        </p:blipFill>
        <p:spPr>
          <a:xfrm>
            <a:off x="9422767" y="3908148"/>
            <a:ext cx="696265" cy="696265"/>
          </a:xfrm>
          <a:prstGeom prst="rect">
            <a:avLst/>
          </a:prstGeom>
        </p:spPr>
      </p:pic>
    </p:spTree>
    <p:extLst>
      <p:ext uri="{BB962C8B-B14F-4D97-AF65-F5344CB8AC3E}">
        <p14:creationId xmlns:p14="http://schemas.microsoft.com/office/powerpoint/2010/main" val="1838009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68FBC7-53F4-883E-7253-CD052438CD71}"/>
              </a:ext>
            </a:extLst>
          </p:cNvPr>
          <p:cNvSpPr>
            <a:spLocks noGrp="1"/>
          </p:cNvSpPr>
          <p:nvPr>
            <p:ph type="body" idx="10"/>
          </p:nvPr>
        </p:nvSpPr>
        <p:spPr/>
        <p:txBody>
          <a:bodyPr/>
          <a:lstStyle/>
          <a:p>
            <a:r>
              <a:rPr>
                <a:solidFill>
                  <a:srgbClr val="FFFFFF"/>
                </a:solidFill>
              </a:rPr>
              <a:t>CONTINUITY TRAVELS WITH THE CODE</a:t>
            </a:r>
          </a:p>
        </p:txBody>
      </p:sp>
      <p:sp>
        <p:nvSpPr>
          <p:cNvPr id="3" name="Title 2">
            <a:extLst>
              <a:ext uri="{FF2B5EF4-FFF2-40B4-BE49-F238E27FC236}">
                <a16:creationId xmlns:a16="http://schemas.microsoft.com/office/drawing/2014/main" id="{463C69DC-0E01-0AE1-3846-D5BA62746CD3}"/>
              </a:ext>
            </a:extLst>
          </p:cNvPr>
          <p:cNvSpPr>
            <a:spLocks noGrp="1"/>
          </p:cNvSpPr>
          <p:nvPr>
            <p:ph type="title"/>
          </p:nvPr>
        </p:nvSpPr>
        <p:spPr/>
        <p:txBody>
          <a:bodyPr/>
          <a:lstStyle/>
          <a:p>
            <a:r>
              <a:rPr>
                <a:solidFill>
                  <a:srgbClr val="FFFFFF"/>
                </a:solidFill>
              </a:rPr>
              <a:t>CLONE THE ACTIVE STATE</a:t>
            </a:r>
          </a:p>
        </p:txBody>
      </p:sp>
      <p:sp>
        <p:nvSpPr>
          <p:cNvPr id="4" name="Content Placeholder 3">
            <a:extLst>
              <a:ext uri="{FF2B5EF4-FFF2-40B4-BE49-F238E27FC236}">
                <a16:creationId xmlns:a16="http://schemas.microsoft.com/office/drawing/2014/main" id="{345DEA4B-39F3-40AE-1FAD-10AC64539E30}"/>
              </a:ext>
            </a:extLst>
          </p:cNvPr>
          <p:cNvSpPr>
            <a:spLocks noGrp="1"/>
          </p:cNvSpPr>
          <p:nvPr>
            <p:ph idx="1"/>
          </p:nvPr>
        </p:nvSpPr>
        <p:spPr>
          <a:xfrm>
            <a:off x="694963" y="1807793"/>
            <a:ext cx="6417727" cy="4320000"/>
          </a:xfrm>
        </p:spPr>
        <p:txBody>
          <a:bodyPr anchor="b"/>
          <a:lstStyle/>
          <a:p>
            <a:r>
              <a:rPr sz="1400" b="1" spc="300">
                <a:solidFill>
                  <a:schemeClr val="tx2"/>
                </a:solidFill>
                <a:latin typeface="Montserrat"/>
                <a:ea typeface="Montserrat"/>
                <a:cs typeface="Montserrat"/>
              </a:rPr>
              <a:t>KEEP TICKETS WITH THE CODE</a:t>
            </a:r>
            <a:endParaRPr sz="1400">
              <a:solidFill>
                <a:schemeClr val="tx2"/>
              </a:solidFill>
            </a:endParaRPr>
          </a:p>
          <a:p>
            <a:r>
              <a:rPr>
                <a:solidFill>
                  <a:srgbClr val="FFFFFF"/>
                </a:solidFill>
              </a:rPr>
              <a:t>Commit scope, acceptance criteria, dependencies, owner, status, evidence and the next action.</a:t>
            </a:r>
          </a:p>
          <a:p>
            <a:endParaRPr>
              <a:solidFill>
                <a:srgbClr val="FFFFFF"/>
              </a:solidFill>
            </a:endParaRPr>
          </a:p>
          <a:p>
            <a:r>
              <a:rPr sz="1400" b="1" spc="300">
                <a:solidFill>
                  <a:schemeClr val="tx2"/>
                </a:solidFill>
                <a:latin typeface="Montserrat"/>
                <a:ea typeface="Montserrat"/>
                <a:cs typeface="Montserrat"/>
              </a:rPr>
              <a:t>CHECKPOINT EVERY USEFUL HANDOVER</a:t>
            </a:r>
            <a:endParaRPr sz="1400">
              <a:solidFill>
                <a:schemeClr val="tx2"/>
              </a:solidFill>
            </a:endParaRPr>
          </a:p>
          <a:p>
            <a:r>
              <a:rPr>
                <a:solidFill>
                  <a:srgbClr val="FFFFFF"/>
                </a:solidFill>
              </a:rPr>
              <a:t>Update the active ticket, Session Handovers and docs/control/NEXT_ACTION.md; commit and push.</a:t>
            </a:r>
          </a:p>
          <a:p>
            <a:endParaRPr>
              <a:solidFill>
                <a:srgbClr val="FFFFFF"/>
              </a:solidFill>
            </a:endParaRPr>
          </a:p>
          <a:p>
            <a:r>
              <a:rPr sz="1400" b="1" spc="300">
                <a:solidFill>
                  <a:schemeClr val="tx2"/>
                </a:solidFill>
                <a:latin typeface="Montserrat"/>
                <a:ea typeface="Montserrat"/>
                <a:cs typeface="Montserrat"/>
              </a:rPr>
              <a:t>MAKE RESUMPTION BORING</a:t>
            </a:r>
          </a:p>
          <a:p>
            <a:r>
              <a:rPr>
                <a:solidFill>
                  <a:srgbClr val="FFFFFF"/>
                </a:solidFill>
              </a:rPr>
              <a:t>A developer clones the latest committed state, reads the next action, authenticates and resumes.</a:t>
            </a:r>
          </a:p>
        </p:txBody>
      </p:sp>
      <p:sp>
        <p:nvSpPr>
          <p:cNvPr id="5" name="Rectangle 4">
            <a:extLst>
              <a:ext uri="{FF2B5EF4-FFF2-40B4-BE49-F238E27FC236}">
                <a16:creationId xmlns:a16="http://schemas.microsoft.com/office/drawing/2014/main" id="{2D53E28E-4DE3-8C3A-E667-04E31BD3C8A7}"/>
              </a:ext>
            </a:extLst>
          </p:cNvPr>
          <p:cNvSpPr>
            <a:spLocks noGrp="1"/>
          </p:cNvSpPr>
          <p:nvPr/>
        </p:nvSpPr>
        <p:spPr>
          <a:xfrm>
            <a:off x="7896755" y="0"/>
            <a:ext cx="6210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1" name="Picture 10"/>
          <p:cNvPicPr>
            <a:picLocks noChangeAspect="1"/>
          </p:cNvPicPr>
          <p:nvPr/>
        </p:nvPicPr>
        <p:blipFill>
          <a:blip r:embed="rId3"/>
          <a:stretch/>
        </p:blipFill>
        <p:spPr>
          <a:xfrm>
            <a:off x="8263709" y="1654409"/>
            <a:ext cx="3623491" cy="3549181"/>
          </a:xfrm>
          <a:prstGeom prst="rect">
            <a:avLst/>
          </a:prstGeom>
        </p:spPr>
      </p:pic>
    </p:spTree>
    <p:extLst>
      <p:ext uri="{BB962C8B-B14F-4D97-AF65-F5344CB8AC3E}">
        <p14:creationId xmlns:p14="http://schemas.microsoft.com/office/powerpoint/2010/main" val="1600748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BA10B1-B0A6-FEE7-56CA-916A31B29D92}"/>
              </a:ext>
            </a:extLst>
          </p:cNvPr>
          <p:cNvSpPr>
            <a:spLocks noGrp="1"/>
          </p:cNvSpPr>
          <p:nvPr>
            <p:ph type="body" idx="10"/>
          </p:nvPr>
        </p:nvSpPr>
        <p:spPr/>
        <p:txBody>
          <a:bodyPr/>
          <a:lstStyle/>
          <a:p>
            <a:r>
              <a:t>ONE ENGINEERING WORKSPACE · GOVERNED ALM</a:t>
            </a:r>
          </a:p>
        </p:txBody>
      </p:sp>
      <p:sp>
        <p:nvSpPr>
          <p:cNvPr id="3" name="Title 2">
            <a:extLst>
              <a:ext uri="{FF2B5EF4-FFF2-40B4-BE49-F238E27FC236}">
                <a16:creationId xmlns:a16="http://schemas.microsoft.com/office/drawing/2014/main" id="{4226B613-E54E-6406-047E-E883F9715E54}"/>
              </a:ext>
            </a:extLst>
          </p:cNvPr>
          <p:cNvSpPr>
            <a:spLocks noGrp="1"/>
          </p:cNvSpPr>
          <p:nvPr>
            <p:ph type="title"/>
          </p:nvPr>
        </p:nvSpPr>
        <p:spPr/>
        <p:txBody>
          <a:bodyPr/>
          <a:lstStyle/>
          <a:p>
            <a:r>
              <a:t>VS CODE CONNECTS TO POWER PLATFORM</a:t>
            </a:r>
          </a:p>
        </p:txBody>
      </p:sp>
      <p:sp>
        <p:nvSpPr>
          <p:cNvPr id="5" name="Straight Connector 4">
            <a:extLst>
              <a:ext uri="{FF2B5EF4-FFF2-40B4-BE49-F238E27FC236}">
                <a16:creationId xmlns:a16="http://schemas.microsoft.com/office/drawing/2014/main" id="{52DE4F3E-2D46-423D-96E2-6BBC3AA3198F}"/>
              </a:ext>
            </a:extLst>
          </p:cNvPr>
          <p:cNvSpPr>
            <a:spLocks noGrp="1"/>
          </p:cNvSpPr>
          <p:nvPr/>
        </p:nvSpPr>
        <p:spPr>
          <a:xfrm>
            <a:off x="3516735" y="4083929"/>
            <a:ext cx="1907336"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7" name="Straight Connector 6">
            <a:extLst>
              <a:ext uri="{FF2B5EF4-FFF2-40B4-BE49-F238E27FC236}">
                <a16:creationId xmlns:a16="http://schemas.microsoft.com/office/drawing/2014/main" id="{4983D89C-56FC-4ACB-9E5A-DCBBA9297738}"/>
              </a:ext>
            </a:extLst>
          </p:cNvPr>
          <p:cNvSpPr>
            <a:spLocks noGrp="1"/>
          </p:cNvSpPr>
          <p:nvPr/>
        </p:nvSpPr>
        <p:spPr>
          <a:xfrm>
            <a:off x="4424563" y="2579579"/>
            <a:ext cx="97756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8" name="Straight Connector 7">
            <a:extLst>
              <a:ext uri="{FF2B5EF4-FFF2-40B4-BE49-F238E27FC236}">
                <a16:creationId xmlns:a16="http://schemas.microsoft.com/office/drawing/2014/main" id="{97363D5F-6640-40B3-B172-7F366BB790A5}"/>
              </a:ext>
            </a:extLst>
          </p:cNvPr>
          <p:cNvSpPr>
            <a:spLocks noGrp="1"/>
          </p:cNvSpPr>
          <p:nvPr/>
        </p:nvSpPr>
        <p:spPr>
          <a:xfrm>
            <a:off x="4424563" y="5584218"/>
            <a:ext cx="97756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
        <p:nvSpPr>
          <p:cNvPr id="27" name="TextBox 26">
            <a:extLst>
              <a:ext uri="{FF2B5EF4-FFF2-40B4-BE49-F238E27FC236}">
                <a16:creationId xmlns:a16="http://schemas.microsoft.com/office/drawing/2014/main" id="{49B948F8-7C25-2488-E8B2-0021872BA183}"/>
              </a:ext>
            </a:extLst>
          </p:cNvPr>
          <p:cNvSpPr>
            <a:spLocks noGrp="1"/>
          </p:cNvSpPr>
          <p:nvPr/>
        </p:nvSpPr>
        <p:spPr>
          <a:xfrm>
            <a:off x="6343244" y="2594433"/>
            <a:ext cx="4941054" cy="493776"/>
          </a:xfrm>
          <a:prstGeom prst="rect">
            <a:avLst/>
          </a:prstGeom>
          <a:noFill/>
        </p:spPr>
        <p:txBody>
          <a:bodyPr wrap="square" lIns="0" rIns="0">
            <a:spAutoFit/>
          </a:bodyPr>
          <a:lstStyle/>
          <a:p>
            <a:pPr>
              <a:lnSpc>
                <a:spcPct val="120000"/>
              </a:lnSpc>
              <a:buNone/>
            </a:pPr>
            <a:r>
              <a:rPr sz="1100">
                <a:latin typeface="Montserrat Light"/>
                <a:ea typeface="Montserrat Light"/>
                <a:cs typeface="Montserrat Light"/>
              </a:rPr>
              <a:t>Version agent topics and instructions; configure knowledge, tools and evaluations through supported tooling.</a:t>
            </a:r>
          </a:p>
        </p:txBody>
      </p:sp>
      <p:sp>
        <p:nvSpPr>
          <p:cNvPr id="28" name="Rectangle 27">
            <a:extLst>
              <a:ext uri="{FF2B5EF4-FFF2-40B4-BE49-F238E27FC236}">
                <a16:creationId xmlns:a16="http://schemas.microsoft.com/office/drawing/2014/main" id="{E3991C7B-5BF0-0543-BFD0-194086AC51D2}"/>
              </a:ext>
            </a:extLst>
          </p:cNvPr>
          <p:cNvSpPr>
            <a:spLocks noGrp="1"/>
          </p:cNvSpPr>
          <p:nvPr/>
        </p:nvSpPr>
        <p:spPr>
          <a:xfrm>
            <a:off x="6343241" y="2168167"/>
            <a:ext cx="3312035" cy="36302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98000" rIns="126000" anchor="ctr"/>
          <a:lstStyle/>
          <a:p>
            <a:r>
              <a:rPr sz="1400" b="1" spc="500">
                <a:solidFill>
                  <a:srgbClr val="FFFFFF"/>
                </a:solidFill>
                <a:latin typeface="Montserrat"/>
                <a:ea typeface="Montserrat"/>
                <a:cs typeface="Montserrat"/>
              </a:rPr>
              <a:t>COPILOT STUDIO</a:t>
            </a:r>
          </a:p>
        </p:txBody>
      </p:sp>
      <p:sp>
        <p:nvSpPr>
          <p:cNvPr id="29" name="TextBox 28">
            <a:extLst>
              <a:ext uri="{FF2B5EF4-FFF2-40B4-BE49-F238E27FC236}">
                <a16:creationId xmlns:a16="http://schemas.microsoft.com/office/drawing/2014/main" id="{2F9ECBE1-39D5-1E37-5B61-76F2EAF50296}"/>
              </a:ext>
            </a:extLst>
          </p:cNvPr>
          <p:cNvSpPr>
            <a:spLocks noGrp="1"/>
          </p:cNvSpPr>
          <p:nvPr/>
        </p:nvSpPr>
        <p:spPr>
          <a:xfrm>
            <a:off x="6343244" y="4083890"/>
            <a:ext cx="4941054" cy="493776"/>
          </a:xfrm>
          <a:prstGeom prst="rect">
            <a:avLst/>
          </a:prstGeom>
          <a:noFill/>
        </p:spPr>
        <p:txBody>
          <a:bodyPr wrap="square" lIns="0" rIns="0">
            <a:spAutoFit/>
          </a:bodyPr>
          <a:lstStyle/>
          <a:p>
            <a:pPr>
              <a:lnSpc>
                <a:spcPct val="120000"/>
              </a:lnSpc>
              <a:buNone/>
            </a:pPr>
            <a:r>
              <a:rPr sz="1100"/>
              <a:t>Use pac authentication and solution commands; keep schemas, flows, roles and dependencies solution-aware.</a:t>
            </a:r>
          </a:p>
        </p:txBody>
      </p:sp>
      <p:sp>
        <p:nvSpPr>
          <p:cNvPr id="30" name="Rectangle 29">
            <a:extLst>
              <a:ext uri="{FF2B5EF4-FFF2-40B4-BE49-F238E27FC236}">
                <a16:creationId xmlns:a16="http://schemas.microsoft.com/office/drawing/2014/main" id="{7DF00213-7A8C-462C-ACFA-C04677D66F6A}"/>
              </a:ext>
            </a:extLst>
          </p:cNvPr>
          <p:cNvSpPr>
            <a:spLocks noGrp="1"/>
          </p:cNvSpPr>
          <p:nvPr/>
        </p:nvSpPr>
        <p:spPr>
          <a:xfrm>
            <a:off x="6343241" y="3657624"/>
            <a:ext cx="3312035" cy="36302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98000" rIns="126000" anchor="ctr"/>
          <a:lstStyle/>
          <a:p>
            <a:r>
              <a:rPr sz="1400" b="1" spc="500">
                <a:solidFill>
                  <a:srgbClr val="FFFFFF"/>
                </a:solidFill>
                <a:latin typeface="Montserrat"/>
                <a:ea typeface="Montserrat"/>
                <a:cs typeface="Montserrat"/>
              </a:rPr>
              <a:t>CLI + DATAVERSE</a:t>
            </a:r>
          </a:p>
        </p:txBody>
      </p:sp>
      <p:sp>
        <p:nvSpPr>
          <p:cNvPr id="31" name="TextBox 30">
            <a:extLst>
              <a:ext uri="{FF2B5EF4-FFF2-40B4-BE49-F238E27FC236}">
                <a16:creationId xmlns:a16="http://schemas.microsoft.com/office/drawing/2014/main" id="{AFCECD01-567B-195F-A325-403477247F78}"/>
              </a:ext>
            </a:extLst>
          </p:cNvPr>
          <p:cNvSpPr>
            <a:spLocks noGrp="1"/>
          </p:cNvSpPr>
          <p:nvPr/>
        </p:nvSpPr>
        <p:spPr>
          <a:xfrm>
            <a:off x="6343244" y="5563752"/>
            <a:ext cx="4941054" cy="493776"/>
          </a:xfrm>
          <a:prstGeom prst="rect">
            <a:avLst/>
          </a:prstGeom>
          <a:noFill/>
        </p:spPr>
        <p:txBody>
          <a:bodyPr wrap="square" lIns="0" rIns="0">
            <a:spAutoFit/>
          </a:bodyPr>
          <a:lstStyle/>
          <a:p>
            <a:pPr>
              <a:lnSpc>
                <a:spcPct val="120000"/>
              </a:lnSpc>
              <a:buNone/>
            </a:pPr>
            <a:r>
              <a:rPr sz="1100"/>
              <a:t>Pack and check the solution; deploy the approved version to UAT with environment settings and approvals.</a:t>
            </a:r>
          </a:p>
        </p:txBody>
      </p:sp>
      <p:sp>
        <p:nvSpPr>
          <p:cNvPr id="32" name="Rectangle 31">
            <a:extLst>
              <a:ext uri="{FF2B5EF4-FFF2-40B4-BE49-F238E27FC236}">
                <a16:creationId xmlns:a16="http://schemas.microsoft.com/office/drawing/2014/main" id="{2CCFC635-004A-5ED9-5857-75AEB9671671}"/>
              </a:ext>
            </a:extLst>
          </p:cNvPr>
          <p:cNvSpPr>
            <a:spLocks noGrp="1"/>
          </p:cNvSpPr>
          <p:nvPr/>
        </p:nvSpPr>
        <p:spPr>
          <a:xfrm>
            <a:off x="6343241" y="5137486"/>
            <a:ext cx="3312035" cy="36302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198000" rIns="126000" anchor="ctr"/>
          <a:lstStyle/>
          <a:p>
            <a:r>
              <a:rPr sz="1400" b="1" spc="500">
                <a:solidFill>
                  <a:srgbClr val="FFFFFF"/>
                </a:solidFill>
                <a:latin typeface="Montserrat"/>
                <a:ea typeface="Montserrat"/>
                <a:cs typeface="Montserrat"/>
              </a:rPr>
              <a:t>RELEASE PIPELINE</a:t>
            </a:r>
          </a:p>
        </p:txBody>
      </p:sp>
      <p:sp>
        <p:nvSpPr>
          <p:cNvPr id="6" name="Straight Connector 5">
            <a:extLst>
              <a:ext uri="{FF2B5EF4-FFF2-40B4-BE49-F238E27FC236}">
                <a16:creationId xmlns:a16="http://schemas.microsoft.com/office/drawing/2014/main" id="{537D20E0-903B-4B27-A45F-C545C96CB536}"/>
              </a:ext>
            </a:extLst>
          </p:cNvPr>
          <p:cNvSpPr>
            <a:spLocks noGrp="1"/>
          </p:cNvSpPr>
          <p:nvPr/>
        </p:nvSpPr>
        <p:spPr>
          <a:xfrm>
            <a:off x="4429770" y="2579579"/>
            <a:ext cx="0" cy="3008699"/>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pic>
        <p:nvPicPr>
          <p:cNvPr id="53" name="Picture 52"/>
          <p:cNvPicPr>
            <a:picLocks noChangeAspect="1"/>
          </p:cNvPicPr>
          <p:nvPr/>
        </p:nvPicPr>
        <p:blipFill>
          <a:blip r:embed="rId3"/>
          <a:stretch/>
        </p:blipFill>
        <p:spPr>
          <a:xfrm>
            <a:off x="5568088" y="3822427"/>
            <a:ext cx="517291" cy="517291"/>
          </a:xfrm>
          <a:prstGeom prst="rect">
            <a:avLst/>
          </a:prstGeom>
        </p:spPr>
      </p:pic>
      <p:pic>
        <p:nvPicPr>
          <p:cNvPr id="54" name="Picture 53"/>
          <p:cNvPicPr>
            <a:picLocks noChangeAspect="1"/>
          </p:cNvPicPr>
          <p:nvPr/>
        </p:nvPicPr>
        <p:blipFill>
          <a:blip r:embed="rId4"/>
          <a:stretch/>
        </p:blipFill>
        <p:spPr>
          <a:xfrm>
            <a:off x="5568088" y="2317003"/>
            <a:ext cx="517291" cy="517291"/>
          </a:xfrm>
          <a:prstGeom prst="rect">
            <a:avLst/>
          </a:prstGeom>
        </p:spPr>
      </p:pic>
      <p:pic>
        <p:nvPicPr>
          <p:cNvPr id="55" name="Picture 54"/>
          <p:cNvPicPr>
            <a:picLocks noChangeAspect="1"/>
          </p:cNvPicPr>
          <p:nvPr/>
        </p:nvPicPr>
        <p:blipFill>
          <a:blip r:embed="rId5"/>
          <a:stretch/>
        </p:blipFill>
        <p:spPr>
          <a:xfrm>
            <a:off x="5570092" y="5337625"/>
            <a:ext cx="513282" cy="513282"/>
          </a:xfrm>
          <a:prstGeom prst="rect">
            <a:avLst/>
          </a:prstGeom>
        </p:spPr>
      </p:pic>
      <p:pic>
        <p:nvPicPr>
          <p:cNvPr id="56" name="Picture 55"/>
          <p:cNvPicPr>
            <a:picLocks noChangeAspect="1"/>
          </p:cNvPicPr>
          <p:nvPr/>
        </p:nvPicPr>
        <p:blipFill>
          <a:blip r:embed="rId6"/>
          <a:stretch/>
        </p:blipFill>
        <p:spPr>
          <a:xfrm>
            <a:off x="1109922" y="2942632"/>
            <a:ext cx="2276879" cy="2276879"/>
          </a:xfrm>
          <a:prstGeom prst="rect">
            <a:avLst/>
          </a:prstGeom>
        </p:spPr>
      </p:pic>
    </p:spTree>
    <p:extLst>
      <p:ext uri="{BB962C8B-B14F-4D97-AF65-F5344CB8AC3E}">
        <p14:creationId xmlns:p14="http://schemas.microsoft.com/office/powerpoint/2010/main" val="2910108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1BA10B1-B0A6-FEE7-56CA-916A31B29D92}"/>
              </a:ext>
            </a:extLst>
          </p:cNvPr>
          <p:cNvSpPr>
            <a:spLocks noGrp="1"/>
          </p:cNvSpPr>
          <p:nvPr>
            <p:ph type="body" idx="10"/>
          </p:nvPr>
        </p:nvSpPr>
        <p:spPr/>
        <p:txBody>
          <a:bodyPr/>
          <a:lstStyle/>
          <a:p>
            <a:r>
              <a:rPr>
                <a:solidFill>
                  <a:schemeClr val="accent1"/>
                </a:solidFill>
              </a:rPr>
              <a:t>LIFT · SHIFT · DECORATE · SPECIFY</a:t>
            </a:r>
          </a:p>
        </p:txBody>
      </p:sp>
      <p:sp>
        <p:nvSpPr>
          <p:cNvPr id="3" name="Title 2">
            <a:extLst>
              <a:ext uri="{FF2B5EF4-FFF2-40B4-BE49-F238E27FC236}">
                <a16:creationId xmlns:a16="http://schemas.microsoft.com/office/drawing/2014/main" id="{4226B613-E54E-6406-047E-E883F9715E54}"/>
              </a:ext>
            </a:extLst>
          </p:cNvPr>
          <p:cNvSpPr>
            <a:spLocks noGrp="1"/>
          </p:cNvSpPr>
          <p:nvPr>
            <p:ph type="title"/>
          </p:nvPr>
        </p:nvSpPr>
        <p:spPr/>
        <p:txBody>
          <a:bodyPr/>
          <a:lstStyle/>
          <a:p>
            <a:r>
              <a:t>A GOVERNED COMPONENT LIBRARY</a:t>
            </a:r>
          </a:p>
        </p:txBody>
      </p:sp>
      <p:pic>
        <p:nvPicPr>
          <p:cNvPr id="45" name="Picture 4"/>
          <p:cNvPicPr>
            <a:picLocks noChangeAspect="1"/>
          </p:cNvPicPr>
          <p:nvPr/>
        </p:nvPicPr>
        <p:blipFill>
          <a:blip r:embed="rId3"/>
          <a:srcRect/>
          <a:stretch/>
        </p:blipFill>
        <p:spPr>
          <a:xfrm>
            <a:off x="6188344" y="4189169"/>
            <a:ext cx="5300964" cy="1936992"/>
          </a:xfrm>
          <a:prstGeom prst="rect">
            <a:avLst/>
          </a:prstGeom>
        </p:spPr>
      </p:pic>
      <p:pic>
        <p:nvPicPr>
          <p:cNvPr id="46" name="Picture 5"/>
          <p:cNvPicPr>
            <a:picLocks noChangeAspect="1"/>
          </p:cNvPicPr>
          <p:nvPr/>
        </p:nvPicPr>
        <p:blipFill rotWithShape="1">
          <a:blip r:embed="rId4"/>
          <a:srcRect/>
          <a:stretch/>
        </p:blipFill>
        <p:spPr>
          <a:xfrm flipH="1">
            <a:off x="695326" y="4193453"/>
            <a:ext cx="5304649" cy="1932708"/>
          </a:xfrm>
          <a:prstGeom prst="rect">
            <a:avLst/>
          </a:prstGeom>
        </p:spPr>
      </p:pic>
      <p:pic>
        <p:nvPicPr>
          <p:cNvPr id="47" name="Picture 6"/>
          <p:cNvPicPr>
            <a:picLocks noChangeAspect="1"/>
          </p:cNvPicPr>
          <p:nvPr/>
        </p:nvPicPr>
        <p:blipFill rotWithShape="1">
          <a:blip r:embed="rId5"/>
          <a:srcRect/>
          <a:stretch/>
        </p:blipFill>
        <p:spPr>
          <a:xfrm>
            <a:off x="6188344" y="2038506"/>
            <a:ext cx="5300964" cy="1943470"/>
          </a:xfrm>
          <a:prstGeom prst="rect">
            <a:avLst/>
          </a:prstGeom>
        </p:spPr>
      </p:pic>
      <p:pic>
        <p:nvPicPr>
          <p:cNvPr id="48" name="Picture 7"/>
          <p:cNvPicPr>
            <a:picLocks noChangeAspect="1"/>
          </p:cNvPicPr>
          <p:nvPr/>
        </p:nvPicPr>
        <p:blipFill>
          <a:blip r:embed="rId6"/>
          <a:srcRect/>
          <a:stretch/>
        </p:blipFill>
        <p:spPr>
          <a:xfrm>
            <a:off x="694963" y="2038548"/>
            <a:ext cx="5305012" cy="1890933"/>
          </a:xfrm>
          <a:prstGeom prst="rect">
            <a:avLst/>
          </a:prstGeom>
        </p:spPr>
      </p:pic>
      <p:sp>
        <p:nvSpPr>
          <p:cNvPr id="9" name="Rectangle 8">
            <a:extLst>
              <a:ext uri="{FF2B5EF4-FFF2-40B4-BE49-F238E27FC236}">
                <a16:creationId xmlns:a16="http://schemas.microsoft.com/office/drawing/2014/main" id="{35C9151F-4DF9-C1CC-70BD-1EC0F22006CA}"/>
              </a:ext>
            </a:extLst>
          </p:cNvPr>
          <p:cNvSpPr>
            <a:spLocks noGrp="1"/>
          </p:cNvSpPr>
          <p:nvPr/>
        </p:nvSpPr>
        <p:spPr>
          <a:xfrm flipH="1">
            <a:off x="699009" y="2036342"/>
            <a:ext cx="5297734" cy="1971033"/>
          </a:xfrm>
          <a:prstGeom prst="rect">
            <a:avLst/>
          </a:prstGeom>
          <a:gradFill>
            <a:gsLst>
              <a:gs pos="0">
                <a:srgbClr val="FF275B">
                  <a:alpha val="53261"/>
                </a:srgbClr>
              </a:gs>
              <a:gs pos="98000">
                <a:srgbClr val="3003F5">
                  <a:alpha val="5101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Rectangle 9">
            <a:extLst>
              <a:ext uri="{FF2B5EF4-FFF2-40B4-BE49-F238E27FC236}">
                <a16:creationId xmlns:a16="http://schemas.microsoft.com/office/drawing/2014/main" id="{4C75D4D7-E5AE-E8D3-3A75-466832ED0C22}"/>
              </a:ext>
            </a:extLst>
          </p:cNvPr>
          <p:cNvSpPr>
            <a:spLocks noGrp="1"/>
          </p:cNvSpPr>
          <p:nvPr/>
        </p:nvSpPr>
        <p:spPr>
          <a:xfrm flipH="1">
            <a:off x="6184659" y="2038506"/>
            <a:ext cx="5304647" cy="1971033"/>
          </a:xfrm>
          <a:prstGeom prst="rect">
            <a:avLst/>
          </a:prstGeom>
          <a:gradFill>
            <a:gsLst>
              <a:gs pos="0">
                <a:srgbClr val="FF275B">
                  <a:alpha val="53261"/>
                </a:srgbClr>
              </a:gs>
              <a:gs pos="98000">
                <a:srgbClr val="3003F5">
                  <a:alpha val="5101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50AC56BC-C6D4-A534-2CD1-54C6E0DE6CB8}"/>
              </a:ext>
            </a:extLst>
          </p:cNvPr>
          <p:cNvSpPr>
            <a:spLocks noGrp="1"/>
          </p:cNvSpPr>
          <p:nvPr/>
        </p:nvSpPr>
        <p:spPr>
          <a:xfrm flipH="1">
            <a:off x="699008" y="4190206"/>
            <a:ext cx="5297735" cy="1935953"/>
          </a:xfrm>
          <a:prstGeom prst="rect">
            <a:avLst/>
          </a:prstGeom>
          <a:gradFill>
            <a:gsLst>
              <a:gs pos="0">
                <a:srgbClr val="FF275B">
                  <a:alpha val="53261"/>
                </a:srgbClr>
              </a:gs>
              <a:gs pos="98000">
                <a:srgbClr val="3003F5">
                  <a:alpha val="5101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453C06F5-613B-F7BA-6DCF-7F0403F65FA3}"/>
              </a:ext>
            </a:extLst>
          </p:cNvPr>
          <p:cNvSpPr>
            <a:spLocks noGrp="1"/>
          </p:cNvSpPr>
          <p:nvPr/>
        </p:nvSpPr>
        <p:spPr>
          <a:xfrm flipH="1">
            <a:off x="6184660" y="4189158"/>
            <a:ext cx="5304647" cy="1940180"/>
          </a:xfrm>
          <a:prstGeom prst="rect">
            <a:avLst/>
          </a:prstGeom>
          <a:gradFill>
            <a:gsLst>
              <a:gs pos="0">
                <a:srgbClr val="FF275B">
                  <a:alpha val="53261"/>
                </a:srgbClr>
              </a:gs>
              <a:gs pos="98000">
                <a:srgbClr val="3003F5">
                  <a:alpha val="5101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4FD380-9E98-0872-E76E-42AEEC703900}"/>
              </a:ext>
            </a:extLst>
          </p:cNvPr>
          <p:cNvSpPr>
            <a:spLocks noGrp="1"/>
          </p:cNvSpPr>
          <p:nvPr/>
        </p:nvSpPr>
        <p:spPr>
          <a:xfrm>
            <a:off x="860171" y="2214866"/>
            <a:ext cx="3269702" cy="394072"/>
          </a:xfrm>
          <a:prstGeom prst="rect">
            <a:avLst/>
          </a:prstGeom>
          <a:solidFill>
            <a:srgbClr val="FFFFFF"/>
          </a:solidFill>
          <a:ln w="19050">
            <a:noFill/>
          </a:ln>
        </p:spPr>
        <p:txBody>
          <a:bodyPr wrap="square" lIns="144000" tIns="0" rIns="0" bIns="0" anchor="ctr">
            <a:noAutofit/>
          </a:bodyPr>
          <a:lstStyle/>
          <a:p>
            <a:pPr marL="0" marR="0" lvl="0" indent="0" defTabSz="914400">
              <a:lnSpc>
                <a:spcPct val="100000"/>
              </a:lnSpc>
              <a:spcBef>
                <a:spcPts val="0"/>
              </a:spcBef>
              <a:spcAft>
                <a:spcPts val="0"/>
              </a:spcAft>
              <a:buClrTx/>
              <a:buSzTx/>
              <a:buFontTx/>
              <a:buNone/>
            </a:pPr>
            <a:r>
              <a:rPr sz="1400" u="none" cap="none" spc="500">
                <a:ln>
                  <a:noFill/>
                </a:ln>
                <a:latin typeface="Montserrat"/>
                <a:ea typeface="Montserrat"/>
                <a:cs typeface="Montserrat"/>
              </a:rPr>
              <a:t>KNOWLEDGE</a:t>
            </a:r>
          </a:p>
        </p:txBody>
      </p:sp>
      <p:sp>
        <p:nvSpPr>
          <p:cNvPr id="14" name="TextBox 13">
            <a:extLst>
              <a:ext uri="{FF2B5EF4-FFF2-40B4-BE49-F238E27FC236}">
                <a16:creationId xmlns:a16="http://schemas.microsoft.com/office/drawing/2014/main" id="{CB8CB998-BA8B-E17C-CD8F-52CE843F83A4}"/>
              </a:ext>
            </a:extLst>
          </p:cNvPr>
          <p:cNvSpPr>
            <a:spLocks noGrp="1"/>
          </p:cNvSpPr>
          <p:nvPr/>
        </p:nvSpPr>
        <p:spPr>
          <a:xfrm>
            <a:off x="6345821" y="2220938"/>
            <a:ext cx="1984263" cy="394072"/>
          </a:xfrm>
          <a:prstGeom prst="rect">
            <a:avLst/>
          </a:prstGeom>
          <a:solidFill>
            <a:srgbClr val="FFFFFF"/>
          </a:solidFill>
          <a:ln w="19050">
            <a:noFill/>
          </a:ln>
        </p:spPr>
        <p:txBody>
          <a:bodyPr wrap="square" lIns="144000" tIns="0" rIns="0" bIns="0" anchor="ctr">
            <a:noAutofit/>
          </a:bodyPr>
          <a:lstStyle/>
          <a:p>
            <a:pPr marL="0" marR="0" lvl="0" indent="0" defTabSz="914400">
              <a:lnSpc>
                <a:spcPct val="100000"/>
              </a:lnSpc>
              <a:spcBef>
                <a:spcPts val="0"/>
              </a:spcBef>
              <a:spcAft>
                <a:spcPts val="0"/>
              </a:spcAft>
              <a:buClrTx/>
              <a:buSzTx/>
              <a:buFontTx/>
              <a:buNone/>
            </a:pPr>
            <a:r>
              <a:rPr sz="1400" u="none" cap="none" spc="500">
                <a:ln>
                  <a:noFill/>
                </a:ln>
                <a:latin typeface="Montserrat"/>
                <a:ea typeface="Montserrat"/>
                <a:cs typeface="Montserrat"/>
              </a:rPr>
              <a:t>TOOLS</a:t>
            </a:r>
          </a:p>
        </p:txBody>
      </p:sp>
      <p:sp>
        <p:nvSpPr>
          <p:cNvPr id="15" name="TextBox 14">
            <a:extLst>
              <a:ext uri="{FF2B5EF4-FFF2-40B4-BE49-F238E27FC236}">
                <a16:creationId xmlns:a16="http://schemas.microsoft.com/office/drawing/2014/main" id="{DB904203-4A79-5D71-CA6C-3135142709FD}"/>
              </a:ext>
            </a:extLst>
          </p:cNvPr>
          <p:cNvSpPr>
            <a:spLocks noGrp="1"/>
          </p:cNvSpPr>
          <p:nvPr/>
        </p:nvSpPr>
        <p:spPr>
          <a:xfrm>
            <a:off x="860170" y="4357955"/>
            <a:ext cx="2867768" cy="394072"/>
          </a:xfrm>
          <a:prstGeom prst="rect">
            <a:avLst/>
          </a:prstGeom>
          <a:solidFill>
            <a:srgbClr val="FFFFFF"/>
          </a:solidFill>
          <a:ln w="19050">
            <a:noFill/>
          </a:ln>
        </p:spPr>
        <p:txBody>
          <a:bodyPr wrap="square" lIns="144000" tIns="0" rIns="0" bIns="0" anchor="ctr">
            <a:noAutofit/>
          </a:bodyPr>
          <a:lstStyle/>
          <a:p>
            <a:pPr marL="0" marR="0" lvl="0" indent="0" defTabSz="914400">
              <a:lnSpc>
                <a:spcPct val="100000"/>
              </a:lnSpc>
              <a:spcBef>
                <a:spcPts val="0"/>
              </a:spcBef>
              <a:spcAft>
                <a:spcPts val="0"/>
              </a:spcAft>
              <a:buClrTx/>
              <a:buSzTx/>
              <a:buFontTx/>
              <a:buNone/>
            </a:pPr>
            <a:r>
              <a:rPr sz="1400" u="none" cap="none" spc="500">
                <a:ln>
                  <a:noFill/>
                </a:ln>
                <a:latin typeface="Montserrat"/>
                <a:ea typeface="Montserrat"/>
                <a:cs typeface="Montserrat"/>
              </a:rPr>
              <a:t>SECURITY</a:t>
            </a:r>
          </a:p>
        </p:txBody>
      </p:sp>
      <p:sp>
        <p:nvSpPr>
          <p:cNvPr id="16" name="TextBox 15">
            <a:extLst>
              <a:ext uri="{FF2B5EF4-FFF2-40B4-BE49-F238E27FC236}">
                <a16:creationId xmlns:a16="http://schemas.microsoft.com/office/drawing/2014/main" id="{49E7A537-A53D-87B2-099C-C39BA21D3D99}"/>
              </a:ext>
            </a:extLst>
          </p:cNvPr>
          <p:cNvSpPr>
            <a:spLocks noGrp="1"/>
          </p:cNvSpPr>
          <p:nvPr/>
        </p:nvSpPr>
        <p:spPr>
          <a:xfrm>
            <a:off x="6345820" y="4355216"/>
            <a:ext cx="2175182" cy="394072"/>
          </a:xfrm>
          <a:prstGeom prst="rect">
            <a:avLst/>
          </a:prstGeom>
          <a:solidFill>
            <a:srgbClr val="FFFFFF"/>
          </a:solidFill>
          <a:ln w="19050">
            <a:noFill/>
          </a:ln>
        </p:spPr>
        <p:txBody>
          <a:bodyPr wrap="square" lIns="144000" tIns="0" rIns="0" bIns="0" anchor="ctr">
            <a:noAutofit/>
          </a:bodyPr>
          <a:lstStyle/>
          <a:p>
            <a:pPr marL="0" marR="0" lvl="0" indent="0" defTabSz="914400">
              <a:lnSpc>
                <a:spcPct val="100000"/>
              </a:lnSpc>
              <a:spcBef>
                <a:spcPts val="0"/>
              </a:spcBef>
              <a:spcAft>
                <a:spcPts val="0"/>
              </a:spcAft>
              <a:buClrTx/>
              <a:buSzTx/>
              <a:buFontTx/>
              <a:buNone/>
            </a:pPr>
            <a:r>
              <a:rPr sz="1400" u="none" cap="none" spc="500">
                <a:ln>
                  <a:noFill/>
                </a:ln>
                <a:latin typeface="Montserrat"/>
                <a:ea typeface="Montserrat"/>
                <a:cs typeface="Montserrat"/>
              </a:rPr>
              <a:t>DATAVERSE</a:t>
            </a:r>
          </a:p>
        </p:txBody>
      </p:sp>
      <p:sp>
        <p:nvSpPr>
          <p:cNvPr id="17" name="TextBox 16">
            <a:extLst>
              <a:ext uri="{FF2B5EF4-FFF2-40B4-BE49-F238E27FC236}">
                <a16:creationId xmlns:a16="http://schemas.microsoft.com/office/drawing/2014/main" id="{47E7F9E6-C78F-D657-DFC8-E77E034CE862}"/>
              </a:ext>
            </a:extLst>
          </p:cNvPr>
          <p:cNvSpPr>
            <a:spLocks noGrp="1"/>
          </p:cNvSpPr>
          <p:nvPr/>
        </p:nvSpPr>
        <p:spPr>
          <a:xfrm>
            <a:off x="860171" y="2795016"/>
            <a:ext cx="4982325" cy="859945"/>
          </a:xfrm>
          <a:prstGeom prst="rect">
            <a:avLst/>
          </a:prstGeom>
          <a:noFill/>
        </p:spPr>
        <p:txBody>
          <a:bodyPr wrap="square">
            <a:noAutofit/>
          </a:bodyPr>
          <a:lstStyle/>
          <a:p>
            <a:pPr marL="180000" marR="0" lvl="0" indent="-180000" algn="l" defTabSz="457200">
              <a:lnSpc>
                <a:spcPct val="100000"/>
              </a:lnSpc>
              <a:spcBef>
                <a:spcPts val="0"/>
              </a:spcBef>
              <a:spcAft>
                <a:spcPts val="700"/>
              </a:spcAft>
              <a:buClrTx/>
              <a:buSzTx/>
              <a:buFont typeface="Arial"/>
              <a:buChar char="•"/>
            </a:pPr>
            <a:r>
              <a:rPr sz="1200">
                <a:solidFill>
                  <a:srgbClr val="FFFFFF"/>
                </a:solidFill>
                <a:latin typeface="Montserrat Medium"/>
                <a:ea typeface="Montserrat Medium"/>
                <a:cs typeface="Montserrat Medium"/>
              </a:rPr>
              <a:t>Source patterns and metadata</a:t>
            </a:r>
          </a:p>
          <a:p>
            <a:pPr marL="180000" marR="0" lvl="0" indent="-180000" algn="l" defTabSz="457200">
              <a:lnSpc>
                <a:spcPct val="100000"/>
              </a:lnSpc>
              <a:spcBef>
                <a:spcPts val="0"/>
              </a:spcBef>
              <a:spcAft>
                <a:spcPts val="700"/>
              </a:spcAft>
              <a:buClrTx/>
              <a:buSzTx/>
              <a:buFont typeface="Arial"/>
              <a:buChar char="•"/>
            </a:pPr>
            <a:r>
              <a:rPr sz="1200" u="none" cap="none">
                <a:ln>
                  <a:noFill/>
                </a:ln>
                <a:solidFill>
                  <a:srgbClr val="FFFFFF"/>
                </a:solidFill>
                <a:latin typeface="Montserrat Medium"/>
                <a:ea typeface="Montserrat Medium"/>
                <a:cs typeface="Montserrat Medium"/>
              </a:rPr>
              <a:t>Permission and freshness checks</a:t>
            </a:r>
          </a:p>
          <a:p>
            <a:pPr marL="180000" marR="0" lvl="0" indent="-180000" algn="l" defTabSz="457200">
              <a:lnSpc>
                <a:spcPct val="100000"/>
              </a:lnSpc>
              <a:spcBef>
                <a:spcPts val="0"/>
              </a:spcBef>
              <a:spcAft>
                <a:spcPts val="700"/>
              </a:spcAft>
              <a:buClrTx/>
              <a:buSzTx/>
              <a:buFont typeface="Arial"/>
              <a:buChar char="•"/>
            </a:pPr>
            <a:r>
              <a:rPr sz="1200">
                <a:solidFill>
                  <a:srgbClr val="FFFFFF"/>
                </a:solidFill>
                <a:latin typeface="Montserrat Medium"/>
                <a:ea typeface="Montserrat Medium"/>
                <a:cs typeface="Montserrat Medium"/>
              </a:rPr>
              <a:t>Grounding tests and eval sets</a:t>
            </a:r>
          </a:p>
        </p:txBody>
      </p:sp>
      <p:sp>
        <p:nvSpPr>
          <p:cNvPr id="18" name="TextBox 17">
            <a:extLst>
              <a:ext uri="{FF2B5EF4-FFF2-40B4-BE49-F238E27FC236}">
                <a16:creationId xmlns:a16="http://schemas.microsoft.com/office/drawing/2014/main" id="{97E44BE9-077C-3C19-A44D-E62791003CD1}"/>
              </a:ext>
            </a:extLst>
          </p:cNvPr>
          <p:cNvSpPr>
            <a:spLocks noGrp="1"/>
          </p:cNvSpPr>
          <p:nvPr/>
        </p:nvSpPr>
        <p:spPr>
          <a:xfrm>
            <a:off x="6345821" y="2799756"/>
            <a:ext cx="4982325" cy="859945"/>
          </a:xfrm>
          <a:prstGeom prst="rect">
            <a:avLst/>
          </a:prstGeom>
          <a:noFill/>
        </p:spPr>
        <p:txBody>
          <a:bodyPr wrap="square">
            <a:noAutofit/>
          </a:bodyPr>
          <a:lstStyle/>
          <a:p>
            <a:pPr marL="180000" marR="0" lvl="0" indent="-180000" algn="l" defTabSz="457200">
              <a:lnSpc>
                <a:spcPct val="100000"/>
              </a:lnSpc>
              <a:spcBef>
                <a:spcPts val="0"/>
              </a:spcBef>
              <a:spcAft>
                <a:spcPts val="700"/>
              </a:spcAft>
              <a:buClrTx/>
              <a:buSzTx/>
              <a:buFont typeface="Arial"/>
              <a:buChar char="•"/>
            </a:pPr>
            <a:r>
              <a:rPr sz="1200">
                <a:solidFill>
                  <a:srgbClr val="FFFFFF"/>
                </a:solidFill>
                <a:latin typeface="Montserrat Medium"/>
                <a:ea typeface="Montserrat Medium"/>
                <a:cs typeface="Montserrat Medium"/>
              </a:rPr>
              <a:t>Agent tools and flow patterns</a:t>
            </a:r>
          </a:p>
          <a:p>
            <a:pPr marL="180000" marR="0" lvl="0" indent="-180000" algn="l" defTabSz="457200">
              <a:lnSpc>
                <a:spcPct val="100000"/>
              </a:lnSpc>
              <a:spcBef>
                <a:spcPts val="0"/>
              </a:spcBef>
              <a:spcAft>
                <a:spcPts val="700"/>
              </a:spcAft>
              <a:buClrTx/>
              <a:buSzTx/>
              <a:buFont typeface="Arial"/>
              <a:buChar char="•"/>
            </a:pPr>
            <a:r>
              <a:rPr sz="1200" u="none" cap="none">
                <a:ln>
                  <a:noFill/>
                </a:ln>
                <a:solidFill>
                  <a:srgbClr val="FFFFFF"/>
                </a:solidFill>
                <a:latin typeface="Montserrat Medium"/>
                <a:ea typeface="Montserrat Medium"/>
                <a:cs typeface="Montserrat Medium"/>
              </a:rPr>
              <a:t>Contracts, retries and errors</a:t>
            </a:r>
          </a:p>
          <a:p>
            <a:pPr marL="180000" marR="0" lvl="0" indent="-180000" algn="l" defTabSz="457200">
              <a:lnSpc>
                <a:spcPct val="100000"/>
              </a:lnSpc>
              <a:spcBef>
                <a:spcPts val="0"/>
              </a:spcBef>
              <a:spcAft>
                <a:spcPts val="700"/>
              </a:spcAft>
              <a:buClrTx/>
              <a:buSzTx/>
              <a:buFont typeface="Arial"/>
              <a:buChar char="•"/>
            </a:pPr>
            <a:r>
              <a:rPr sz="1200">
                <a:solidFill>
                  <a:srgbClr val="FFFFFF"/>
                </a:solidFill>
                <a:latin typeface="Montserrat Medium"/>
                <a:ea typeface="Montserrat Medium"/>
                <a:cs typeface="Montserrat Medium"/>
              </a:rPr>
              <a:t>Connection references</a:t>
            </a:r>
          </a:p>
        </p:txBody>
      </p:sp>
      <p:sp>
        <p:nvSpPr>
          <p:cNvPr id="19" name="TextBox 18">
            <a:extLst>
              <a:ext uri="{FF2B5EF4-FFF2-40B4-BE49-F238E27FC236}">
                <a16:creationId xmlns:a16="http://schemas.microsoft.com/office/drawing/2014/main" id="{DDF46C49-D8B5-4054-C307-37B8FB3C40E1}"/>
              </a:ext>
            </a:extLst>
          </p:cNvPr>
          <p:cNvSpPr>
            <a:spLocks noGrp="1"/>
          </p:cNvSpPr>
          <p:nvPr/>
        </p:nvSpPr>
        <p:spPr>
          <a:xfrm>
            <a:off x="860171" y="4926969"/>
            <a:ext cx="4982325" cy="859945"/>
          </a:xfrm>
          <a:prstGeom prst="rect">
            <a:avLst/>
          </a:prstGeom>
          <a:noFill/>
        </p:spPr>
        <p:txBody>
          <a:bodyPr wrap="square">
            <a:noAutofit/>
          </a:bodyPr>
          <a:lstStyle/>
          <a:p>
            <a:pPr marL="180000" marR="0" lvl="0" indent="-180000" algn="l" defTabSz="457200">
              <a:lnSpc>
                <a:spcPct val="100000"/>
              </a:lnSpc>
              <a:spcBef>
                <a:spcPts val="0"/>
              </a:spcBef>
              <a:spcAft>
                <a:spcPts val="700"/>
              </a:spcAft>
              <a:buClrTx/>
              <a:buSzTx/>
              <a:buFont typeface="Arial"/>
              <a:buChar char="•"/>
            </a:pPr>
            <a:r>
              <a:rPr sz="1200">
                <a:solidFill>
                  <a:srgbClr val="FFFFFF"/>
                </a:solidFill>
                <a:latin typeface="Montserrat Medium"/>
                <a:ea typeface="Montserrat Medium"/>
                <a:cs typeface="Montserrat Medium"/>
              </a:rPr>
              <a:t>Identity, roles and ownership</a:t>
            </a:r>
          </a:p>
          <a:p>
            <a:pPr marL="180000" marR="0" lvl="0" indent="-180000" algn="l" defTabSz="457200">
              <a:lnSpc>
                <a:spcPct val="100000"/>
              </a:lnSpc>
              <a:spcBef>
                <a:spcPts val="0"/>
              </a:spcBef>
              <a:spcAft>
                <a:spcPts val="700"/>
              </a:spcAft>
              <a:buClrTx/>
              <a:buSzTx/>
              <a:buFont typeface="Arial"/>
              <a:buChar char="•"/>
            </a:pPr>
            <a:r>
              <a:rPr sz="1200" u="none" cap="none">
                <a:ln>
                  <a:noFill/>
                </a:ln>
                <a:solidFill>
                  <a:srgbClr val="FFFFFF"/>
                </a:solidFill>
                <a:latin typeface="Montserrat Medium"/>
                <a:ea typeface="Montserrat Medium"/>
                <a:cs typeface="Montserrat Medium"/>
              </a:rPr>
              <a:t>DLP and access boundaries</a:t>
            </a:r>
          </a:p>
          <a:p>
            <a:pPr marL="180000" marR="0" lvl="0" indent="-180000" algn="l" defTabSz="457200">
              <a:lnSpc>
                <a:spcPct val="100000"/>
              </a:lnSpc>
              <a:spcBef>
                <a:spcPts val="0"/>
              </a:spcBef>
              <a:spcAft>
                <a:spcPts val="700"/>
              </a:spcAft>
              <a:buClrTx/>
              <a:buSzTx/>
              <a:buFont typeface="Arial"/>
              <a:buChar char="•"/>
            </a:pPr>
            <a:r>
              <a:rPr sz="1200">
                <a:solidFill>
                  <a:srgbClr val="FFFFFF"/>
                </a:solidFill>
                <a:latin typeface="Montserrat Medium"/>
                <a:ea typeface="Montserrat Medium"/>
                <a:cs typeface="Montserrat Medium"/>
              </a:rPr>
              <a:t>Security regression tests</a:t>
            </a:r>
          </a:p>
        </p:txBody>
      </p:sp>
      <p:sp>
        <p:nvSpPr>
          <p:cNvPr id="20" name="TextBox 19">
            <a:extLst>
              <a:ext uri="{FF2B5EF4-FFF2-40B4-BE49-F238E27FC236}">
                <a16:creationId xmlns:a16="http://schemas.microsoft.com/office/drawing/2014/main" id="{16F781EE-942F-8375-4794-99BA036DE4EF}"/>
              </a:ext>
            </a:extLst>
          </p:cNvPr>
          <p:cNvSpPr>
            <a:spLocks noGrp="1"/>
          </p:cNvSpPr>
          <p:nvPr/>
        </p:nvSpPr>
        <p:spPr>
          <a:xfrm>
            <a:off x="6345821" y="4922898"/>
            <a:ext cx="4982325" cy="859945"/>
          </a:xfrm>
          <a:prstGeom prst="rect">
            <a:avLst/>
          </a:prstGeom>
          <a:noFill/>
        </p:spPr>
        <p:txBody>
          <a:bodyPr wrap="square">
            <a:noAutofit/>
          </a:bodyPr>
          <a:lstStyle/>
          <a:p>
            <a:pPr marL="180000" marR="0" lvl="0" indent="-180000" algn="l" defTabSz="457200">
              <a:lnSpc>
                <a:spcPct val="100000"/>
              </a:lnSpc>
              <a:spcBef>
                <a:spcPts val="0"/>
              </a:spcBef>
              <a:spcAft>
                <a:spcPts val="700"/>
              </a:spcAft>
              <a:buClrTx/>
              <a:buSzTx/>
              <a:buFont typeface="Arial"/>
              <a:buChar char="•"/>
            </a:pPr>
            <a:r>
              <a:rPr sz="1200">
                <a:solidFill>
                  <a:srgbClr val="FFFFFF"/>
                </a:solidFill>
                <a:latin typeface="Montserrat Medium"/>
                <a:ea typeface="Montserrat Medium"/>
                <a:cs typeface="Montserrat Medium"/>
              </a:rPr>
              <a:t>Reusable schemas and solutions</a:t>
            </a:r>
          </a:p>
          <a:p>
            <a:pPr marL="180000" marR="0" lvl="0" indent="-180000" algn="l" defTabSz="457200">
              <a:lnSpc>
                <a:spcPct val="100000"/>
              </a:lnSpc>
              <a:spcBef>
                <a:spcPts val="0"/>
              </a:spcBef>
              <a:spcAft>
                <a:spcPts val="700"/>
              </a:spcAft>
              <a:buClrTx/>
              <a:buSzTx/>
              <a:buFont typeface="Arial"/>
              <a:buChar char="•"/>
            </a:pPr>
            <a:r>
              <a:rPr sz="1200" u="none" cap="none">
                <a:ln>
                  <a:noFill/>
                </a:ln>
                <a:solidFill>
                  <a:srgbClr val="FFFFFF"/>
                </a:solidFill>
                <a:latin typeface="Montserrat Medium"/>
                <a:ea typeface="Montserrat Medium"/>
                <a:cs typeface="Montserrat Medium"/>
              </a:rPr>
              <a:t>Relationships and naming</a:t>
            </a:r>
          </a:p>
          <a:p>
            <a:pPr marL="180000" marR="0" lvl="0" indent="-180000" algn="l" defTabSz="457200">
              <a:lnSpc>
                <a:spcPct val="100000"/>
              </a:lnSpc>
              <a:spcBef>
                <a:spcPts val="0"/>
              </a:spcBef>
              <a:spcAft>
                <a:spcPts val="700"/>
              </a:spcAft>
              <a:buClrTx/>
              <a:buSzTx/>
              <a:buFont typeface="Arial"/>
              <a:buChar char="•"/>
            </a:pPr>
            <a:r>
              <a:rPr sz="1200">
                <a:solidFill>
                  <a:srgbClr val="FFFFFF"/>
                </a:solidFill>
                <a:latin typeface="Montserrat Medium"/>
                <a:ea typeface="Montserrat Medium"/>
                <a:cs typeface="Montserrat Medium"/>
              </a:rPr>
              <a:t>Versioned dependencies</a:t>
            </a:r>
          </a:p>
        </p:txBody>
      </p:sp>
    </p:spTree>
    <p:extLst>
      <p:ext uri="{BB962C8B-B14F-4D97-AF65-F5344CB8AC3E}">
        <p14:creationId xmlns:p14="http://schemas.microsoft.com/office/powerpoint/2010/main" val="2283456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0BAAAD5-C780-814F-B467-E6A98D2BE81E}"/>
              </a:ext>
            </a:extLst>
          </p:cNvPr>
          <p:cNvSpPr>
            <a:spLocks noGrp="1"/>
          </p:cNvSpPr>
          <p:nvPr/>
        </p:nvSpPr>
        <p:spPr>
          <a:xfrm>
            <a:off x="2685490" y="1491119"/>
            <a:ext cx="9506507" cy="832308"/>
          </a:xfrm>
          <a:prstGeom prst="rect">
            <a:avLst/>
          </a:prstGeom>
          <a:noFill/>
        </p:spPr>
        <p:txBody>
          <a:bodyPr wrap="square" lIns="936000" tIns="144000" rIns="720000" bIns="144000" anchor="ctr">
            <a:noAutofit/>
          </a:bodyPr>
          <a:lstStyle/>
          <a:p>
            <a:pPr>
              <a:spcAft>
                <a:spcPts val="700"/>
              </a:spcAft>
              <a:buNone/>
            </a:pPr>
            <a:r>
              <a:rPr sz="1200" b="1" spc="300">
                <a:solidFill>
                  <a:schemeClr val="bg1"/>
                </a:solidFill>
              </a:rPr>
              <a:t>SCOPE THE BROWSER SESSION</a:t>
            </a:r>
          </a:p>
          <a:p>
            <a:pPr>
              <a:spcAft>
                <a:spcPts val="700"/>
              </a:spcAft>
              <a:buNone/>
            </a:pPr>
            <a:r>
              <a:rPr sz="1200"/>
              <a:t>One ticket, named environment, test identity, allowed actions, data boundary and stop condition.</a:t>
            </a:r>
          </a:p>
        </p:txBody>
      </p:sp>
      <p:pic>
        <p:nvPicPr>
          <p:cNvPr id="19" name="Graphic 26"/>
          <p:cNvPicPr>
            <a:picLocks noChangeAspect="1"/>
          </p:cNvPicPr>
          <p:nvPr/>
        </p:nvPicPr>
        <p:blipFill>
          <a:blip>
            <a:extLst>
              <a:ext uri="{96DAC541-7B7A-43D3-8B79-37D633B846F1}">
                <asvg:svgBlip xmlns:asvg="http://schemas.microsoft.com/office/drawing/2016/SVG/main" r:embed="rId3"/>
              </a:ext>
            </a:extLst>
          </a:blip>
          <a:srcRect/>
          <a:stretch/>
        </p:blipFill>
        <p:spPr>
          <a:xfrm>
            <a:off x="2954695" y="1727273"/>
            <a:ext cx="360000" cy="360000"/>
          </a:xfrm>
          <a:prstGeom prst="rect">
            <a:avLst/>
          </a:prstGeom>
        </p:spPr>
      </p:pic>
      <p:sp>
        <p:nvSpPr>
          <p:cNvPr id="7" name="TextBox 6">
            <a:extLst>
              <a:ext uri="{FF2B5EF4-FFF2-40B4-BE49-F238E27FC236}">
                <a16:creationId xmlns:a16="http://schemas.microsoft.com/office/drawing/2014/main" id="{28F80D2F-A2B5-24A4-ECAE-BFA78B5C9166}"/>
              </a:ext>
            </a:extLst>
          </p:cNvPr>
          <p:cNvSpPr>
            <a:spLocks noGrp="1"/>
          </p:cNvSpPr>
          <p:nvPr/>
        </p:nvSpPr>
        <p:spPr>
          <a:xfrm>
            <a:off x="2685490" y="2444638"/>
            <a:ext cx="9506507" cy="832308"/>
          </a:xfrm>
          <a:prstGeom prst="rect">
            <a:avLst/>
          </a:prstGeom>
          <a:noFill/>
        </p:spPr>
        <p:txBody>
          <a:bodyPr wrap="square" lIns="936000" tIns="144000" rIns="720000" bIns="144000" anchor="ctr">
            <a:noAutofit/>
          </a:bodyPr>
          <a:lstStyle/>
          <a:p>
            <a:pPr>
              <a:spcAft>
                <a:spcPts val="700"/>
              </a:spcAft>
              <a:buNone/>
            </a:pPr>
            <a:r>
              <a:rPr sz="1200" b="1" spc="300">
                <a:solidFill>
                  <a:schemeClr val="bg1"/>
                </a:solidFill>
              </a:rPr>
              <a:t>PROVE THE JOURNEY</a:t>
            </a:r>
          </a:p>
          <a:p>
            <a:pPr>
              <a:spcAft>
                <a:spcPts val="700"/>
              </a:spcAft>
              <a:buNone/>
            </a:pPr>
            <a:r>
              <a:rPr sz="1200"/>
              <a:t>Use isolated Playwright contexts for repeatable UI, accessibility and end-to-end checks.</a:t>
            </a:r>
            <a:endParaRPr sz="1200" b="1"/>
          </a:p>
        </p:txBody>
      </p:sp>
      <p:pic>
        <p:nvPicPr>
          <p:cNvPr id="21" name="Graphic 27"/>
          <p:cNvPicPr>
            <a:picLocks noChangeAspect="1"/>
          </p:cNvPicPr>
          <p:nvPr/>
        </p:nvPicPr>
        <p:blipFill>
          <a:blip>
            <a:extLst>
              <a:ext uri="{96DAC541-7B7A-43D3-8B79-37D633B846F1}">
                <asvg:svgBlip xmlns:asvg="http://schemas.microsoft.com/office/drawing/2016/SVG/main" r:embed="rId3"/>
              </a:ext>
            </a:extLst>
          </a:blip>
          <a:srcRect/>
          <a:stretch/>
        </p:blipFill>
        <p:spPr>
          <a:xfrm>
            <a:off x="2954695" y="2680792"/>
            <a:ext cx="360000" cy="360000"/>
          </a:xfrm>
          <a:prstGeom prst="rect">
            <a:avLst/>
          </a:prstGeom>
        </p:spPr>
      </p:pic>
      <p:sp>
        <p:nvSpPr>
          <p:cNvPr id="8" name="TextBox 7">
            <a:extLst>
              <a:ext uri="{FF2B5EF4-FFF2-40B4-BE49-F238E27FC236}">
                <a16:creationId xmlns:a16="http://schemas.microsoft.com/office/drawing/2014/main" id="{2B3951B9-56BC-F841-21F4-AEDF797B5A59}"/>
              </a:ext>
            </a:extLst>
          </p:cNvPr>
          <p:cNvSpPr>
            <a:spLocks noGrp="1"/>
          </p:cNvSpPr>
          <p:nvPr/>
        </p:nvSpPr>
        <p:spPr>
          <a:xfrm>
            <a:off x="2685490" y="3398157"/>
            <a:ext cx="9506507" cy="832308"/>
          </a:xfrm>
          <a:prstGeom prst="rect">
            <a:avLst/>
          </a:prstGeom>
          <a:noFill/>
        </p:spPr>
        <p:txBody>
          <a:bodyPr wrap="square" lIns="936000" tIns="144000" rIns="720000" bIns="144000" anchor="ctr">
            <a:noAutofit/>
          </a:bodyPr>
          <a:lstStyle/>
          <a:p>
            <a:pPr>
              <a:spcAft>
                <a:spcPts val="700"/>
              </a:spcAft>
              <a:buNone/>
            </a:pPr>
            <a:r>
              <a:rPr sz="1200" b="1" spc="300">
                <a:solidFill>
                  <a:schemeClr val="bg1"/>
                </a:solidFill>
              </a:rPr>
              <a:t>TURN RUNS INTO DOCUMENTATION</a:t>
            </a:r>
          </a:p>
          <a:p>
            <a:pPr>
              <a:spcAft>
                <a:spcPts val="700"/>
              </a:spcAft>
              <a:buNone/>
            </a:pPr>
            <a:r>
              <a:rPr sz="1200"/>
              <a:t>Link assertions, screenshots, traces and verified steps to the ticket, run ID and solution version.</a:t>
            </a:r>
          </a:p>
        </p:txBody>
      </p:sp>
      <p:pic>
        <p:nvPicPr>
          <p:cNvPr id="23" name="Graphic 28"/>
          <p:cNvPicPr>
            <a:picLocks noChangeAspect="1"/>
          </p:cNvPicPr>
          <p:nvPr/>
        </p:nvPicPr>
        <p:blipFill>
          <a:blip>
            <a:extLst>
              <a:ext uri="{96DAC541-7B7A-43D3-8B79-37D633B846F1}">
                <asvg:svgBlip xmlns:asvg="http://schemas.microsoft.com/office/drawing/2016/SVG/main" r:embed="rId3"/>
              </a:ext>
            </a:extLst>
          </a:blip>
          <a:srcRect/>
          <a:stretch/>
        </p:blipFill>
        <p:spPr>
          <a:xfrm>
            <a:off x="2954695" y="3634311"/>
            <a:ext cx="360000" cy="360000"/>
          </a:xfrm>
          <a:prstGeom prst="rect">
            <a:avLst/>
          </a:prstGeom>
        </p:spPr>
      </p:pic>
      <p:sp>
        <p:nvSpPr>
          <p:cNvPr id="9" name="TextBox 8">
            <a:extLst>
              <a:ext uri="{FF2B5EF4-FFF2-40B4-BE49-F238E27FC236}">
                <a16:creationId xmlns:a16="http://schemas.microsoft.com/office/drawing/2014/main" id="{93A11605-4B9F-AAE0-9E54-4ECDE6B1650F}"/>
              </a:ext>
            </a:extLst>
          </p:cNvPr>
          <p:cNvSpPr>
            <a:spLocks noGrp="1"/>
          </p:cNvSpPr>
          <p:nvPr/>
        </p:nvSpPr>
        <p:spPr>
          <a:xfrm>
            <a:off x="2685490" y="4351676"/>
            <a:ext cx="9506507" cy="832308"/>
          </a:xfrm>
          <a:prstGeom prst="rect">
            <a:avLst/>
          </a:prstGeom>
          <a:noFill/>
        </p:spPr>
        <p:txBody>
          <a:bodyPr wrap="square" lIns="936000" tIns="144000" rIns="720000" bIns="144000" anchor="ctr">
            <a:noAutofit/>
          </a:bodyPr>
          <a:lstStyle/>
          <a:p>
            <a:pPr>
              <a:spcAft>
                <a:spcPts val="700"/>
              </a:spcAft>
              <a:buNone/>
            </a:pPr>
            <a:r>
              <a:rPr sz="1200" b="1" spc="300">
                <a:solidFill>
                  <a:schemeClr val="bg1"/>
                </a:solidFill>
              </a:rPr>
              <a:t>ITERATE IN DEVELOPMENT</a:t>
            </a:r>
          </a:p>
          <a:p>
            <a:pPr>
              <a:spcAft>
                <a:spcPts val="700"/>
              </a:spcAft>
              <a:buNone/>
            </a:pPr>
            <a:r>
              <a:rPr sz="1200"/>
              <a:t>Run unit tests, integration checks and evals repeatedly; fix regressions before the milestone.</a:t>
            </a:r>
          </a:p>
        </p:txBody>
      </p:sp>
      <p:pic>
        <p:nvPicPr>
          <p:cNvPr id="25" name="Graphic 29"/>
          <p:cNvPicPr>
            <a:picLocks noChangeAspect="1"/>
          </p:cNvPicPr>
          <p:nvPr/>
        </p:nvPicPr>
        <p:blipFill>
          <a:blip>
            <a:extLst>
              <a:ext uri="{96DAC541-7B7A-43D3-8B79-37D633B846F1}">
                <asvg:svgBlip xmlns:asvg="http://schemas.microsoft.com/office/drawing/2016/SVG/main" r:embed="rId3"/>
              </a:ext>
            </a:extLst>
          </a:blip>
          <a:srcRect/>
          <a:stretch/>
        </p:blipFill>
        <p:spPr>
          <a:xfrm>
            <a:off x="2954695" y="4587830"/>
            <a:ext cx="360000" cy="360000"/>
          </a:xfrm>
          <a:prstGeom prst="rect">
            <a:avLst/>
          </a:prstGeom>
        </p:spPr>
      </p:pic>
      <p:sp>
        <p:nvSpPr>
          <p:cNvPr id="10" name="TextBox 9">
            <a:extLst>
              <a:ext uri="{FF2B5EF4-FFF2-40B4-BE49-F238E27FC236}">
                <a16:creationId xmlns:a16="http://schemas.microsoft.com/office/drawing/2014/main" id="{DF569A12-AD7F-030B-77B3-0E42A189E2D8}"/>
              </a:ext>
            </a:extLst>
          </p:cNvPr>
          <p:cNvSpPr>
            <a:spLocks noGrp="1"/>
          </p:cNvSpPr>
          <p:nvPr/>
        </p:nvSpPr>
        <p:spPr>
          <a:xfrm>
            <a:off x="2685493" y="5305195"/>
            <a:ext cx="9506507" cy="832308"/>
          </a:xfrm>
          <a:prstGeom prst="rect">
            <a:avLst/>
          </a:prstGeom>
          <a:noFill/>
        </p:spPr>
        <p:txBody>
          <a:bodyPr wrap="square" lIns="936000" tIns="144000" rIns="720000" bIns="144000" anchor="ctr">
            <a:noAutofit/>
          </a:bodyPr>
          <a:lstStyle/>
          <a:p>
            <a:pPr>
              <a:spcAft>
                <a:spcPts val="700"/>
              </a:spcAft>
              <a:buNone/>
            </a:pPr>
            <a:r>
              <a:rPr sz="1200" b="1" spc="300">
                <a:solidFill>
                  <a:schemeClr val="bg1"/>
                </a:solidFill>
              </a:rPr>
              <a:t>PROMOTE A RELEASE CANDIDATE</a:t>
            </a:r>
          </a:p>
          <a:p>
            <a:pPr>
              <a:spcAft>
                <a:spcPts val="700"/>
              </a:spcAft>
              <a:buNone/>
            </a:pPr>
            <a:r>
              <a:rPr sz="1200"/>
              <a:t>Freeze a versioned candidate and evidence pack; the release gate opens formal business UAT.</a:t>
            </a:r>
          </a:p>
        </p:txBody>
      </p:sp>
      <p:pic>
        <p:nvPicPr>
          <p:cNvPr id="27" name="Graphic 30"/>
          <p:cNvPicPr>
            <a:picLocks noChangeAspect="1"/>
          </p:cNvPicPr>
          <p:nvPr/>
        </p:nvPicPr>
        <p:blipFill>
          <a:blip>
            <a:extLst>
              <a:ext uri="{96DAC541-7B7A-43D3-8B79-37D633B846F1}">
                <asvg:svgBlip xmlns:asvg="http://schemas.microsoft.com/office/drawing/2016/SVG/main" r:embed="rId3"/>
              </a:ext>
            </a:extLst>
          </a:blip>
          <a:srcRect/>
          <a:stretch/>
        </p:blipFill>
        <p:spPr>
          <a:xfrm>
            <a:off x="2954698" y="5541349"/>
            <a:ext cx="360000" cy="360000"/>
          </a:xfrm>
          <a:prstGeom prst="rect">
            <a:avLst/>
          </a:prstGeom>
        </p:spPr>
      </p:pic>
      <p:sp>
        <p:nvSpPr>
          <p:cNvPr id="2" name="Title 1">
            <a:extLst>
              <a:ext uri="{FF2B5EF4-FFF2-40B4-BE49-F238E27FC236}">
                <a16:creationId xmlns:a16="http://schemas.microsoft.com/office/drawing/2014/main" id="{A7617B78-673F-C742-F3A5-878AB82547F3}"/>
              </a:ext>
            </a:extLst>
          </p:cNvPr>
          <p:cNvSpPr>
            <a:spLocks noGrp="1"/>
          </p:cNvSpPr>
          <p:nvPr>
            <p:ph type="title"/>
          </p:nvPr>
        </p:nvSpPr>
        <p:spPr>
          <a:xfrm>
            <a:off x="2954695" y="742161"/>
            <a:ext cx="8549893" cy="468000"/>
          </a:xfrm>
        </p:spPr>
        <p:txBody>
          <a:bodyPr/>
          <a:lstStyle/>
          <a:p>
            <a:r>
              <a:t>QA STARTS BEFORE FORMAL UAT</a:t>
            </a:r>
          </a:p>
        </p:txBody>
      </p:sp>
      <p:sp>
        <p:nvSpPr>
          <p:cNvPr id="11" name="Straight Connector 10">
            <a:extLst>
              <a:ext uri="{FF2B5EF4-FFF2-40B4-BE49-F238E27FC236}">
                <a16:creationId xmlns:a16="http://schemas.microsoft.com/office/drawing/2014/main" id="{710CB74D-F6DB-4AF4-A952-89897DF5CDF4}"/>
              </a:ext>
            </a:extLst>
          </p:cNvPr>
          <p:cNvSpPr>
            <a:spLocks noGrp="1"/>
          </p:cNvSpPr>
          <p:nvPr/>
        </p:nvSpPr>
        <p:spPr>
          <a:xfrm>
            <a:off x="2685492" y="0"/>
            <a:ext cx="0" cy="685800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pic>
        <p:nvPicPr>
          <p:cNvPr id="30" name="Picture 29"/>
          <p:cNvPicPr>
            <a:picLocks noChangeAspect="1"/>
          </p:cNvPicPr>
          <p:nvPr/>
        </p:nvPicPr>
        <p:blipFill>
          <a:blip r:embed="rId4"/>
          <a:stretch/>
        </p:blipFill>
        <p:spPr>
          <a:xfrm>
            <a:off x="1" y="2086255"/>
            <a:ext cx="2685491" cy="2685491"/>
          </a:xfrm>
          <a:prstGeom prst="rect">
            <a:avLst/>
          </a:prstGeom>
        </p:spPr>
      </p:pic>
    </p:spTree>
    <p:extLst>
      <p:ext uri="{BB962C8B-B14F-4D97-AF65-F5344CB8AC3E}">
        <p14:creationId xmlns:p14="http://schemas.microsoft.com/office/powerpoint/2010/main" val="1072253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5C8C27E-C607-650A-70BB-7B56C58E30A8}"/>
              </a:ext>
            </a:extLst>
          </p:cNvPr>
          <p:cNvSpPr>
            <a:spLocks noGrp="1"/>
          </p:cNvSpPr>
          <p:nvPr>
            <p:ph type="body" idx="10"/>
          </p:nvPr>
        </p:nvSpPr>
        <p:spPr/>
        <p:txBody>
          <a:bodyPr/>
          <a:lstStyle/>
          <a:p>
            <a:r>
              <a:t>DETERMINISTIC CHECKS · PROBABILISTIC BEHAVIOUR</a:t>
            </a:r>
          </a:p>
        </p:txBody>
      </p:sp>
      <p:sp>
        <p:nvSpPr>
          <p:cNvPr id="3" name="Title 2">
            <a:extLst>
              <a:ext uri="{FF2B5EF4-FFF2-40B4-BE49-F238E27FC236}">
                <a16:creationId xmlns:a16="http://schemas.microsoft.com/office/drawing/2014/main" id="{40DB79E2-9B9D-5837-95F7-081E78BAFB4D}"/>
              </a:ext>
            </a:extLst>
          </p:cNvPr>
          <p:cNvSpPr>
            <a:spLocks noGrp="1"/>
          </p:cNvSpPr>
          <p:nvPr>
            <p:ph type="title"/>
          </p:nvPr>
        </p:nvSpPr>
        <p:spPr/>
        <p:txBody>
          <a:bodyPr/>
          <a:lstStyle/>
          <a:p>
            <a:r>
              <a:t>UNIT TESTS AND EVALS: DIFFERENT EVIDENCE</a:t>
            </a:r>
          </a:p>
        </p:txBody>
      </p:sp>
      <p:graphicFrame>
        <p:nvGraphicFramePr>
          <p:cNvPr id="7" name="Table 4"/>
          <p:cNvGraphicFramePr/>
          <p:nvPr/>
        </p:nvGraphicFramePr>
        <p:xfrm>
          <a:off x="693253" y="2042655"/>
          <a:ext cx="10801350" cy="4240768"/>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20000"/>
                    </a:ext>
                  </a:extLst>
                </a:gridCol>
                <a:gridCol w="4352925">
                  <a:extLst>
                    <a:ext uri="{9D8B030D-6E8A-4147-A177-3AD203B41FA5}">
                      <a16:colId xmlns:a16="http://schemas.microsoft.com/office/drawing/2014/main" val="20001"/>
                    </a:ext>
                  </a:extLst>
                </a:gridCol>
                <a:gridCol w="4352925">
                  <a:extLst>
                    <a:ext uri="{9D8B030D-6E8A-4147-A177-3AD203B41FA5}">
                      <a16:colId xmlns:a16="http://schemas.microsoft.com/office/drawing/2014/main" val="20002"/>
                    </a:ext>
                  </a:extLst>
                </a:gridCol>
              </a:tblGrid>
              <a:tr h="364304">
                <a:tc>
                  <a:txBody>
                    <a:bodyPr/>
                    <a:lstStyle/>
                    <a:p>
                      <a:pPr algn="l">
                        <a:buNone/>
                      </a:pPr>
                      <a:r>
                        <a:rPr sz="1100" spc="300">
                          <a:solidFill>
                            <a:srgbClr val="13274B"/>
                          </a:solidFill>
                        </a:rPr>
                        <a:t>EVIDENCE</a:t>
                      </a:r>
                    </a:p>
                  </a:txBody>
                  <a:tcPr marL="144000" marR="72000" marT="72000" marB="72000">
                    <a:lnL w="12700" cmpd="sng">
                      <a:noFill/>
                    </a:lnL>
                    <a:lnR w="12700" cmpd="sng">
                      <a:solidFill>
                        <a:schemeClr val="tx1"/>
                      </a:solidFill>
                      <a:prstDash val="solid"/>
                    </a:lnR>
                    <a:lnT w="12700" cmpd="sng">
                      <a:noFill/>
                    </a:lnT>
                    <a:lnB w="12700" cmpd="sng">
                      <a:solidFill>
                        <a:schemeClr val="bg1"/>
                      </a:solidFill>
                      <a:prstDash val="solid"/>
                    </a:lnB>
                    <a:lnTlToBr w="12700" cmpd="sng">
                      <a:noFill/>
                      <a:prstDash val="solid"/>
                    </a:lnTlToBr>
                    <a:lnBlToTr w="12700" cmpd="sng">
                      <a:noFill/>
                      <a:prstDash val="solid"/>
                    </a:lnBlToTr>
                    <a:noFill/>
                  </a:tcPr>
                </a:tc>
                <a:tc>
                  <a:txBody>
                    <a:bodyPr/>
                    <a:lstStyle/>
                    <a:p>
                      <a:pPr algn="l">
                        <a:buNone/>
                      </a:pPr>
                      <a:r>
                        <a:rPr sz="1100" spc="300">
                          <a:solidFill>
                            <a:srgbClr val="13274B"/>
                          </a:solidFill>
                        </a:rPr>
                        <a:t>UNIT TESTS</a:t>
                      </a:r>
                    </a:p>
                  </a:txBody>
                  <a:tcPr marL="144000" marR="72000" marT="72000" marB="72000">
                    <a:lnL w="12700" cmpd="sng">
                      <a:solidFill>
                        <a:schemeClr val="tx1"/>
                      </a:solidFill>
                      <a:prstDash val="solid"/>
                    </a:lnL>
                    <a:lnR w="12700" cmpd="sng">
                      <a:solidFill>
                        <a:schemeClr val="tx1"/>
                      </a:solidFill>
                      <a:prstDash val="solid"/>
                    </a:lnR>
                    <a:lnT w="12700" cmpd="sng">
                      <a:noFill/>
                    </a:lnT>
                    <a:lnB w="12700" cmpd="sng">
                      <a:solidFill>
                        <a:schemeClr val="bg1"/>
                      </a:solidFill>
                      <a:prstDash val="solid"/>
                    </a:lnB>
                    <a:lnTlToBr w="12700" cmpd="sng">
                      <a:noFill/>
                      <a:prstDash val="solid"/>
                    </a:lnTlToBr>
                    <a:lnBlToTr w="12700" cmpd="sng">
                      <a:noFill/>
                      <a:prstDash val="solid"/>
                    </a:lnBlToTr>
                    <a:noFill/>
                  </a:tcPr>
                </a:tc>
                <a:tc>
                  <a:txBody>
                    <a:bodyPr/>
                    <a:lstStyle/>
                    <a:p>
                      <a:pPr algn="l">
                        <a:buNone/>
                      </a:pPr>
                      <a:r>
                        <a:rPr sz="1100" spc="300">
                          <a:solidFill>
                            <a:srgbClr val="13274B"/>
                          </a:solidFill>
                        </a:rPr>
                        <a:t>EVALUATIONS / EVALS</a:t>
                      </a:r>
                    </a:p>
                  </a:txBody>
                  <a:tcPr marL="144000" marR="72000" marT="72000" marB="72000">
                    <a:lnL w="12700" cmpd="sng">
                      <a:solidFill>
                        <a:schemeClr val="tx1"/>
                      </a:solidFill>
                      <a:prstDash val="solid"/>
                    </a:lnL>
                    <a:lnR w="12700" cmpd="sng">
                      <a:noFill/>
                    </a:lnR>
                    <a:lnT w="12700" cmpd="sng">
                      <a:noFill/>
                    </a:lnT>
                    <a:lnB w="12700" cmpd="sng">
                      <a:solidFill>
                        <a:schemeClr val="bg1"/>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88">
                <a:tc rowSpan="2">
                  <a:txBody>
                    <a:bodyPr/>
                    <a:lstStyle/>
                    <a:p>
                      <a:pPr algn="ctr">
                        <a:buNone/>
                      </a:pPr>
                      <a:r>
                        <a:t>Question</a:t>
                      </a:r>
                      <a:endParaRPr sz="1000" b="0" i="0">
                        <a:solidFill>
                          <a:srgbClr val="13274B"/>
                        </a:solidFill>
                        <a:latin typeface="+mn-lt"/>
                        <a:ea typeface="+mn-lt"/>
                        <a:cs typeface="+mn-lt"/>
                      </a:endParaRPr>
                    </a:p>
                  </a:txBody>
                  <a:tcPr marL="144000" marR="72000" marT="43200" marB="43200" anchor="ctr">
                    <a:lnL w="12700" cmpd="sng">
                      <a:noFill/>
                    </a:lnL>
                    <a:lnR w="12700" cmpd="sng">
                      <a:solidFill>
                        <a:schemeClr val="tx1"/>
                      </a:solidFill>
                      <a:prstDash val="solid"/>
                    </a:lnR>
                    <a:lnT w="12700" cmpd="sng">
                      <a:solidFill>
                        <a:schemeClr val="bg1"/>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rowSpan="2">
                  <a:txBody>
                    <a:bodyPr/>
                    <a:lstStyle/>
                    <a:p>
                      <a:pPr algn="l">
                        <a:buNone/>
                      </a:pPr>
                      <a:r>
                        <a:t>Does controlled logic behave exactly as specified?</a:t>
                      </a:r>
                      <a:endParaRPr sz="1000" b="0" i="0" u="none">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solidFill>
                        <a:schemeClr val="tx1"/>
                      </a:solidFill>
                      <a:prstDash val="solid"/>
                    </a:lnR>
                    <a:lnT w="12700" cmpd="sng">
                      <a:solidFill>
                        <a:schemeClr val="bg1"/>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rowSpan="2">
                  <a:txBody>
                    <a:bodyPr/>
                    <a:lstStyle/>
                    <a:p>
                      <a:pPr marL="0" indent="0" algn="ctr">
                        <a:buFont typeface="Arial"/>
                        <a:buNone/>
                      </a:pPr>
                      <a:r>
                        <a:t>How reliably does variable AI behaviour meet the required quality?</a:t>
                      </a:r>
                      <a:endParaRPr sz="1000" b="0">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noFill/>
                    </a:lnR>
                    <a:lnT w="12700" cmpd="sng">
                      <a:solidFill>
                        <a:schemeClr val="bg1"/>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1"/>
                  </a:ext>
                </a:extLst>
              </a:tr>
              <a:tr h="370888">
                <a:tc vMerge="1">
                  <a:txBody>
                    <a:bodyPr/>
                    <a:lstStyle/>
                    <a:p>
                      <a:pPr algn="ctr">
                        <a:buNone/>
                      </a:pPr>
                      <a:endParaRPr sz="1000" b="0" i="0">
                        <a:solidFill>
                          <a:srgbClr val="13274B"/>
                        </a:solidFill>
                        <a:latin typeface="+mn-lt"/>
                        <a:ea typeface="+mn-lt"/>
                        <a:cs typeface="+mn-lt"/>
                      </a:endParaRPr>
                    </a:p>
                  </a:txBody>
                  <a:tcPr marL="144000" marR="72000" marT="43200" marB="43200" anchor="ctr">
                    <a:lnL w="12700" cmpd="sng">
                      <a:noFill/>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vMerge="1">
                  <a:txBody>
                    <a:bodyPr/>
                    <a:lstStyle/>
                    <a:p>
                      <a:pPr algn="l">
                        <a:buNone/>
                      </a:pPr>
                      <a:endParaRPr sz="1000" b="0" i="0" u="none">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vMerge="1">
                  <a:txBody>
                    <a:bodyPr/>
                    <a:lstStyle/>
                    <a:p>
                      <a:pPr marL="0" indent="0" algn="ctr">
                        <a:buFont typeface="Arial"/>
                        <a:buNone/>
                      </a:pPr>
                      <a:endParaRPr sz="1000" b="0">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noFill/>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370888">
                <a:tc rowSpan="2">
                  <a:txBody>
                    <a:bodyPr/>
                    <a:lstStyle/>
                    <a:p>
                      <a:pPr algn="ctr">
                        <a:buNone/>
                      </a:pPr>
                      <a:r>
                        <a:t>Example</a:t>
                      </a:r>
                      <a:endParaRPr sz="1000" b="0" i="0">
                        <a:solidFill>
                          <a:srgbClr val="13274B"/>
                        </a:solidFill>
                        <a:latin typeface="+mn-lt"/>
                        <a:ea typeface="+mn-lt"/>
                        <a:cs typeface="+mn-lt"/>
                      </a:endParaRPr>
                    </a:p>
                  </a:txBody>
                  <a:tcPr marL="144000" marR="72000" marT="43200" marB="43200" anchor="ctr">
                    <a:lnL w="12700" cmpd="sng">
                      <a:noFill/>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rowSpan="2">
                  <a:txBody>
                    <a:bodyPr/>
                    <a:lstStyle/>
                    <a:p>
                      <a:pPr marL="0" marR="0" lvl="0" indent="0" algn="l" defTabSz="914400">
                        <a:lnSpc>
                          <a:spcPct val="100000"/>
                        </a:lnSpc>
                        <a:spcBef>
                          <a:spcPts val="0"/>
                        </a:spcBef>
                        <a:spcAft>
                          <a:spcPts val="0"/>
                        </a:spcAft>
                        <a:buClrTx/>
                        <a:buSzTx/>
                        <a:buFont typeface="Arial"/>
                        <a:buNone/>
                      </a:pPr>
                      <a:r>
                        <a:t>Priority rule, validation, schema or calculation</a:t>
                      </a:r>
                      <a:endParaRPr sz="1000" b="0">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rowSpan="2">
                  <a:txBody>
                    <a:bodyPr/>
                    <a:lstStyle/>
                    <a:p>
                      <a:pPr marL="0" indent="0" algn="ctr">
                        <a:buFont typeface="Arial"/>
                        <a:buNone/>
                      </a:pPr>
                      <a:r>
                        <a:t>Grounded answer, correct tool use, escalation or task completion</a:t>
                      </a:r>
                      <a:endParaRPr sz="1000" b="0">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noFill/>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370888">
                <a:tc vMerge="1">
                  <a:txBody>
                    <a:bodyPr/>
                    <a:lstStyle/>
                    <a:p>
                      <a:pPr algn="ctr">
                        <a:buNone/>
                      </a:pPr>
                      <a:endParaRPr sz="1000" b="0" i="0">
                        <a:solidFill>
                          <a:srgbClr val="13274B"/>
                        </a:solidFill>
                        <a:latin typeface="+mn-lt"/>
                        <a:ea typeface="+mn-lt"/>
                        <a:cs typeface="+mn-lt"/>
                      </a:endParaRPr>
                    </a:p>
                  </a:txBody>
                  <a:tcPr marL="144000" marR="72000" marT="43200" marB="43200" anchor="ctr">
                    <a:lnL w="12700" cmpd="sng">
                      <a:noFill/>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vMerge="1">
                  <a:txBody>
                    <a:bodyPr/>
                    <a:lstStyle/>
                    <a:p>
                      <a:pPr algn="l">
                        <a:buNone/>
                      </a:pPr>
                      <a:endParaRPr sz="1000" b="0" i="0" u="none">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vMerge="1">
                  <a:txBody>
                    <a:bodyPr/>
                    <a:lstStyle/>
                    <a:p>
                      <a:pPr marL="0" indent="0" algn="ctr">
                        <a:buFont typeface="Arial"/>
                        <a:buNone/>
                      </a:pPr>
                      <a:endParaRPr sz="1000" b="0">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noFill/>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370888">
                <a:tc rowSpan="2">
                  <a:txBody>
                    <a:bodyPr/>
                    <a:lstStyle/>
                    <a:p>
                      <a:pPr algn="ctr">
                        <a:buNone/>
                      </a:pPr>
                      <a:r>
                        <a:t>Artefact</a:t>
                      </a:r>
                      <a:endParaRPr sz="1000" b="0" i="0">
                        <a:solidFill>
                          <a:srgbClr val="13274B"/>
                        </a:solidFill>
                        <a:latin typeface="+mn-lt"/>
                        <a:ea typeface="+mn-lt"/>
                        <a:cs typeface="+mn-lt"/>
                      </a:endParaRPr>
                    </a:p>
                  </a:txBody>
                  <a:tcPr marL="144000" marR="72000" marT="43200" marB="43200" anchor="ctr">
                    <a:lnL w="12700" cmpd="sng">
                      <a:noFill/>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rowSpan="2">
                  <a:txBody>
                    <a:bodyPr/>
                    <a:lstStyle/>
                    <a:p>
                      <a:pPr algn="l">
                        <a:buNone/>
                      </a:pPr>
                      <a:r>
                        <a:t>Executable test + fixed input + exact assertion</a:t>
                      </a:r>
                      <a:endParaRPr sz="1000" b="0" i="0" u="none">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rowSpan="2">
                  <a:txBody>
                    <a:bodyPr/>
                    <a:lstStyle/>
                    <a:p>
                      <a:pPr marL="0" indent="0" algn="ctr">
                        <a:buFont typeface="Arial"/>
                        <a:buNone/>
                      </a:pPr>
                      <a:r>
                        <a:t>Versioned dataset + rubric + graders + repeated runs</a:t>
                      </a:r>
                      <a:endParaRPr sz="1000" b="0">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noFill/>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5"/>
                  </a:ext>
                </a:extLst>
              </a:tr>
              <a:tr h="370888">
                <a:tc vMerge="1">
                  <a:txBody>
                    <a:bodyPr/>
                    <a:lstStyle/>
                    <a:p>
                      <a:pPr algn="ctr">
                        <a:buNone/>
                      </a:pPr>
                      <a:endParaRPr sz="1000" b="0" i="0">
                        <a:solidFill>
                          <a:srgbClr val="13274B"/>
                        </a:solidFill>
                        <a:latin typeface="+mn-lt"/>
                        <a:ea typeface="+mn-lt"/>
                        <a:cs typeface="+mn-lt"/>
                      </a:endParaRPr>
                    </a:p>
                  </a:txBody>
                  <a:tcPr marL="144000" marR="72000" marT="43200" marB="43200" anchor="ctr">
                    <a:lnL w="12700" cmpd="sng">
                      <a:noFill/>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vMerge="1">
                  <a:txBody>
                    <a:bodyPr/>
                    <a:lstStyle/>
                    <a:p>
                      <a:pPr algn="l">
                        <a:buNone/>
                      </a:pPr>
                      <a:endParaRPr sz="1000" b="0" i="0" u="none">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vMerge="1">
                  <a:txBody>
                    <a:bodyPr/>
                    <a:lstStyle/>
                    <a:p>
                      <a:pPr marL="0" indent="0" algn="ctr">
                        <a:buFont typeface="Arial"/>
                        <a:buNone/>
                      </a:pPr>
                      <a:endParaRPr sz="1000" b="0">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noFill/>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370888">
                <a:tc rowSpan="2">
                  <a:txBody>
                    <a:bodyPr/>
                    <a:lstStyle/>
                    <a:p>
                      <a:pPr algn="ctr">
                        <a:buNone/>
                      </a:pPr>
                      <a:r>
                        <a:t>Decision</a:t>
                      </a:r>
                      <a:endParaRPr sz="1000" b="0" i="0">
                        <a:solidFill>
                          <a:srgbClr val="13274B"/>
                        </a:solidFill>
                        <a:latin typeface="+mn-lt"/>
                        <a:ea typeface="+mn-lt"/>
                        <a:cs typeface="+mn-lt"/>
                      </a:endParaRPr>
                    </a:p>
                  </a:txBody>
                  <a:tcPr marL="144000" marR="72000" marT="43200" marB="43200" anchor="ctr">
                    <a:lnL w="12700" cmpd="sng">
                      <a:noFill/>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rowSpan="2">
                  <a:txBody>
                    <a:bodyPr/>
                    <a:lstStyle/>
                    <a:p>
                      <a:pPr algn="l">
                        <a:buNone/>
                      </a:pPr>
                      <a:r>
                        <a:t>Pass/fail on the tested inputs; investigate any failure</a:t>
                      </a:r>
                      <a:endParaRPr sz="1000" b="0" i="0" u="none">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rowSpan="2">
                  <a:txBody>
                    <a:bodyPr/>
                    <a:lstStyle/>
                    <a:p>
                      <a:pPr marL="0" indent="0" algn="ctr">
                        <a:buFont typeface="Arial"/>
                        <a:buNone/>
                      </a:pPr>
                      <a:r>
                        <a:t>Thresholds + sample count + variability + critical-case review</a:t>
                      </a:r>
                      <a:endParaRPr sz="1000" b="0">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noFill/>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370888">
                <a:tc vMerge="1">
                  <a:txBody>
                    <a:bodyPr/>
                    <a:lstStyle/>
                    <a:p>
                      <a:pPr algn="ctr">
                        <a:buNone/>
                      </a:pPr>
                      <a:endParaRPr sz="1000" b="0" i="0">
                        <a:solidFill>
                          <a:srgbClr val="13274B"/>
                        </a:solidFill>
                        <a:latin typeface="+mn-lt"/>
                        <a:ea typeface="+mn-lt"/>
                        <a:cs typeface="+mn-lt"/>
                      </a:endParaRPr>
                    </a:p>
                  </a:txBody>
                  <a:tcPr marL="144000" marR="72000" marT="43200" marB="43200" anchor="ctr">
                    <a:lnL w="12700" cmpd="sng">
                      <a:noFill/>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vMerge="1">
                  <a:txBody>
                    <a:bodyPr/>
                    <a:lstStyle/>
                    <a:p>
                      <a:pPr algn="l">
                        <a:buNone/>
                      </a:pPr>
                      <a:endParaRPr sz="1000" b="0" i="0" u="none">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vMerge="1">
                  <a:txBody>
                    <a:bodyPr/>
                    <a:lstStyle/>
                    <a:p>
                      <a:pPr marL="0" indent="0" algn="ctr">
                        <a:buFont typeface="Arial"/>
                        <a:buNone/>
                      </a:pPr>
                      <a:endParaRPr sz="1000" b="0">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noFill/>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8"/>
                  </a:ext>
                </a:extLst>
              </a:tr>
              <a:tr h="370888">
                <a:tc rowSpan="2">
                  <a:txBody>
                    <a:bodyPr/>
                    <a:lstStyle/>
                    <a:p>
                      <a:pPr algn="ctr">
                        <a:buNone/>
                      </a:pPr>
                      <a:r>
                        <a:t>Workbook</a:t>
                      </a:r>
                      <a:endParaRPr sz="1000" b="0" i="0">
                        <a:solidFill>
                          <a:srgbClr val="13274B"/>
                        </a:solidFill>
                        <a:latin typeface="+mn-lt"/>
                        <a:ea typeface="+mn-lt"/>
                        <a:cs typeface="+mn-lt"/>
                      </a:endParaRPr>
                    </a:p>
                  </a:txBody>
                  <a:tcPr marL="144000" marR="72000" marT="43200" marB="43200" anchor="ctr">
                    <a:lnL w="12700" cmpd="sng">
                      <a:noFill/>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rowSpan="2">
                  <a:txBody>
                    <a:bodyPr/>
                    <a:lstStyle/>
                    <a:p>
                      <a:pPr marL="0" marR="0" lvl="0" indent="0" algn="l" defTabSz="914400">
                        <a:lnSpc>
                          <a:spcPct val="100000"/>
                        </a:lnSpc>
                        <a:spcBef>
                          <a:spcPts val="0"/>
                        </a:spcBef>
                        <a:spcAft>
                          <a:spcPts val="0"/>
                        </a:spcAft>
                        <a:buClrTx/>
                        <a:buSzTx/>
                        <a:buFontTx/>
                        <a:buNone/>
                      </a:pPr>
                      <a:r>
                        <a:t>Case ID, build, result, evidence and linked defect</a:t>
                      </a:r>
                      <a:endParaRPr sz="1000" b="0" i="0" u="none">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rowSpan="2">
                  <a:txBody>
                    <a:bodyPr/>
                    <a:lstStyle/>
                    <a:p>
                      <a:pPr marL="0" indent="0" algn="ctr">
                        <a:buFont typeface="Arial"/>
                        <a:buNone/>
                      </a:pPr>
                      <a:r>
                        <a:t>Same traceability + dataset/config version, scores and reviewer</a:t>
                      </a:r>
                      <a:endParaRPr sz="1000" b="0">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noFill/>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r h="370888">
                <a:tc vMerge="1">
                  <a:txBody>
                    <a:bodyPr/>
                    <a:lstStyle/>
                    <a:p>
                      <a:pPr algn="ctr">
                        <a:buNone/>
                      </a:pPr>
                      <a:endParaRPr sz="1000" b="0" i="0">
                        <a:solidFill>
                          <a:srgbClr val="13274B"/>
                        </a:solidFill>
                        <a:latin typeface="+mn-lt"/>
                        <a:ea typeface="+mn-lt"/>
                        <a:cs typeface="+mn-lt"/>
                      </a:endParaRPr>
                    </a:p>
                  </a:txBody>
                  <a:tcPr marL="144000" marR="72000" marT="43200" marB="43200" anchor="ctr">
                    <a:lnL w="12700" cmpd="sng">
                      <a:noFill/>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vMerge="1">
                  <a:txBody>
                    <a:bodyPr/>
                    <a:lstStyle/>
                    <a:p>
                      <a:pPr marL="0" marR="0" lvl="0" indent="0" algn="l" defTabSz="914400">
                        <a:lnSpc>
                          <a:spcPct val="100000"/>
                        </a:lnSpc>
                        <a:spcBef>
                          <a:spcPts val="0"/>
                        </a:spcBef>
                        <a:spcAft>
                          <a:spcPts val="0"/>
                        </a:spcAft>
                        <a:buClrTx/>
                        <a:buSzTx/>
                        <a:buFontTx/>
                        <a:buNone/>
                      </a:pPr>
                      <a:endParaRPr sz="1000" b="0" i="0" u="none">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solidFill>
                        <a:schemeClr val="tx1"/>
                      </a:solidFill>
                      <a:prstDash val="solid"/>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tc vMerge="1">
                  <a:txBody>
                    <a:bodyPr/>
                    <a:lstStyle/>
                    <a:p>
                      <a:pPr marL="0" indent="0" algn="ctr">
                        <a:buFont typeface="Arial"/>
                        <a:buNone/>
                      </a:pPr>
                      <a:endParaRPr sz="1000" b="0">
                        <a:solidFill>
                          <a:srgbClr val="13274B"/>
                        </a:solidFill>
                        <a:latin typeface="+mn-lt"/>
                        <a:ea typeface="+mn-lt"/>
                        <a:cs typeface="+mn-lt"/>
                      </a:endParaRPr>
                    </a:p>
                  </a:txBody>
                  <a:tcPr marL="144000" marR="72000" marT="43200" marB="43200" anchor="ctr">
                    <a:lnL w="12700" cmpd="sng">
                      <a:solidFill>
                        <a:schemeClr val="tx1"/>
                      </a:solidFill>
                      <a:prstDash val="solid"/>
                    </a:lnL>
                    <a:lnR w="12700" cmpd="sng">
                      <a:noFill/>
                    </a:lnR>
                    <a:lnT w="12700" cmpd="sng">
                      <a:solidFill>
                        <a:schemeClr val="tx2"/>
                      </a:solidFill>
                      <a:prstDash val="solid"/>
                    </a:lnT>
                    <a:lnB w="12700" cmpd="sng">
                      <a:solidFill>
                        <a:schemeClr val="tx2"/>
                      </a:solid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54038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0BAAAD5-C780-814F-B467-E6A98D2BE81E}"/>
              </a:ext>
            </a:extLst>
          </p:cNvPr>
          <p:cNvSpPr>
            <a:spLocks noGrp="1"/>
          </p:cNvSpPr>
          <p:nvPr/>
        </p:nvSpPr>
        <p:spPr>
          <a:xfrm>
            <a:off x="2685490" y="1491119"/>
            <a:ext cx="9506507" cy="832308"/>
          </a:xfrm>
          <a:prstGeom prst="rect">
            <a:avLst/>
          </a:prstGeom>
          <a:solidFill>
            <a:srgbClr val="FFECF1">
              <a:alpha val="50000"/>
            </a:srgbClr>
          </a:solidFill>
        </p:spPr>
        <p:txBody>
          <a:bodyPr wrap="square" lIns="936000" tIns="144000" rIns="720000" bIns="144000" anchor="ctr">
            <a:noAutofit/>
          </a:bodyPr>
          <a:lstStyle/>
          <a:p>
            <a:pPr>
              <a:spcAft>
                <a:spcPts val="700"/>
              </a:spcAft>
              <a:buNone/>
            </a:pPr>
            <a:r>
              <a:rPr sz="1200" b="1" spc="300">
                <a:solidFill>
                  <a:schemeClr val="accent1"/>
                </a:solidFill>
              </a:rPr>
              <a:t>ONE REGISTER, LINKED RECORDS</a:t>
            </a:r>
          </a:p>
          <a:p>
            <a:pPr>
              <a:spcAft>
                <a:spcPts val="700"/>
              </a:spcAft>
              <a:buNone/>
            </a:pPr>
            <a:r>
              <a:rPr sz="1200"/>
              <a:t>Cases · Deterministic Runs · Eval Runs · Defects · Sign-off; stable IDs join the workbook to Git.</a:t>
            </a:r>
          </a:p>
        </p:txBody>
      </p:sp>
      <p:pic>
        <p:nvPicPr>
          <p:cNvPr id="19" name="Graphic 26"/>
          <p:cNvPicPr>
            <a:picLocks noChangeAspect="1"/>
          </p:cNvPicPr>
          <p:nvPr/>
        </p:nvPicPr>
        <p:blipFill>
          <a:blip>
            <a:extLst>
              <a:ext uri="{96DAC541-7B7A-43D3-8B79-37D633B846F1}">
                <asvg:svgBlip xmlns:asvg="http://schemas.microsoft.com/office/drawing/2016/SVG/main" r:embed="rId3"/>
              </a:ext>
            </a:extLst>
          </a:blip>
          <a:srcRect/>
          <a:stretch/>
        </p:blipFill>
        <p:spPr>
          <a:xfrm>
            <a:off x="2954695" y="1727273"/>
            <a:ext cx="360000" cy="360000"/>
          </a:xfrm>
          <a:prstGeom prst="rect">
            <a:avLst/>
          </a:prstGeom>
        </p:spPr>
      </p:pic>
      <p:sp>
        <p:nvSpPr>
          <p:cNvPr id="7" name="TextBox 6">
            <a:extLst>
              <a:ext uri="{FF2B5EF4-FFF2-40B4-BE49-F238E27FC236}">
                <a16:creationId xmlns:a16="http://schemas.microsoft.com/office/drawing/2014/main" id="{28F80D2F-A2B5-24A4-ECAE-BFA78B5C9166}"/>
              </a:ext>
            </a:extLst>
          </p:cNvPr>
          <p:cNvSpPr>
            <a:spLocks noGrp="1"/>
          </p:cNvSpPr>
          <p:nvPr/>
        </p:nvSpPr>
        <p:spPr>
          <a:xfrm>
            <a:off x="2685490" y="2444638"/>
            <a:ext cx="9506507" cy="832308"/>
          </a:xfrm>
          <a:prstGeom prst="rect">
            <a:avLst/>
          </a:prstGeom>
          <a:solidFill>
            <a:srgbClr val="FFECF1">
              <a:alpha val="50000"/>
            </a:srgbClr>
          </a:solidFill>
        </p:spPr>
        <p:txBody>
          <a:bodyPr wrap="square" lIns="936000" tIns="144000" rIns="720000" bIns="144000" anchor="ctr">
            <a:noAutofit/>
          </a:bodyPr>
          <a:lstStyle/>
          <a:p>
            <a:pPr>
              <a:spcAft>
                <a:spcPts val="700"/>
              </a:spcAft>
              <a:buNone/>
            </a:pPr>
            <a:r>
              <a:rPr sz="1200" b="1" spc="300">
                <a:solidFill>
                  <a:schemeClr val="accent1"/>
                </a:solidFill>
              </a:rPr>
              <a:t>AUTOMATE THE RESULT INTAKE</a:t>
            </a:r>
          </a:p>
          <a:p>
            <a:pPr>
              <a:spcAft>
                <a:spcPts val="700"/>
              </a:spcAft>
              <a:buNone/>
            </a:pPr>
            <a:r>
              <a:rPr sz="1200"/>
              <a:t>A scheduled flow imports run exports through a single writer; record the last successful refresh.</a:t>
            </a:r>
          </a:p>
        </p:txBody>
      </p:sp>
      <p:pic>
        <p:nvPicPr>
          <p:cNvPr id="21" name="Graphic 27"/>
          <p:cNvPicPr>
            <a:picLocks noChangeAspect="1"/>
          </p:cNvPicPr>
          <p:nvPr/>
        </p:nvPicPr>
        <p:blipFill>
          <a:blip>
            <a:extLst>
              <a:ext uri="{96DAC541-7B7A-43D3-8B79-37D633B846F1}">
                <asvg:svgBlip xmlns:asvg="http://schemas.microsoft.com/office/drawing/2016/SVG/main" r:embed="rId3"/>
              </a:ext>
            </a:extLst>
          </a:blip>
          <a:srcRect/>
          <a:stretch/>
        </p:blipFill>
        <p:spPr>
          <a:xfrm>
            <a:off x="2954695" y="2680792"/>
            <a:ext cx="360000" cy="360000"/>
          </a:xfrm>
          <a:prstGeom prst="rect">
            <a:avLst/>
          </a:prstGeom>
        </p:spPr>
      </p:pic>
      <p:sp>
        <p:nvSpPr>
          <p:cNvPr id="8" name="TextBox 7">
            <a:extLst>
              <a:ext uri="{FF2B5EF4-FFF2-40B4-BE49-F238E27FC236}">
                <a16:creationId xmlns:a16="http://schemas.microsoft.com/office/drawing/2014/main" id="{2B3951B9-56BC-F841-21F4-AEDF797B5A59}"/>
              </a:ext>
            </a:extLst>
          </p:cNvPr>
          <p:cNvSpPr>
            <a:spLocks noGrp="1"/>
          </p:cNvSpPr>
          <p:nvPr/>
        </p:nvSpPr>
        <p:spPr>
          <a:xfrm>
            <a:off x="2685490" y="3398157"/>
            <a:ext cx="9506507" cy="832308"/>
          </a:xfrm>
          <a:prstGeom prst="rect">
            <a:avLst/>
          </a:prstGeom>
          <a:solidFill>
            <a:srgbClr val="FFECF1">
              <a:alpha val="50000"/>
            </a:srgbClr>
          </a:solidFill>
        </p:spPr>
        <p:txBody>
          <a:bodyPr wrap="square" lIns="936000" tIns="144000" rIns="720000" bIns="144000" anchor="ctr">
            <a:noAutofit/>
          </a:bodyPr>
          <a:lstStyle/>
          <a:p>
            <a:pPr>
              <a:spcAft>
                <a:spcPts val="700"/>
              </a:spcAft>
              <a:buNone/>
            </a:pPr>
            <a:r>
              <a:rPr sz="1200" b="1" spc="300">
                <a:solidFill>
                  <a:schemeClr val="accent1"/>
                </a:solidFill>
              </a:rPr>
              <a:t>MONITOR EXCEPTIONS</a:t>
            </a:r>
          </a:p>
          <a:p>
            <a:pPr>
              <a:spcAft>
                <a:spcPts val="700"/>
              </a:spcAft>
              <a:buNone/>
            </a:pPr>
            <a:r>
              <a:rPr sz="1200"/>
              <a:t>QA owns failed cases, regressions, missing evidence, stale runs and overdue defect actions.</a:t>
            </a:r>
          </a:p>
        </p:txBody>
      </p:sp>
      <p:pic>
        <p:nvPicPr>
          <p:cNvPr id="23" name="Graphic 28"/>
          <p:cNvPicPr>
            <a:picLocks noChangeAspect="1"/>
          </p:cNvPicPr>
          <p:nvPr/>
        </p:nvPicPr>
        <p:blipFill>
          <a:blip>
            <a:extLst>
              <a:ext uri="{96DAC541-7B7A-43D3-8B79-37D633B846F1}">
                <asvg:svgBlip xmlns:asvg="http://schemas.microsoft.com/office/drawing/2016/SVG/main" r:embed="rId3"/>
              </a:ext>
            </a:extLst>
          </a:blip>
          <a:srcRect/>
          <a:stretch/>
        </p:blipFill>
        <p:spPr>
          <a:xfrm>
            <a:off x="2954695" y="3634311"/>
            <a:ext cx="360000" cy="360000"/>
          </a:xfrm>
          <a:prstGeom prst="rect">
            <a:avLst/>
          </a:prstGeom>
        </p:spPr>
      </p:pic>
      <p:sp>
        <p:nvSpPr>
          <p:cNvPr id="9" name="TextBox 8">
            <a:extLst>
              <a:ext uri="{FF2B5EF4-FFF2-40B4-BE49-F238E27FC236}">
                <a16:creationId xmlns:a16="http://schemas.microsoft.com/office/drawing/2014/main" id="{93A11605-4B9F-AAE0-9E54-4ECDE6B1650F}"/>
              </a:ext>
            </a:extLst>
          </p:cNvPr>
          <p:cNvSpPr>
            <a:spLocks noGrp="1"/>
          </p:cNvSpPr>
          <p:nvPr/>
        </p:nvSpPr>
        <p:spPr>
          <a:xfrm>
            <a:off x="2685490" y="4351676"/>
            <a:ext cx="9506507" cy="832308"/>
          </a:xfrm>
          <a:prstGeom prst="rect">
            <a:avLst/>
          </a:prstGeom>
          <a:solidFill>
            <a:srgbClr val="FFECF1">
              <a:alpha val="50000"/>
            </a:srgbClr>
          </a:solidFill>
        </p:spPr>
        <p:txBody>
          <a:bodyPr wrap="square" lIns="936000" tIns="144000" rIns="720000" bIns="144000" anchor="ctr">
            <a:noAutofit/>
          </a:bodyPr>
          <a:lstStyle/>
          <a:p>
            <a:pPr>
              <a:spcAft>
                <a:spcPts val="700"/>
              </a:spcAft>
              <a:buNone/>
            </a:pPr>
            <a:r>
              <a:rPr sz="1200" b="1" spc="300">
                <a:solidFill>
                  <a:schemeClr val="accent1"/>
                </a:solidFill>
              </a:rPr>
              <a:t>KEEP TESTING REPRODUCIBLE</a:t>
            </a:r>
          </a:p>
          <a:p>
            <a:pPr>
              <a:spcAft>
                <a:spcPts val="700"/>
              </a:spcAft>
              <a:buNone/>
            </a:pPr>
            <a:r>
              <a:rPr sz="1200"/>
              <a:t>Record release, environment, identity, dataset, rubric and configuration versions for every run.</a:t>
            </a:r>
          </a:p>
        </p:txBody>
      </p:sp>
      <p:pic>
        <p:nvPicPr>
          <p:cNvPr id="25" name="Graphic 29"/>
          <p:cNvPicPr>
            <a:picLocks noChangeAspect="1"/>
          </p:cNvPicPr>
          <p:nvPr/>
        </p:nvPicPr>
        <p:blipFill>
          <a:blip>
            <a:extLst>
              <a:ext uri="{96DAC541-7B7A-43D3-8B79-37D633B846F1}">
                <asvg:svgBlip xmlns:asvg="http://schemas.microsoft.com/office/drawing/2016/SVG/main" r:embed="rId3"/>
              </a:ext>
            </a:extLst>
          </a:blip>
          <a:srcRect/>
          <a:stretch/>
        </p:blipFill>
        <p:spPr>
          <a:xfrm>
            <a:off x="2954695" y="4587830"/>
            <a:ext cx="360000" cy="360000"/>
          </a:xfrm>
          <a:prstGeom prst="rect">
            <a:avLst/>
          </a:prstGeom>
        </p:spPr>
      </p:pic>
      <p:sp>
        <p:nvSpPr>
          <p:cNvPr id="10" name="TextBox 9">
            <a:extLst>
              <a:ext uri="{FF2B5EF4-FFF2-40B4-BE49-F238E27FC236}">
                <a16:creationId xmlns:a16="http://schemas.microsoft.com/office/drawing/2014/main" id="{DF569A12-AD7F-030B-77B3-0E42A189E2D8}"/>
              </a:ext>
            </a:extLst>
          </p:cNvPr>
          <p:cNvSpPr>
            <a:spLocks noGrp="1"/>
          </p:cNvSpPr>
          <p:nvPr/>
        </p:nvSpPr>
        <p:spPr>
          <a:xfrm>
            <a:off x="2685493" y="5305195"/>
            <a:ext cx="9506507" cy="832308"/>
          </a:xfrm>
          <a:prstGeom prst="rect">
            <a:avLst/>
          </a:prstGeom>
          <a:solidFill>
            <a:srgbClr val="FFECF1">
              <a:alpha val="50000"/>
            </a:srgbClr>
          </a:solidFill>
        </p:spPr>
        <p:txBody>
          <a:bodyPr wrap="square" lIns="936000" tIns="144000" rIns="720000" bIns="144000" anchor="ctr">
            <a:noAutofit/>
          </a:bodyPr>
          <a:lstStyle/>
          <a:p>
            <a:pPr>
              <a:spcAft>
                <a:spcPts val="700"/>
              </a:spcAft>
              <a:buNone/>
            </a:pPr>
            <a:r>
              <a:rPr sz="1200" b="1" spc="300">
                <a:solidFill>
                  <a:schemeClr val="accent1"/>
                </a:solidFill>
              </a:rPr>
              <a:t>MAKE ACCEPTANCE EXPLICIT</a:t>
            </a:r>
          </a:p>
          <a:p>
            <a:pPr>
              <a:spcAft>
                <a:spcPts val="700"/>
              </a:spcAft>
              <a:buNone/>
            </a:pPr>
            <a:r>
              <a:rPr sz="1200"/>
              <a:t>Engineering recommends readiness; named business owners accept the candidate and record exceptions.</a:t>
            </a:r>
          </a:p>
        </p:txBody>
      </p:sp>
      <p:pic>
        <p:nvPicPr>
          <p:cNvPr id="27" name="Graphic 30"/>
          <p:cNvPicPr>
            <a:picLocks noChangeAspect="1"/>
          </p:cNvPicPr>
          <p:nvPr/>
        </p:nvPicPr>
        <p:blipFill>
          <a:blip>
            <a:extLst>
              <a:ext uri="{96DAC541-7B7A-43D3-8B79-37D633B846F1}">
                <asvg:svgBlip xmlns:asvg="http://schemas.microsoft.com/office/drawing/2016/SVG/main" r:embed="rId3"/>
              </a:ext>
            </a:extLst>
          </a:blip>
          <a:srcRect/>
          <a:stretch/>
        </p:blipFill>
        <p:spPr>
          <a:xfrm>
            <a:off x="2954698" y="5541349"/>
            <a:ext cx="360000" cy="360000"/>
          </a:xfrm>
          <a:prstGeom prst="rect">
            <a:avLst/>
          </a:prstGeom>
        </p:spPr>
      </p:pic>
      <p:sp>
        <p:nvSpPr>
          <p:cNvPr id="2" name="Title 1">
            <a:extLst>
              <a:ext uri="{FF2B5EF4-FFF2-40B4-BE49-F238E27FC236}">
                <a16:creationId xmlns:a16="http://schemas.microsoft.com/office/drawing/2014/main" id="{A7617B78-673F-C742-F3A5-878AB82547F3}"/>
              </a:ext>
            </a:extLst>
          </p:cNvPr>
          <p:cNvSpPr>
            <a:spLocks noGrp="1"/>
          </p:cNvSpPr>
          <p:nvPr>
            <p:ph type="title"/>
          </p:nvPr>
        </p:nvSpPr>
        <p:spPr>
          <a:xfrm>
            <a:off x="2954695" y="742161"/>
            <a:ext cx="8549893" cy="468000"/>
          </a:xfrm>
        </p:spPr>
        <p:txBody>
          <a:bodyPr/>
          <a:lstStyle/>
          <a:p>
            <a:r>
              <a:t>UAT EVIDENCE: PROPOSED STANDARD</a:t>
            </a:r>
          </a:p>
        </p:txBody>
      </p:sp>
      <p:sp>
        <p:nvSpPr>
          <p:cNvPr id="11" name="Straight Connector 10">
            <a:extLst>
              <a:ext uri="{FF2B5EF4-FFF2-40B4-BE49-F238E27FC236}">
                <a16:creationId xmlns:a16="http://schemas.microsoft.com/office/drawing/2014/main" id="{2E5CA7B7-5E11-45BC-8564-5218AA0FE69C}"/>
              </a:ext>
            </a:extLst>
          </p:cNvPr>
          <p:cNvSpPr>
            <a:spLocks noGrp="1"/>
          </p:cNvSpPr>
          <p:nvPr/>
        </p:nvSpPr>
        <p:spPr>
          <a:xfrm>
            <a:off x="2685492" y="0"/>
            <a:ext cx="0" cy="6858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pic>
        <p:nvPicPr>
          <p:cNvPr id="30" name="Picture 29"/>
          <p:cNvPicPr>
            <a:picLocks noChangeAspect="1"/>
          </p:cNvPicPr>
          <p:nvPr/>
        </p:nvPicPr>
        <p:blipFill>
          <a:blip r:embed="rId4"/>
          <a:stretch/>
        </p:blipFill>
        <p:spPr>
          <a:xfrm>
            <a:off x="1" y="2086255"/>
            <a:ext cx="2685491" cy="2685491"/>
          </a:xfrm>
          <a:prstGeom prst="rect">
            <a:avLst/>
          </a:prstGeom>
        </p:spPr>
      </p:pic>
    </p:spTree>
    <p:extLst>
      <p:ext uri="{BB962C8B-B14F-4D97-AF65-F5344CB8AC3E}">
        <p14:creationId xmlns:p14="http://schemas.microsoft.com/office/powerpoint/2010/main" val="2560540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D68FBC7-53F4-883E-7253-CD052438CD71}"/>
              </a:ext>
            </a:extLst>
          </p:cNvPr>
          <p:cNvSpPr>
            <a:spLocks noGrp="1"/>
          </p:cNvSpPr>
          <p:nvPr>
            <p:ph type="body" idx="10"/>
          </p:nvPr>
        </p:nvSpPr>
        <p:spPr/>
        <p:txBody>
          <a:bodyPr/>
          <a:lstStyle/>
          <a:p>
            <a:r>
              <a:rPr>
                <a:solidFill>
                  <a:srgbClr val="FFFFFF"/>
                </a:solidFill>
              </a:rPr>
              <a:t>PROPOSED: SERVICES + MCP</a:t>
            </a:r>
          </a:p>
        </p:txBody>
      </p:sp>
      <p:sp>
        <p:nvSpPr>
          <p:cNvPr id="3" name="Title 2">
            <a:extLst>
              <a:ext uri="{FF2B5EF4-FFF2-40B4-BE49-F238E27FC236}">
                <a16:creationId xmlns:a16="http://schemas.microsoft.com/office/drawing/2014/main" id="{463C69DC-0E01-0AE1-3846-D5BA62746CD3}"/>
              </a:ext>
            </a:extLst>
          </p:cNvPr>
          <p:cNvSpPr>
            <a:spLocks noGrp="1"/>
          </p:cNvSpPr>
          <p:nvPr>
            <p:ph type="title"/>
          </p:nvPr>
        </p:nvSpPr>
        <p:spPr/>
        <p:txBody>
          <a:bodyPr/>
          <a:lstStyle/>
          <a:p>
            <a:r>
              <a:rPr>
                <a:solidFill>
                  <a:srgbClr val="FFFFFF"/>
                </a:solidFill>
              </a:rPr>
              <a:t>KEEP THE BUSINESS IN THE LOOP</a:t>
            </a:r>
          </a:p>
        </p:txBody>
      </p:sp>
      <p:sp>
        <p:nvSpPr>
          <p:cNvPr id="4" name="Content Placeholder 3">
            <a:extLst>
              <a:ext uri="{FF2B5EF4-FFF2-40B4-BE49-F238E27FC236}">
                <a16:creationId xmlns:a16="http://schemas.microsoft.com/office/drawing/2014/main" id="{345DEA4B-39F3-40AE-1FAD-10AC64539E30}"/>
              </a:ext>
            </a:extLst>
          </p:cNvPr>
          <p:cNvSpPr>
            <a:spLocks noGrp="1"/>
          </p:cNvSpPr>
          <p:nvPr>
            <p:ph idx="1"/>
          </p:nvPr>
        </p:nvSpPr>
        <p:spPr>
          <a:xfrm>
            <a:off x="694963" y="1807793"/>
            <a:ext cx="6417727" cy="4320000"/>
          </a:xfrm>
        </p:spPr>
        <p:txBody>
          <a:bodyPr anchor="b"/>
          <a:lstStyle/>
          <a:p>
            <a:r>
              <a:rPr sz="1400" b="1" spc="300">
                <a:solidFill>
                  <a:schemeClr val="tx2"/>
                </a:solidFill>
                <a:latin typeface="Montserrat"/>
                <a:ea typeface="Montserrat"/>
                <a:cs typeface="Montserrat"/>
              </a:rPr>
              <a:t>ENGINEERING RECORD IN GIT</a:t>
            </a:r>
            <a:endParaRPr sz="1400">
              <a:solidFill>
                <a:schemeClr val="tx2"/>
              </a:solidFill>
            </a:endParaRPr>
          </a:p>
          <a:p>
            <a:r>
              <a:rPr>
                <a:solidFill>
                  <a:srgbClr val="FFFFFF"/>
                </a:solidFill>
              </a:rPr>
              <a:t>Tickets hold implementation detail, progress, dependencies and validation evidence.</a:t>
            </a:r>
          </a:p>
          <a:p>
            <a:endParaRPr>
              <a:solidFill>
                <a:srgbClr val="FFFFFF"/>
              </a:solidFill>
            </a:endParaRPr>
          </a:p>
          <a:p>
            <a:r>
              <a:rPr sz="1400" b="1" spc="300">
                <a:solidFill>
                  <a:schemeClr val="tx2"/>
                </a:solidFill>
                <a:latin typeface="Montserrat"/>
                <a:ea typeface="Montserrat"/>
                <a:cs typeface="Montserrat"/>
              </a:rPr>
              <a:t>OUR MAPPING SKILL + AZURE DEVOPS MCP</a:t>
            </a:r>
            <a:endParaRPr sz="1400">
              <a:solidFill>
                <a:schemeClr val="tx2"/>
              </a:solidFill>
            </a:endParaRPr>
          </a:p>
          <a:p>
            <a:r>
              <a:rPr>
                <a:solidFill>
                  <a:srgbClr val="FFFFFF"/>
                </a:solidFill>
              </a:rPr>
              <a:t>Azure DevOps Services only. The agent distils tickets; MCP creates and updates Epic, Story, Bug and Task items.</a:t>
            </a:r>
          </a:p>
          <a:p>
            <a:endParaRPr>
              <a:solidFill>
                <a:srgbClr val="FFFFFF"/>
              </a:solidFill>
            </a:endParaRPr>
          </a:p>
          <a:p>
            <a:r>
              <a:rPr sz="1400" b="1" spc="300">
                <a:solidFill>
                  <a:schemeClr val="tx2"/>
                </a:solidFill>
                <a:latin typeface="Montserrat"/>
                <a:ea typeface="Montserrat"/>
                <a:cs typeface="Montserrat"/>
              </a:rPr>
              <a:t>KEEP OWNERSHIP EXPLICIT</a:t>
            </a:r>
          </a:p>
          <a:p>
            <a:r>
              <a:rPr>
                <a:solidFill>
                  <a:srgbClr val="FFFFFF"/>
                </a:solidFill>
              </a:rPr>
              <a:t>Use stable IDs and a sync record. Preserve PM priorities; reconcile changes back into the repo.</a:t>
            </a:r>
          </a:p>
        </p:txBody>
      </p:sp>
      <p:sp>
        <p:nvSpPr>
          <p:cNvPr id="5" name="Rectangle 4">
            <a:extLst>
              <a:ext uri="{FF2B5EF4-FFF2-40B4-BE49-F238E27FC236}">
                <a16:creationId xmlns:a16="http://schemas.microsoft.com/office/drawing/2014/main" id="{2D53E28E-4DE3-8C3A-E667-04E31BD3C8A7}"/>
              </a:ext>
            </a:extLst>
          </p:cNvPr>
          <p:cNvSpPr>
            <a:spLocks noGrp="1"/>
          </p:cNvSpPr>
          <p:nvPr/>
        </p:nvSpPr>
        <p:spPr>
          <a:xfrm>
            <a:off x="7896755" y="0"/>
            <a:ext cx="6210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1" name="Picture 10"/>
          <p:cNvPicPr>
            <a:picLocks noChangeAspect="1"/>
          </p:cNvPicPr>
          <p:nvPr/>
        </p:nvPicPr>
        <p:blipFill>
          <a:blip r:embed="rId3"/>
          <a:stretch/>
        </p:blipFill>
        <p:spPr>
          <a:xfrm>
            <a:off x="8263709" y="1617255"/>
            <a:ext cx="3623491" cy="3623491"/>
          </a:xfrm>
          <a:prstGeom prst="rect">
            <a:avLst/>
          </a:prstGeom>
        </p:spPr>
      </p:pic>
    </p:spTree>
    <p:extLst>
      <p:ext uri="{BB962C8B-B14F-4D97-AF65-F5344CB8AC3E}">
        <p14:creationId xmlns:p14="http://schemas.microsoft.com/office/powerpoint/2010/main" val="1600748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EA60BF-3037-342D-0F5C-D9E3D2E1FBA1}"/>
              </a:ext>
            </a:extLst>
          </p:cNvPr>
          <p:cNvSpPr>
            <a:spLocks noGrp="1"/>
          </p:cNvSpPr>
          <p:nvPr/>
        </p:nvSpPr>
        <p:spPr>
          <a:xfrm>
            <a:off x="0" y="0"/>
            <a:ext cx="12188825" cy="18642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EF24CD0-EA6C-7726-A329-5BB6BF1A5714}"/>
              </a:ext>
            </a:extLst>
          </p:cNvPr>
          <p:cNvSpPr>
            <a:spLocks noGrp="1"/>
          </p:cNvSpPr>
          <p:nvPr/>
        </p:nvSpPr>
        <p:spPr>
          <a:xfrm>
            <a:off x="757661" y="5326853"/>
            <a:ext cx="3320526" cy="792437"/>
          </a:xfrm>
          <a:prstGeom prst="rect">
            <a:avLst/>
          </a:prstGeom>
          <a:noFill/>
        </p:spPr>
        <p:txBody>
          <a:bodyPr wrap="square">
            <a:noAutofit/>
          </a:bodyPr>
          <a:lstStyle/>
          <a:p>
            <a:pPr algn="ctr">
              <a:lnSpc>
                <a:spcPct val="120000"/>
              </a:lnSpc>
              <a:buNone/>
            </a:pPr>
            <a:r>
              <a:rPr sz="1100">
                <a:solidFill>
                  <a:srgbClr val="333333"/>
                </a:solidFill>
                <a:latin typeface="Montserrat Light"/>
                <a:ea typeface="Montserrat Light"/>
                <a:cs typeface="Montserrat Light"/>
              </a:rPr>
              <a:t>Recommended: structured delivery hierarchy and Microsoft integration. Keep one PM-facing board.</a:t>
            </a:r>
          </a:p>
        </p:txBody>
      </p:sp>
      <p:sp>
        <p:nvSpPr>
          <p:cNvPr id="5" name="TextBox 4">
            <a:extLst>
              <a:ext uri="{FF2B5EF4-FFF2-40B4-BE49-F238E27FC236}">
                <a16:creationId xmlns:a16="http://schemas.microsoft.com/office/drawing/2014/main" id="{D5257682-AC05-08C4-76F5-5CBD1C0C7AA4}"/>
              </a:ext>
            </a:extLst>
          </p:cNvPr>
          <p:cNvSpPr>
            <a:spLocks noGrp="1"/>
          </p:cNvSpPr>
          <p:nvPr/>
        </p:nvSpPr>
        <p:spPr>
          <a:xfrm>
            <a:off x="757661" y="4795175"/>
            <a:ext cx="3320527" cy="338554"/>
          </a:xfrm>
          <a:prstGeom prst="rect">
            <a:avLst/>
          </a:prstGeom>
          <a:noFill/>
        </p:spPr>
        <p:txBody>
          <a:bodyPr wrap="square">
            <a:spAutoFit/>
          </a:bodyPr>
          <a:lstStyle/>
          <a:p>
            <a:pPr algn="ctr">
              <a:buNone/>
            </a:pPr>
            <a:r>
              <a:rPr sz="1600" spc="300">
                <a:solidFill>
                  <a:schemeClr val="bg1"/>
                </a:solidFill>
                <a:latin typeface="Montserrat"/>
                <a:ea typeface="Montserrat"/>
                <a:cs typeface="Montserrat"/>
              </a:rPr>
              <a:t>AZURE DEVOPS</a:t>
            </a:r>
          </a:p>
        </p:txBody>
      </p:sp>
      <p:sp>
        <p:nvSpPr>
          <p:cNvPr id="6" name="TextBox 5">
            <a:extLst>
              <a:ext uri="{FF2B5EF4-FFF2-40B4-BE49-F238E27FC236}">
                <a16:creationId xmlns:a16="http://schemas.microsoft.com/office/drawing/2014/main" id="{0B72D49C-84C4-C6F7-5259-08A2FE78177D}"/>
              </a:ext>
            </a:extLst>
          </p:cNvPr>
          <p:cNvSpPr>
            <a:spLocks noGrp="1"/>
          </p:cNvSpPr>
          <p:nvPr/>
        </p:nvSpPr>
        <p:spPr>
          <a:xfrm>
            <a:off x="4434148" y="5326853"/>
            <a:ext cx="3320526" cy="792437"/>
          </a:xfrm>
          <a:prstGeom prst="rect">
            <a:avLst/>
          </a:prstGeom>
          <a:noFill/>
        </p:spPr>
        <p:txBody>
          <a:bodyPr wrap="square">
            <a:noAutofit/>
          </a:bodyPr>
          <a:lstStyle/>
          <a:p>
            <a:pPr algn="ctr">
              <a:lnSpc>
                <a:spcPct val="120000"/>
              </a:lnSpc>
              <a:buNone/>
            </a:pPr>
            <a:r>
              <a:rPr sz="1100">
                <a:solidFill>
                  <a:srgbClr val="333333"/>
                </a:solidFill>
                <a:latin typeface="Montserrat Light"/>
                <a:ea typeface="Montserrat Light"/>
                <a:cs typeface="Montserrat Light"/>
              </a:rPr>
              <a:t>Strong where PMs already use Atlassian and need its workflows. Choose it when that context wins.</a:t>
            </a:r>
          </a:p>
        </p:txBody>
      </p:sp>
      <p:sp>
        <p:nvSpPr>
          <p:cNvPr id="7" name="TextBox 6">
            <a:extLst>
              <a:ext uri="{FF2B5EF4-FFF2-40B4-BE49-F238E27FC236}">
                <a16:creationId xmlns:a16="http://schemas.microsoft.com/office/drawing/2014/main" id="{95985D91-5E81-3F3B-F933-CD9FF5EC17D2}"/>
              </a:ext>
            </a:extLst>
          </p:cNvPr>
          <p:cNvSpPr>
            <a:spLocks noGrp="1"/>
          </p:cNvSpPr>
          <p:nvPr/>
        </p:nvSpPr>
        <p:spPr>
          <a:xfrm>
            <a:off x="4434148" y="4795175"/>
            <a:ext cx="3320527" cy="338554"/>
          </a:xfrm>
          <a:prstGeom prst="rect">
            <a:avLst/>
          </a:prstGeom>
          <a:noFill/>
        </p:spPr>
        <p:txBody>
          <a:bodyPr wrap="square">
            <a:spAutoFit/>
          </a:bodyPr>
          <a:lstStyle/>
          <a:p>
            <a:pPr algn="ctr">
              <a:buNone/>
            </a:pPr>
            <a:r>
              <a:rPr sz="1600" spc="300">
                <a:solidFill>
                  <a:schemeClr val="bg1"/>
                </a:solidFill>
                <a:latin typeface="Montserrat"/>
                <a:ea typeface="Montserrat"/>
                <a:cs typeface="Montserrat"/>
              </a:rPr>
              <a:t>JIRA</a:t>
            </a:r>
          </a:p>
        </p:txBody>
      </p:sp>
      <p:sp>
        <p:nvSpPr>
          <p:cNvPr id="8" name="TextBox 7">
            <a:extLst>
              <a:ext uri="{FF2B5EF4-FFF2-40B4-BE49-F238E27FC236}">
                <a16:creationId xmlns:a16="http://schemas.microsoft.com/office/drawing/2014/main" id="{1E85B610-3BCB-5C3A-0A9D-7280AE25729F}"/>
              </a:ext>
            </a:extLst>
          </p:cNvPr>
          <p:cNvSpPr>
            <a:spLocks noGrp="1"/>
          </p:cNvSpPr>
          <p:nvPr/>
        </p:nvSpPr>
        <p:spPr>
          <a:xfrm>
            <a:off x="8110636" y="5326853"/>
            <a:ext cx="3320526" cy="792437"/>
          </a:xfrm>
          <a:prstGeom prst="rect">
            <a:avLst/>
          </a:prstGeom>
          <a:noFill/>
        </p:spPr>
        <p:txBody>
          <a:bodyPr wrap="square">
            <a:noAutofit/>
          </a:bodyPr>
          <a:lstStyle/>
          <a:p>
            <a:pPr algn="ctr">
              <a:lnSpc>
                <a:spcPct val="120000"/>
              </a:lnSpc>
              <a:buNone/>
            </a:pPr>
            <a:r>
              <a:rPr sz="1100">
                <a:solidFill>
                  <a:srgbClr val="333333"/>
                </a:solidFill>
                <a:latin typeface="Montserrat Light"/>
                <a:ea typeface="Montserrat Light"/>
                <a:cs typeface="Montserrat Light"/>
              </a:rPr>
              <a:t>Projects suits developer-led delivery close to issues and PRs. Confirm it meets PM reporting needs.</a:t>
            </a:r>
          </a:p>
        </p:txBody>
      </p:sp>
      <p:sp>
        <p:nvSpPr>
          <p:cNvPr id="9" name="TextBox 8">
            <a:extLst>
              <a:ext uri="{FF2B5EF4-FFF2-40B4-BE49-F238E27FC236}">
                <a16:creationId xmlns:a16="http://schemas.microsoft.com/office/drawing/2014/main" id="{8C6133D9-C520-19BE-021D-B65508C8F072}"/>
              </a:ext>
            </a:extLst>
          </p:cNvPr>
          <p:cNvSpPr>
            <a:spLocks noGrp="1"/>
          </p:cNvSpPr>
          <p:nvPr/>
        </p:nvSpPr>
        <p:spPr>
          <a:xfrm>
            <a:off x="8110636" y="4795175"/>
            <a:ext cx="3320527" cy="338554"/>
          </a:xfrm>
          <a:prstGeom prst="rect">
            <a:avLst/>
          </a:prstGeom>
          <a:noFill/>
        </p:spPr>
        <p:txBody>
          <a:bodyPr wrap="square">
            <a:spAutoFit/>
          </a:bodyPr>
          <a:lstStyle/>
          <a:p>
            <a:pPr algn="ctr">
              <a:buNone/>
            </a:pPr>
            <a:r>
              <a:rPr sz="1600" spc="300">
                <a:solidFill>
                  <a:schemeClr val="bg1"/>
                </a:solidFill>
                <a:latin typeface="Montserrat"/>
                <a:ea typeface="Montserrat"/>
                <a:cs typeface="Montserrat"/>
              </a:rPr>
              <a:t>GITHUB</a:t>
            </a:r>
          </a:p>
        </p:txBody>
      </p:sp>
      <p:sp>
        <p:nvSpPr>
          <p:cNvPr id="29" name="Title 28">
            <a:extLst>
              <a:ext uri="{FF2B5EF4-FFF2-40B4-BE49-F238E27FC236}">
                <a16:creationId xmlns:a16="http://schemas.microsoft.com/office/drawing/2014/main" id="{E2BA2975-C318-2C22-2C32-D54396098B95}"/>
              </a:ext>
            </a:extLst>
          </p:cNvPr>
          <p:cNvSpPr>
            <a:spLocks noGrp="1"/>
          </p:cNvSpPr>
          <p:nvPr>
            <p:ph type="title"/>
          </p:nvPr>
        </p:nvSpPr>
        <p:spPr/>
        <p:txBody>
          <a:bodyPr/>
          <a:lstStyle/>
          <a:p>
            <a:pPr algn="ctr">
              <a:buNone/>
            </a:pPr>
            <a:r>
              <a:rPr>
                <a:solidFill>
                  <a:srgbClr val="FFFFFF"/>
                </a:solidFill>
              </a:rPr>
              <a:t>WORK BOARDS: AZURE DEVOPS BY DEFAULT</a:t>
            </a:r>
          </a:p>
        </p:txBody>
      </p:sp>
      <p:pic>
        <p:nvPicPr>
          <p:cNvPr id="50" name="Picture 29"/>
          <p:cNvPicPr>
            <a:picLocks noChangeAspect="1"/>
          </p:cNvPicPr>
          <p:nvPr/>
        </p:nvPicPr>
        <p:blipFill>
          <a:blip r:embed="rId3"/>
          <a:srcRect/>
          <a:stretch/>
        </p:blipFill>
        <p:spPr>
          <a:xfrm>
            <a:off x="-3175" y="1487582"/>
            <a:ext cx="12192000" cy="1943470"/>
          </a:xfrm>
          <a:prstGeom prst="rect">
            <a:avLst/>
          </a:prstGeom>
        </p:spPr>
      </p:pic>
      <p:sp>
        <p:nvSpPr>
          <p:cNvPr id="31" name="Rectangle 30">
            <a:extLst>
              <a:ext uri="{FF2B5EF4-FFF2-40B4-BE49-F238E27FC236}">
                <a16:creationId xmlns:a16="http://schemas.microsoft.com/office/drawing/2014/main" id="{57EFD896-1C3D-9C70-0E8A-BD7FDDD81AF3}"/>
              </a:ext>
            </a:extLst>
          </p:cNvPr>
          <p:cNvSpPr>
            <a:spLocks noGrp="1"/>
          </p:cNvSpPr>
          <p:nvPr/>
        </p:nvSpPr>
        <p:spPr>
          <a:xfrm>
            <a:off x="3175" y="1482818"/>
            <a:ext cx="12192000" cy="1945644"/>
          </a:xfrm>
          <a:prstGeom prst="rect">
            <a:avLst/>
          </a:prstGeom>
          <a:gradFill>
            <a:gsLst>
              <a:gs pos="0">
                <a:srgbClr val="FF275B">
                  <a:alpha val="53261"/>
                </a:srgbClr>
              </a:gs>
              <a:gs pos="98000">
                <a:srgbClr val="3003F5">
                  <a:alpha val="5101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4" name="Straight Connector 33">
            <a:extLst>
              <a:ext uri="{FF2B5EF4-FFF2-40B4-BE49-F238E27FC236}">
                <a16:creationId xmlns:a16="http://schemas.microsoft.com/office/drawing/2014/main" id="{B5EEF6E8-DB16-4C30-9E66-78F2430D33F7}"/>
              </a:ext>
            </a:extLst>
          </p:cNvPr>
          <p:cNvSpPr>
            <a:spLocks noGrp="1"/>
          </p:cNvSpPr>
          <p:nvPr/>
        </p:nvSpPr>
        <p:spPr>
          <a:xfrm flipH="1">
            <a:off x="-3175" y="3428462"/>
            <a:ext cx="12192000"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lang="en-GB"/>
          </a:p>
        </p:txBody>
      </p:sp>
      <p:pic>
        <p:nvPicPr>
          <p:cNvPr id="53" name="Picture 52"/>
          <p:cNvPicPr>
            <a:picLocks noChangeAspect="1"/>
          </p:cNvPicPr>
          <p:nvPr/>
        </p:nvPicPr>
        <p:blipFill>
          <a:blip r:embed="rId4"/>
          <a:stretch/>
        </p:blipFill>
        <p:spPr>
          <a:xfrm>
            <a:off x="2101440" y="3939796"/>
            <a:ext cx="632968" cy="632968"/>
          </a:xfrm>
          <a:prstGeom prst="rect">
            <a:avLst/>
          </a:prstGeom>
        </p:spPr>
      </p:pic>
      <p:pic>
        <p:nvPicPr>
          <p:cNvPr id="54" name="Picture 53"/>
          <p:cNvPicPr>
            <a:picLocks noChangeAspect="1"/>
          </p:cNvPicPr>
          <p:nvPr/>
        </p:nvPicPr>
        <p:blipFill>
          <a:blip r:embed="rId5"/>
          <a:stretch/>
        </p:blipFill>
        <p:spPr>
          <a:xfrm>
            <a:off x="5791995" y="3939796"/>
            <a:ext cx="632968" cy="632968"/>
          </a:xfrm>
          <a:prstGeom prst="rect">
            <a:avLst/>
          </a:prstGeom>
        </p:spPr>
      </p:pic>
      <p:pic>
        <p:nvPicPr>
          <p:cNvPr id="55" name="Picture 54"/>
          <p:cNvPicPr>
            <a:picLocks noChangeAspect="1"/>
          </p:cNvPicPr>
          <p:nvPr/>
        </p:nvPicPr>
        <p:blipFill>
          <a:blip r:embed="rId6"/>
          <a:stretch/>
        </p:blipFill>
        <p:spPr>
          <a:xfrm>
            <a:off x="9422767" y="3915287"/>
            <a:ext cx="696265" cy="681986"/>
          </a:xfrm>
          <a:prstGeom prst="rect">
            <a:avLst/>
          </a:prstGeom>
        </p:spPr>
      </p:pic>
    </p:spTree>
    <p:extLst>
      <p:ext uri="{BB962C8B-B14F-4D97-AF65-F5344CB8AC3E}">
        <p14:creationId xmlns:p14="http://schemas.microsoft.com/office/powerpoint/2010/main" val="1838009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EA60BF-3037-342D-0F5C-D9E3D2E1FBA1}"/>
              </a:ext>
            </a:extLst>
          </p:cNvPr>
          <p:cNvSpPr>
            <a:spLocks noGrp="1"/>
          </p:cNvSpPr>
          <p:nvPr/>
        </p:nvSpPr>
        <p:spPr>
          <a:xfrm>
            <a:off x="0" y="0"/>
            <a:ext cx="12188825" cy="18642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EF24CD0-EA6C-7726-A329-5BB6BF1A5714}"/>
              </a:ext>
            </a:extLst>
          </p:cNvPr>
          <p:cNvSpPr>
            <a:spLocks noGrp="1"/>
          </p:cNvSpPr>
          <p:nvPr/>
        </p:nvSpPr>
        <p:spPr>
          <a:xfrm>
            <a:off x="757661" y="5326853"/>
            <a:ext cx="3320526" cy="792437"/>
          </a:xfrm>
          <a:prstGeom prst="rect">
            <a:avLst/>
          </a:prstGeom>
          <a:noFill/>
        </p:spPr>
        <p:txBody>
          <a:bodyPr wrap="square">
            <a:noAutofit/>
          </a:bodyPr>
          <a:lstStyle/>
          <a:p>
            <a:pPr algn="ctr">
              <a:lnSpc>
                <a:spcPct val="120000"/>
              </a:lnSpc>
              <a:buNone/>
            </a:pPr>
            <a:r>
              <a:rPr sz="1100">
                <a:solidFill>
                  <a:srgbClr val="333333"/>
                </a:solidFill>
                <a:latin typeface="Montserrat Light"/>
                <a:ea typeface="Montserrat Light"/>
                <a:cs typeface="Montserrat Light"/>
              </a:rPr>
              <a:t>A coherent default with Boards and Pipelines: Git, pull requests and branch policies in one platform.</a:t>
            </a:r>
          </a:p>
        </p:txBody>
      </p:sp>
      <p:sp>
        <p:nvSpPr>
          <p:cNvPr id="5" name="TextBox 4">
            <a:extLst>
              <a:ext uri="{FF2B5EF4-FFF2-40B4-BE49-F238E27FC236}">
                <a16:creationId xmlns:a16="http://schemas.microsoft.com/office/drawing/2014/main" id="{D5257682-AC05-08C4-76F5-5CBD1C0C7AA4}"/>
              </a:ext>
            </a:extLst>
          </p:cNvPr>
          <p:cNvSpPr>
            <a:spLocks noGrp="1"/>
          </p:cNvSpPr>
          <p:nvPr/>
        </p:nvSpPr>
        <p:spPr>
          <a:xfrm>
            <a:off x="757661" y="4795175"/>
            <a:ext cx="3320527" cy="338554"/>
          </a:xfrm>
          <a:prstGeom prst="rect">
            <a:avLst/>
          </a:prstGeom>
          <a:noFill/>
        </p:spPr>
        <p:txBody>
          <a:bodyPr wrap="square">
            <a:spAutoFit/>
          </a:bodyPr>
          <a:lstStyle/>
          <a:p>
            <a:pPr algn="ctr">
              <a:buNone/>
            </a:pPr>
            <a:r>
              <a:rPr sz="1600" spc="300">
                <a:solidFill>
                  <a:schemeClr val="bg1"/>
                </a:solidFill>
                <a:latin typeface="Montserrat"/>
                <a:ea typeface="Montserrat"/>
                <a:cs typeface="Montserrat"/>
              </a:rPr>
              <a:t>AZURE REPOS</a:t>
            </a:r>
          </a:p>
        </p:txBody>
      </p:sp>
      <p:sp>
        <p:nvSpPr>
          <p:cNvPr id="6" name="TextBox 5">
            <a:extLst>
              <a:ext uri="{FF2B5EF4-FFF2-40B4-BE49-F238E27FC236}">
                <a16:creationId xmlns:a16="http://schemas.microsoft.com/office/drawing/2014/main" id="{0B72D49C-84C4-C6F7-5259-08A2FE78177D}"/>
              </a:ext>
            </a:extLst>
          </p:cNvPr>
          <p:cNvSpPr>
            <a:spLocks noGrp="1"/>
          </p:cNvSpPr>
          <p:nvPr/>
        </p:nvSpPr>
        <p:spPr>
          <a:xfrm>
            <a:off x="4434148" y="5326853"/>
            <a:ext cx="3320526" cy="792437"/>
          </a:xfrm>
          <a:prstGeom prst="rect">
            <a:avLst/>
          </a:prstGeom>
          <a:noFill/>
        </p:spPr>
        <p:txBody>
          <a:bodyPr wrap="square">
            <a:noAutofit/>
          </a:bodyPr>
          <a:lstStyle/>
          <a:p>
            <a:pPr algn="ctr">
              <a:lnSpc>
                <a:spcPct val="120000"/>
              </a:lnSpc>
              <a:buNone/>
            </a:pPr>
            <a:r>
              <a:rPr sz="1100">
                <a:solidFill>
                  <a:srgbClr val="333333"/>
                </a:solidFill>
                <a:latin typeface="Montserrat Light"/>
                <a:ea typeface="Montserrat Light"/>
                <a:cs typeface="Montserrat Light"/>
              </a:rPr>
              <a:t>Jira does not host Git repos. Bitbucket is the Atlassian option; Jira can also link to other hosts.</a:t>
            </a:r>
          </a:p>
        </p:txBody>
      </p:sp>
      <p:sp>
        <p:nvSpPr>
          <p:cNvPr id="7" name="TextBox 6">
            <a:extLst>
              <a:ext uri="{FF2B5EF4-FFF2-40B4-BE49-F238E27FC236}">
                <a16:creationId xmlns:a16="http://schemas.microsoft.com/office/drawing/2014/main" id="{95985D91-5E81-3F3B-F933-CD9FF5EC17D2}"/>
              </a:ext>
            </a:extLst>
          </p:cNvPr>
          <p:cNvSpPr>
            <a:spLocks noGrp="1"/>
          </p:cNvSpPr>
          <p:nvPr/>
        </p:nvSpPr>
        <p:spPr>
          <a:xfrm>
            <a:off x="4434148" y="4795175"/>
            <a:ext cx="3320527" cy="338554"/>
          </a:xfrm>
          <a:prstGeom prst="rect">
            <a:avLst/>
          </a:prstGeom>
          <a:noFill/>
        </p:spPr>
        <p:txBody>
          <a:bodyPr wrap="square">
            <a:spAutoFit/>
          </a:bodyPr>
          <a:lstStyle/>
          <a:p>
            <a:pPr algn="ctr">
              <a:buNone/>
            </a:pPr>
            <a:r>
              <a:rPr sz="1600" spc="300">
                <a:solidFill>
                  <a:schemeClr val="bg1"/>
                </a:solidFill>
                <a:latin typeface="Montserrat"/>
                <a:ea typeface="Montserrat"/>
                <a:cs typeface="Montserrat"/>
              </a:rPr>
              <a:t>JIRA + BITBUCKET</a:t>
            </a:r>
          </a:p>
        </p:txBody>
      </p:sp>
      <p:sp>
        <p:nvSpPr>
          <p:cNvPr id="8" name="TextBox 7">
            <a:extLst>
              <a:ext uri="{FF2B5EF4-FFF2-40B4-BE49-F238E27FC236}">
                <a16:creationId xmlns:a16="http://schemas.microsoft.com/office/drawing/2014/main" id="{1E85B610-3BCB-5C3A-0A9D-7280AE25729F}"/>
              </a:ext>
            </a:extLst>
          </p:cNvPr>
          <p:cNvSpPr>
            <a:spLocks noGrp="1"/>
          </p:cNvSpPr>
          <p:nvPr/>
        </p:nvSpPr>
        <p:spPr>
          <a:xfrm>
            <a:off x="8110636" y="5326853"/>
            <a:ext cx="3320526" cy="792437"/>
          </a:xfrm>
          <a:prstGeom prst="rect">
            <a:avLst/>
          </a:prstGeom>
          <a:noFill/>
        </p:spPr>
        <p:txBody>
          <a:bodyPr wrap="square">
            <a:noAutofit/>
          </a:bodyPr>
          <a:lstStyle/>
          <a:p>
            <a:pPr algn="ctr">
              <a:lnSpc>
                <a:spcPct val="120000"/>
              </a:lnSpc>
              <a:buNone/>
            </a:pPr>
            <a:r>
              <a:rPr sz="1100">
                <a:solidFill>
                  <a:srgbClr val="333333"/>
                </a:solidFill>
                <a:latin typeface="Montserrat Light"/>
                <a:ea typeface="Montserrat Light"/>
                <a:cs typeface="Montserrat Light"/>
              </a:rPr>
              <a:t>Strong for Copilot, Actions and reusable workflows. It can host the code while PMs use Azure Boards.</a:t>
            </a:r>
          </a:p>
        </p:txBody>
      </p:sp>
      <p:sp>
        <p:nvSpPr>
          <p:cNvPr id="9" name="TextBox 8">
            <a:extLst>
              <a:ext uri="{FF2B5EF4-FFF2-40B4-BE49-F238E27FC236}">
                <a16:creationId xmlns:a16="http://schemas.microsoft.com/office/drawing/2014/main" id="{8C6133D9-C520-19BE-021D-B65508C8F072}"/>
              </a:ext>
            </a:extLst>
          </p:cNvPr>
          <p:cNvSpPr>
            <a:spLocks noGrp="1"/>
          </p:cNvSpPr>
          <p:nvPr/>
        </p:nvSpPr>
        <p:spPr>
          <a:xfrm>
            <a:off x="8110636" y="4795175"/>
            <a:ext cx="3320527" cy="338554"/>
          </a:xfrm>
          <a:prstGeom prst="rect">
            <a:avLst/>
          </a:prstGeom>
          <a:noFill/>
        </p:spPr>
        <p:txBody>
          <a:bodyPr wrap="square">
            <a:spAutoFit/>
          </a:bodyPr>
          <a:lstStyle/>
          <a:p>
            <a:pPr algn="ctr">
              <a:buNone/>
            </a:pPr>
            <a:r>
              <a:rPr sz="1600" spc="300">
                <a:solidFill>
                  <a:schemeClr val="bg1"/>
                </a:solidFill>
                <a:latin typeface="Montserrat"/>
                <a:ea typeface="Montserrat"/>
                <a:cs typeface="Montserrat"/>
              </a:rPr>
              <a:t>GITHUB</a:t>
            </a:r>
          </a:p>
        </p:txBody>
      </p:sp>
      <p:sp>
        <p:nvSpPr>
          <p:cNvPr id="29" name="Title 28">
            <a:extLst>
              <a:ext uri="{FF2B5EF4-FFF2-40B4-BE49-F238E27FC236}">
                <a16:creationId xmlns:a16="http://schemas.microsoft.com/office/drawing/2014/main" id="{E2BA2975-C318-2C22-2C32-D54396098B95}"/>
              </a:ext>
            </a:extLst>
          </p:cNvPr>
          <p:cNvSpPr>
            <a:spLocks noGrp="1"/>
          </p:cNvSpPr>
          <p:nvPr>
            <p:ph type="title"/>
          </p:nvPr>
        </p:nvSpPr>
        <p:spPr/>
        <p:txBody>
          <a:bodyPr/>
          <a:lstStyle/>
          <a:p>
            <a:pPr algn="ctr">
              <a:buNone/>
            </a:pPr>
            <a:r>
              <a:rPr>
                <a:solidFill>
                  <a:srgbClr val="FFFFFF"/>
                </a:solidFill>
              </a:rPr>
              <a:t>REPOSITORIES: CHOOSE THE ENGINEERING FIT</a:t>
            </a:r>
          </a:p>
        </p:txBody>
      </p:sp>
      <p:pic>
        <p:nvPicPr>
          <p:cNvPr id="50" name="Picture 29"/>
          <p:cNvPicPr>
            <a:picLocks noChangeAspect="1"/>
          </p:cNvPicPr>
          <p:nvPr/>
        </p:nvPicPr>
        <p:blipFill>
          <a:blip r:embed="rId3"/>
          <a:srcRect/>
          <a:stretch/>
        </p:blipFill>
        <p:spPr>
          <a:xfrm>
            <a:off x="-3175" y="1487582"/>
            <a:ext cx="12192000" cy="1943470"/>
          </a:xfrm>
          <a:prstGeom prst="rect">
            <a:avLst/>
          </a:prstGeom>
        </p:spPr>
      </p:pic>
      <p:sp>
        <p:nvSpPr>
          <p:cNvPr id="31" name="Rectangle 30">
            <a:extLst>
              <a:ext uri="{FF2B5EF4-FFF2-40B4-BE49-F238E27FC236}">
                <a16:creationId xmlns:a16="http://schemas.microsoft.com/office/drawing/2014/main" id="{57EFD896-1C3D-9C70-0E8A-BD7FDDD81AF3}"/>
              </a:ext>
            </a:extLst>
          </p:cNvPr>
          <p:cNvSpPr>
            <a:spLocks noGrp="1"/>
          </p:cNvSpPr>
          <p:nvPr/>
        </p:nvSpPr>
        <p:spPr>
          <a:xfrm>
            <a:off x="3175" y="1482818"/>
            <a:ext cx="12192000" cy="1945644"/>
          </a:xfrm>
          <a:prstGeom prst="rect">
            <a:avLst/>
          </a:prstGeom>
          <a:gradFill>
            <a:gsLst>
              <a:gs pos="0">
                <a:srgbClr val="FF275B">
                  <a:alpha val="53261"/>
                </a:srgbClr>
              </a:gs>
              <a:gs pos="98000">
                <a:srgbClr val="3003F5">
                  <a:alpha val="5101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4" name="Straight Connector 33">
            <a:extLst>
              <a:ext uri="{FF2B5EF4-FFF2-40B4-BE49-F238E27FC236}">
                <a16:creationId xmlns:a16="http://schemas.microsoft.com/office/drawing/2014/main" id="{B5EEF6E8-DB16-4C30-9E66-78F2430D33F7}"/>
              </a:ext>
            </a:extLst>
          </p:cNvPr>
          <p:cNvSpPr>
            <a:spLocks noGrp="1"/>
          </p:cNvSpPr>
          <p:nvPr/>
        </p:nvSpPr>
        <p:spPr>
          <a:xfrm flipH="1">
            <a:off x="-3175" y="3428462"/>
            <a:ext cx="12192000"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txBody>
          <a:bodyPr/>
          <a:lstStyle/>
          <a:p>
            <a:endParaRPr lang="en-GB"/>
          </a:p>
        </p:txBody>
      </p:sp>
      <p:pic>
        <p:nvPicPr>
          <p:cNvPr id="53" name="Picture 52"/>
          <p:cNvPicPr>
            <a:picLocks noChangeAspect="1"/>
          </p:cNvPicPr>
          <p:nvPr/>
        </p:nvPicPr>
        <p:blipFill>
          <a:blip r:embed="rId4"/>
          <a:stretch/>
        </p:blipFill>
        <p:spPr>
          <a:xfrm>
            <a:off x="2101440" y="3939796"/>
            <a:ext cx="632968" cy="632968"/>
          </a:xfrm>
          <a:prstGeom prst="rect">
            <a:avLst/>
          </a:prstGeom>
        </p:spPr>
      </p:pic>
      <p:pic>
        <p:nvPicPr>
          <p:cNvPr id="54" name="Picture 53"/>
          <p:cNvPicPr>
            <a:picLocks noChangeAspect="1"/>
          </p:cNvPicPr>
          <p:nvPr/>
        </p:nvPicPr>
        <p:blipFill>
          <a:blip r:embed="rId5"/>
          <a:stretch/>
        </p:blipFill>
        <p:spPr>
          <a:xfrm>
            <a:off x="5791995" y="3939796"/>
            <a:ext cx="632968" cy="632968"/>
          </a:xfrm>
          <a:prstGeom prst="rect">
            <a:avLst/>
          </a:prstGeom>
        </p:spPr>
      </p:pic>
      <p:pic>
        <p:nvPicPr>
          <p:cNvPr id="55" name="Picture 54"/>
          <p:cNvPicPr>
            <a:picLocks noChangeAspect="1"/>
          </p:cNvPicPr>
          <p:nvPr/>
        </p:nvPicPr>
        <p:blipFill>
          <a:blip r:embed="rId6"/>
          <a:stretch/>
        </p:blipFill>
        <p:spPr>
          <a:xfrm>
            <a:off x="9422767" y="3915287"/>
            <a:ext cx="696265" cy="681986"/>
          </a:xfrm>
          <a:prstGeom prst="rect">
            <a:avLst/>
          </a:prstGeom>
        </p:spPr>
      </p:pic>
    </p:spTree>
    <p:extLst>
      <p:ext uri="{BB962C8B-B14F-4D97-AF65-F5344CB8AC3E}">
        <p14:creationId xmlns:p14="http://schemas.microsoft.com/office/powerpoint/2010/main" val="18380096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0BAAAD5-C780-814F-B467-E6A98D2BE81E}"/>
              </a:ext>
            </a:extLst>
          </p:cNvPr>
          <p:cNvSpPr>
            <a:spLocks noGrp="1"/>
          </p:cNvSpPr>
          <p:nvPr/>
        </p:nvSpPr>
        <p:spPr>
          <a:xfrm>
            <a:off x="2685490" y="1491119"/>
            <a:ext cx="9506507" cy="832308"/>
          </a:xfrm>
          <a:prstGeom prst="rect">
            <a:avLst/>
          </a:prstGeom>
          <a:noFill/>
        </p:spPr>
        <p:txBody>
          <a:bodyPr wrap="square" lIns="936000" tIns="144000" rIns="720000" bIns="144000" anchor="ctr">
            <a:noAutofit/>
          </a:bodyPr>
          <a:lstStyle/>
          <a:p>
            <a:pPr>
              <a:spcAft>
                <a:spcPts val="700"/>
              </a:spcAft>
              <a:buNone/>
            </a:pPr>
            <a:r>
              <a:rPr sz="1200" b="1" spc="300">
                <a:solidFill>
                  <a:schemeClr val="bg1"/>
                </a:solidFill>
              </a:rPr>
              <a:t>ASSIGN ACCOUNTABILITY</a:t>
            </a:r>
          </a:p>
          <a:p>
            <a:pPr>
              <a:spcAft>
                <a:spcPts val="700"/>
              </a:spcAft>
              <a:buNone/>
            </a:pPr>
            <a:r>
              <a:rPr sz="1200"/>
              <a:t>Acting Chief Architect owns the standard and component library; Digital Team leaders sponsor adoption.</a:t>
            </a:r>
          </a:p>
        </p:txBody>
      </p:sp>
      <p:pic>
        <p:nvPicPr>
          <p:cNvPr id="19" name="Graphic 26"/>
          <p:cNvPicPr>
            <a:picLocks noChangeAspect="1"/>
          </p:cNvPicPr>
          <p:nvPr/>
        </p:nvPicPr>
        <p:blipFill>
          <a:blip>
            <a:extLst>
              <a:ext uri="{96DAC541-7B7A-43D3-8B79-37D633B846F1}">
                <asvg:svgBlip xmlns:asvg="http://schemas.microsoft.com/office/drawing/2016/SVG/main" r:embed="rId3"/>
              </a:ext>
            </a:extLst>
          </a:blip>
          <a:srcRect/>
          <a:stretch/>
        </p:blipFill>
        <p:spPr>
          <a:xfrm>
            <a:off x="2954695" y="1727273"/>
            <a:ext cx="360000" cy="360000"/>
          </a:xfrm>
          <a:prstGeom prst="rect">
            <a:avLst/>
          </a:prstGeom>
        </p:spPr>
      </p:pic>
      <p:sp>
        <p:nvSpPr>
          <p:cNvPr id="7" name="TextBox 6">
            <a:extLst>
              <a:ext uri="{FF2B5EF4-FFF2-40B4-BE49-F238E27FC236}">
                <a16:creationId xmlns:a16="http://schemas.microsoft.com/office/drawing/2014/main" id="{28F80D2F-A2B5-24A4-ECAE-BFA78B5C9166}"/>
              </a:ext>
            </a:extLst>
          </p:cNvPr>
          <p:cNvSpPr>
            <a:spLocks noGrp="1"/>
          </p:cNvSpPr>
          <p:nvPr/>
        </p:nvSpPr>
        <p:spPr>
          <a:xfrm>
            <a:off x="2685490" y="2444638"/>
            <a:ext cx="9506507" cy="832308"/>
          </a:xfrm>
          <a:prstGeom prst="rect">
            <a:avLst/>
          </a:prstGeom>
          <a:noFill/>
        </p:spPr>
        <p:txBody>
          <a:bodyPr wrap="square" lIns="936000" tIns="144000" rIns="720000" bIns="144000" anchor="ctr">
            <a:noAutofit/>
          </a:bodyPr>
          <a:lstStyle/>
          <a:p>
            <a:pPr>
              <a:spcAft>
                <a:spcPts val="700"/>
              </a:spcAft>
              <a:buNone/>
            </a:pPr>
            <a:r>
              <a:rPr sz="1200" b="1" spc="300">
                <a:solidFill>
                  <a:schemeClr val="bg1"/>
                </a:solidFill>
              </a:rPr>
              <a:t>PROVE ONE VERTICAL SLICE</a:t>
            </a:r>
          </a:p>
          <a:p>
            <a:pPr>
              <a:spcAft>
                <a:spcPts val="700"/>
              </a:spcAft>
              <a:buNone/>
            </a:pPr>
            <a:r>
              <a:rPr sz="1200"/>
              <a:t>Pilot one bounded solution in our tenant: bootstrap, build, tests, evals, evidence and a UAT candidate.</a:t>
            </a:r>
            <a:endParaRPr sz="1200" b="1"/>
          </a:p>
        </p:txBody>
      </p:sp>
      <p:pic>
        <p:nvPicPr>
          <p:cNvPr id="21" name="Graphic 27"/>
          <p:cNvPicPr>
            <a:picLocks noChangeAspect="1"/>
          </p:cNvPicPr>
          <p:nvPr/>
        </p:nvPicPr>
        <p:blipFill>
          <a:blip>
            <a:extLst>
              <a:ext uri="{96DAC541-7B7A-43D3-8B79-37D633B846F1}">
                <asvg:svgBlip xmlns:asvg="http://schemas.microsoft.com/office/drawing/2016/SVG/main" r:embed="rId3"/>
              </a:ext>
            </a:extLst>
          </a:blip>
          <a:srcRect/>
          <a:stretch/>
        </p:blipFill>
        <p:spPr>
          <a:xfrm>
            <a:off x="2954695" y="2680792"/>
            <a:ext cx="360000" cy="360000"/>
          </a:xfrm>
          <a:prstGeom prst="rect">
            <a:avLst/>
          </a:prstGeom>
        </p:spPr>
      </p:pic>
      <p:sp>
        <p:nvSpPr>
          <p:cNvPr id="8" name="TextBox 7">
            <a:extLst>
              <a:ext uri="{FF2B5EF4-FFF2-40B4-BE49-F238E27FC236}">
                <a16:creationId xmlns:a16="http://schemas.microsoft.com/office/drawing/2014/main" id="{2B3951B9-56BC-F841-21F4-AEDF797B5A59}"/>
              </a:ext>
            </a:extLst>
          </p:cNvPr>
          <p:cNvSpPr>
            <a:spLocks noGrp="1"/>
          </p:cNvSpPr>
          <p:nvPr/>
        </p:nvSpPr>
        <p:spPr>
          <a:xfrm>
            <a:off x="2685490" y="3398157"/>
            <a:ext cx="9506507" cy="832308"/>
          </a:xfrm>
          <a:prstGeom prst="rect">
            <a:avLst/>
          </a:prstGeom>
          <a:noFill/>
        </p:spPr>
        <p:txBody>
          <a:bodyPr wrap="square" lIns="936000" tIns="144000" rIns="720000" bIns="144000" anchor="ctr">
            <a:noAutofit/>
          </a:bodyPr>
          <a:lstStyle/>
          <a:p>
            <a:pPr>
              <a:spcAft>
                <a:spcPts val="700"/>
              </a:spcAft>
              <a:buNone/>
            </a:pPr>
            <a:r>
              <a:rPr sz="1200" b="1" spc="300">
                <a:solidFill>
                  <a:schemeClr val="bg1"/>
                </a:solidFill>
              </a:rPr>
              <a:t>TEST THE HANDOVER</a:t>
            </a:r>
          </a:p>
          <a:p>
            <a:pPr>
              <a:spcAft>
                <a:spcPts val="700"/>
              </a:spcAft>
              <a:buNone/>
            </a:pPr>
            <a:r>
              <a:rPr sz="1200"/>
              <a:t>A second engineer clones the repo and resumes from its committed tickets, decisions and next action.</a:t>
            </a:r>
          </a:p>
        </p:txBody>
      </p:sp>
      <p:pic>
        <p:nvPicPr>
          <p:cNvPr id="23" name="Graphic 28"/>
          <p:cNvPicPr>
            <a:picLocks noChangeAspect="1"/>
          </p:cNvPicPr>
          <p:nvPr/>
        </p:nvPicPr>
        <p:blipFill>
          <a:blip>
            <a:extLst>
              <a:ext uri="{96DAC541-7B7A-43D3-8B79-37D633B846F1}">
                <asvg:svgBlip xmlns:asvg="http://schemas.microsoft.com/office/drawing/2016/SVG/main" r:embed="rId3"/>
              </a:ext>
            </a:extLst>
          </a:blip>
          <a:srcRect/>
          <a:stretch/>
        </p:blipFill>
        <p:spPr>
          <a:xfrm>
            <a:off x="2954695" y="3634311"/>
            <a:ext cx="360000" cy="360000"/>
          </a:xfrm>
          <a:prstGeom prst="rect">
            <a:avLst/>
          </a:prstGeom>
        </p:spPr>
      </p:pic>
      <p:sp>
        <p:nvSpPr>
          <p:cNvPr id="9" name="TextBox 8">
            <a:extLst>
              <a:ext uri="{FF2B5EF4-FFF2-40B4-BE49-F238E27FC236}">
                <a16:creationId xmlns:a16="http://schemas.microsoft.com/office/drawing/2014/main" id="{93A11605-4B9F-AAE0-9E54-4ECDE6B1650F}"/>
              </a:ext>
            </a:extLst>
          </p:cNvPr>
          <p:cNvSpPr>
            <a:spLocks noGrp="1"/>
          </p:cNvSpPr>
          <p:nvPr/>
        </p:nvSpPr>
        <p:spPr>
          <a:xfrm>
            <a:off x="2685490" y="4351676"/>
            <a:ext cx="9506507" cy="832308"/>
          </a:xfrm>
          <a:prstGeom prst="rect">
            <a:avLst/>
          </a:prstGeom>
          <a:noFill/>
        </p:spPr>
        <p:txBody>
          <a:bodyPr wrap="square" lIns="936000" tIns="144000" rIns="720000" bIns="144000" anchor="ctr">
            <a:noAutofit/>
          </a:bodyPr>
          <a:lstStyle/>
          <a:p>
            <a:pPr>
              <a:spcAft>
                <a:spcPts val="700"/>
              </a:spcAft>
              <a:buNone/>
            </a:pPr>
            <a:r>
              <a:rPr sz="1200" b="1" spc="300">
                <a:solidFill>
                  <a:schemeClr val="bg1"/>
                </a:solidFill>
              </a:rPr>
              <a:t>MEASURE HYPERVELOCITY</a:t>
            </a:r>
          </a:p>
          <a:p>
            <a:pPr>
              <a:spcAft>
                <a:spcPts val="700"/>
              </a:spcAft>
              <a:buNone/>
            </a:pPr>
            <a:r>
              <a:rPr sz="1200"/>
              <a:t>Baseline lead time, rework, escaped defects, component reuse and handover time; compare pilot outcomes.</a:t>
            </a:r>
          </a:p>
        </p:txBody>
      </p:sp>
      <p:pic>
        <p:nvPicPr>
          <p:cNvPr id="25" name="Graphic 29"/>
          <p:cNvPicPr>
            <a:picLocks noChangeAspect="1"/>
          </p:cNvPicPr>
          <p:nvPr/>
        </p:nvPicPr>
        <p:blipFill>
          <a:blip>
            <a:extLst>
              <a:ext uri="{96DAC541-7B7A-43D3-8B79-37D633B846F1}">
                <asvg:svgBlip xmlns:asvg="http://schemas.microsoft.com/office/drawing/2016/SVG/main" r:embed="rId3"/>
              </a:ext>
            </a:extLst>
          </a:blip>
          <a:srcRect/>
          <a:stretch/>
        </p:blipFill>
        <p:spPr>
          <a:xfrm>
            <a:off x="2954695" y="4587830"/>
            <a:ext cx="360000" cy="360000"/>
          </a:xfrm>
          <a:prstGeom prst="rect">
            <a:avLst/>
          </a:prstGeom>
        </p:spPr>
      </p:pic>
      <p:sp>
        <p:nvSpPr>
          <p:cNvPr id="10" name="TextBox 9">
            <a:extLst>
              <a:ext uri="{FF2B5EF4-FFF2-40B4-BE49-F238E27FC236}">
                <a16:creationId xmlns:a16="http://schemas.microsoft.com/office/drawing/2014/main" id="{DF569A12-AD7F-030B-77B3-0E42A189E2D8}"/>
              </a:ext>
            </a:extLst>
          </p:cNvPr>
          <p:cNvSpPr>
            <a:spLocks noGrp="1"/>
          </p:cNvSpPr>
          <p:nvPr/>
        </p:nvSpPr>
        <p:spPr>
          <a:xfrm>
            <a:off x="2685493" y="5305195"/>
            <a:ext cx="9506507" cy="832308"/>
          </a:xfrm>
          <a:prstGeom prst="rect">
            <a:avLst/>
          </a:prstGeom>
          <a:noFill/>
        </p:spPr>
        <p:txBody>
          <a:bodyPr wrap="square" lIns="936000" tIns="144000" rIns="720000" bIns="144000" anchor="ctr">
            <a:noAutofit/>
          </a:bodyPr>
          <a:lstStyle/>
          <a:p>
            <a:pPr>
              <a:spcAft>
                <a:spcPts val="700"/>
              </a:spcAft>
              <a:buNone/>
            </a:pPr>
            <a:r>
              <a:rPr sz="1200" b="1" spc="300">
                <a:solidFill>
                  <a:schemeClr val="bg1"/>
                </a:solidFill>
              </a:rPr>
              <a:t>STANDARDISE WHAT WORKS</a:t>
            </a:r>
          </a:p>
          <a:p>
            <a:pPr>
              <a:spcAft>
                <a:spcPts val="700"/>
              </a:spcAft>
              <a:buNone/>
            </a:pPr>
            <a:r>
              <a:rPr sz="1200"/>
              <a:t>Publish the reviewed starter repo and library v1; give every engineer a Frontier badge development plan.</a:t>
            </a:r>
          </a:p>
        </p:txBody>
      </p:sp>
      <p:pic>
        <p:nvPicPr>
          <p:cNvPr id="27" name="Graphic 30"/>
          <p:cNvPicPr>
            <a:picLocks noChangeAspect="1"/>
          </p:cNvPicPr>
          <p:nvPr/>
        </p:nvPicPr>
        <p:blipFill>
          <a:blip>
            <a:extLst>
              <a:ext uri="{96DAC541-7B7A-43D3-8B79-37D633B846F1}">
                <asvg:svgBlip xmlns:asvg="http://schemas.microsoft.com/office/drawing/2016/SVG/main" r:embed="rId3"/>
              </a:ext>
            </a:extLst>
          </a:blip>
          <a:srcRect/>
          <a:stretch/>
        </p:blipFill>
        <p:spPr>
          <a:xfrm>
            <a:off x="2954698" y="5541349"/>
            <a:ext cx="360000" cy="360000"/>
          </a:xfrm>
          <a:prstGeom prst="rect">
            <a:avLst/>
          </a:prstGeom>
        </p:spPr>
      </p:pic>
      <p:sp>
        <p:nvSpPr>
          <p:cNvPr id="2" name="Title 1">
            <a:extLst>
              <a:ext uri="{FF2B5EF4-FFF2-40B4-BE49-F238E27FC236}">
                <a16:creationId xmlns:a16="http://schemas.microsoft.com/office/drawing/2014/main" id="{A7617B78-673F-C742-F3A5-878AB82547F3}"/>
              </a:ext>
            </a:extLst>
          </p:cNvPr>
          <p:cNvSpPr>
            <a:spLocks noGrp="1"/>
          </p:cNvSpPr>
          <p:nvPr>
            <p:ph type="title"/>
          </p:nvPr>
        </p:nvSpPr>
        <p:spPr>
          <a:xfrm>
            <a:off x="2954695" y="742161"/>
            <a:ext cx="8549893" cy="468000"/>
          </a:xfrm>
        </p:spPr>
        <p:txBody>
          <a:bodyPr/>
          <a:lstStyle/>
          <a:p>
            <a:r>
              <a:t>APPROVE A MEASURABLE PILOT</a:t>
            </a:r>
          </a:p>
        </p:txBody>
      </p:sp>
      <p:pic>
        <p:nvPicPr>
          <p:cNvPr id="29" name="Picture 3"/>
          <p:cNvPicPr>
            <a:picLocks noChangeAspect="1"/>
          </p:cNvPicPr>
          <p:nvPr/>
        </p:nvPicPr>
        <p:blipFill>
          <a:blip r:embed="rId4"/>
          <a:srcRect/>
          <a:stretch/>
        </p:blipFill>
        <p:spPr>
          <a:xfrm>
            <a:off x="1" y="0"/>
            <a:ext cx="2685491" cy="6858000"/>
          </a:xfrm>
          <a:prstGeom prst="rect">
            <a:avLst/>
          </a:prstGeom>
        </p:spPr>
      </p:pic>
      <p:sp>
        <p:nvSpPr>
          <p:cNvPr id="5" name="Rectangle 4">
            <a:extLst>
              <a:ext uri="{FF2B5EF4-FFF2-40B4-BE49-F238E27FC236}">
                <a16:creationId xmlns:a16="http://schemas.microsoft.com/office/drawing/2014/main" id="{A78D7DFD-29F1-FFB3-3442-3AD1D3D773AB}"/>
              </a:ext>
            </a:extLst>
          </p:cNvPr>
          <p:cNvSpPr>
            <a:spLocks noGrp="1"/>
          </p:cNvSpPr>
          <p:nvPr/>
        </p:nvSpPr>
        <p:spPr>
          <a:xfrm>
            <a:off x="0" y="0"/>
            <a:ext cx="2685491" cy="6858000"/>
          </a:xfrm>
          <a:prstGeom prst="rect">
            <a:avLst/>
          </a:prstGeom>
          <a:gradFill>
            <a:gsLst>
              <a:gs pos="0">
                <a:srgbClr val="FF275B">
                  <a:alpha val="53261"/>
                </a:srgbClr>
              </a:gs>
              <a:gs pos="98000">
                <a:srgbClr val="3003F5">
                  <a:alpha val="51010"/>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Straight Connector 10">
            <a:extLst>
              <a:ext uri="{FF2B5EF4-FFF2-40B4-BE49-F238E27FC236}">
                <a16:creationId xmlns:a16="http://schemas.microsoft.com/office/drawing/2014/main" id="{710CB74D-F6DB-4AF4-A952-89897DF5CDF4}"/>
              </a:ext>
            </a:extLst>
          </p:cNvPr>
          <p:cNvSpPr>
            <a:spLocks noGrp="1"/>
          </p:cNvSpPr>
          <p:nvPr/>
        </p:nvSpPr>
        <p:spPr>
          <a:xfrm>
            <a:off x="2685492" y="0"/>
            <a:ext cx="0" cy="685800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txBody>
          <a:bodyPr/>
          <a:lstStyle/>
          <a:p>
            <a:endParaRPr lang="en-GB"/>
          </a:p>
        </p:txBody>
      </p:sp>
    </p:spTree>
    <p:extLst>
      <p:ext uri="{BB962C8B-B14F-4D97-AF65-F5344CB8AC3E}">
        <p14:creationId xmlns:p14="http://schemas.microsoft.com/office/powerpoint/2010/main" val="1072253136"/>
      </p:ext>
    </p:extLst>
  </p:cSld>
  <p:clrMapOvr>
    <a:masterClrMapping/>
  </p:clrMapOvr>
</p:sld>
</file>

<file path=ppt/theme/theme1.xml><?xml version="1.0" encoding="utf-8"?>
<a:theme xmlns:a="http://schemas.openxmlformats.org/drawingml/2006/main" name="Office Theme">
  <a:themeElements>
    <a:clrScheme name="INF-24">
      <a:dk1>
        <a:srgbClr val="001450"/>
      </a:dk1>
      <a:lt1>
        <a:srgbClr val="3004F5"/>
      </a:lt1>
      <a:dk2>
        <a:srgbClr val="7FEBE9"/>
      </a:dk2>
      <a:lt2>
        <a:srgbClr val="333333"/>
      </a:lt2>
      <a:accent1>
        <a:srgbClr val="FF275B"/>
      </a:accent1>
      <a:accent2>
        <a:srgbClr val="F050F8"/>
      </a:accent2>
      <a:accent3>
        <a:srgbClr val="E8FF2E"/>
      </a:accent3>
      <a:accent4>
        <a:srgbClr val="93EB4C"/>
      </a:accent4>
      <a:accent5>
        <a:srgbClr val="FF8500"/>
      </a:accent5>
      <a:accent6>
        <a:srgbClr val="4F00CC"/>
      </a:accent6>
      <a:hlink>
        <a:srgbClr val="001450"/>
      </a:hlink>
      <a:folHlink>
        <a:srgbClr val="3004F5"/>
      </a:folHlink>
    </a:clrScheme>
    <a:fontScheme name="Inf 9.25">
      <a:majorFont>
        <a:latin typeface="Montserrat Bold"/>
        <a:ea typeface=""/>
        <a:cs typeface=""/>
      </a:majorFont>
      <a:minorFont>
        <a:latin typeface="Montserrat Light"/>
        <a:ea typeface=""/>
        <a:cs typeface=""/>
      </a:minorFont>
    </a:fontScheme>
    <a:fmtScheme name="INF-24">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INF-24">
      <a:dk1>
        <a:srgbClr val="001450"/>
      </a:dk1>
      <a:lt1>
        <a:srgbClr val="3004F5"/>
      </a:lt1>
      <a:dk2>
        <a:srgbClr val="7FEBE9"/>
      </a:dk2>
      <a:lt2>
        <a:srgbClr val="333333"/>
      </a:lt2>
      <a:accent1>
        <a:srgbClr val="FF275B"/>
      </a:accent1>
      <a:accent2>
        <a:srgbClr val="F050F8"/>
      </a:accent2>
      <a:accent3>
        <a:srgbClr val="E8FF2E"/>
      </a:accent3>
      <a:accent4>
        <a:srgbClr val="93EB4C"/>
      </a:accent4>
      <a:accent5>
        <a:srgbClr val="FF8500"/>
      </a:accent5>
      <a:accent6>
        <a:srgbClr val="4F00CC"/>
      </a:accent6>
      <a:hlink>
        <a:srgbClr val="001450"/>
      </a:hlink>
      <a:folHlink>
        <a:srgbClr val="3004F5"/>
      </a:folHlink>
    </a:clrScheme>
    <a:fontScheme name="Inf 9.25">
      <a:majorFont>
        <a:latin typeface="Montserrat Bold"/>
        <a:ea typeface=""/>
        <a:cs typeface=""/>
      </a:majorFont>
      <a:minorFont>
        <a:latin typeface="Montserrat Light"/>
        <a:ea typeface=""/>
        <a:cs typeface=""/>
      </a:minorFont>
    </a:fontScheme>
    <a:fmtScheme name="INF-24">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6371</Words>
  <Application>Microsoft Office PowerPoint</Application>
  <DocSecurity>0</DocSecurity>
  <PresentationFormat>Widescreen</PresentationFormat>
  <Paragraphs>350</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ENGINEERING
DELIVERY</vt:lpstr>
      <vt:lpstr>A FRONTIER FIRM</vt:lpstr>
      <vt:lpstr>THE BRIDGEHEAD COMES FIRST</vt:lpstr>
      <vt:lpstr>TWO PROMPTS BUILD THE FOUNDATION</vt:lpstr>
      <vt:lpstr>THE HARNESS MAKES WORK REPEATABLE</vt:lpstr>
      <vt:lpstr>DECIDE, THEN ITERATE IN SMALL LOOPS</vt:lpstr>
      <vt:lpstr>CLONE THE ACTIVE STATE</vt:lpstr>
      <vt:lpstr>VS CODE CONNECTS TO POWER PLATFORM</vt:lpstr>
      <vt:lpstr>A GOVERNED COMPONENT LIBRARY</vt:lpstr>
      <vt:lpstr>QA STARTS BEFORE FORMAL UAT</vt:lpstr>
      <vt:lpstr>UNIT TESTS AND EVALS: DIFFERENT EVIDENCE</vt:lpstr>
      <vt:lpstr>UAT EVIDENCE: PROPOSED STANDARD</vt:lpstr>
      <vt:lpstr>KEEP THE BUSINESS IN THE LOOP</vt:lpstr>
      <vt:lpstr>WORK BOARDS: AZURE DEVOPS BY DEFAULT</vt:lpstr>
      <vt:lpstr>REPOSITORIES: CHOOSE THE ENGINEERING FIT</vt:lpstr>
      <vt:lpstr>APPROVE A MEASURABLE PILOT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Darach Sharkey</cp:lastModifiedBy>
  <cp:revision>2</cp:revision>
  <dcterms:created xsi:type="dcterms:W3CDTF">2026-09-07T08:39:27Z</dcterms:created>
  <dcterms:modified xsi:type="dcterms:W3CDTF">2026-09-08T10:59:28Z</dcterms:modified>
</cp:coreProperties>
</file>